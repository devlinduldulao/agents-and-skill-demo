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3"/>
  </p:notesMasterIdLst>
  <p:sldIdLst>
    <p:sldId id="256" r:id="rId2"/>
    <p:sldId id="291" r:id="rId3"/>
    <p:sldId id="292" r:id="rId4"/>
    <p:sldId id="290" r:id="rId5"/>
    <p:sldId id="270" r:id="rId6"/>
    <p:sldId id="293" r:id="rId7"/>
    <p:sldId id="294" r:id="rId8"/>
    <p:sldId id="295" r:id="rId9"/>
    <p:sldId id="296" r:id="rId10"/>
    <p:sldId id="297" r:id="rId11"/>
    <p:sldId id="286" r:id="rId12"/>
    <p:sldId id="298" r:id="rId13"/>
    <p:sldId id="299" r:id="rId14"/>
    <p:sldId id="300" r:id="rId15"/>
    <p:sldId id="301" r:id="rId16"/>
    <p:sldId id="316" r:id="rId17"/>
    <p:sldId id="289" r:id="rId18"/>
    <p:sldId id="302" r:id="rId19"/>
    <p:sldId id="317" r:id="rId20"/>
    <p:sldId id="303" r:id="rId21"/>
    <p:sldId id="304" r:id="rId22"/>
    <p:sldId id="305" r:id="rId23"/>
    <p:sldId id="318" r:id="rId24"/>
    <p:sldId id="306" r:id="rId25"/>
    <p:sldId id="311" r:id="rId26"/>
    <p:sldId id="307" r:id="rId27"/>
    <p:sldId id="308" r:id="rId28"/>
    <p:sldId id="314" r:id="rId29"/>
    <p:sldId id="322" r:id="rId30"/>
    <p:sldId id="319" r:id="rId31"/>
    <p:sldId id="320" r:id="rId32"/>
    <p:sldId id="321" r:id="rId33"/>
    <p:sldId id="309" r:id="rId34"/>
    <p:sldId id="323" r:id="rId35"/>
    <p:sldId id="310" r:id="rId36"/>
    <p:sldId id="312" r:id="rId37"/>
    <p:sldId id="324" r:id="rId38"/>
    <p:sldId id="315" r:id="rId39"/>
    <p:sldId id="326" r:id="rId40"/>
    <p:sldId id="327" r:id="rId41"/>
    <p:sldId id="313" r:id="rId4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83" autoAdjust="0"/>
    <p:restoredTop sz="80000" autoAdjust="0"/>
  </p:normalViewPr>
  <p:slideViewPr>
    <p:cSldViewPr snapToGrid="0">
      <p:cViewPr>
        <p:scale>
          <a:sx n="75" d="100"/>
          <a:sy n="75" d="100"/>
        </p:scale>
        <p:origin x="77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Three things happened at the same time. </a:t>
            </a:r>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dirty="0">
                <a:solidFill>
                  <a:srgbClr val="000000"/>
                </a:solidFill>
              </a:rPr>
              <a:t>5 AI Agent Terms You Need to Know</a:t>
            </a:r>
          </a:p>
        </p:txBody>
      </p:sp>
      <p:sp>
        <p:nvSpPr>
          <p:cNvPr id="103" name="Rectangle 104"/>
          <p:cNvSpPr>
            <a:spLocks noGrp="1"/>
          </p:cNvSpPr>
          <p:nvPr/>
        </p:nvSpPr>
        <p:spPr>
          <a:xfrm>
            <a:off x="400050" y="4593333"/>
            <a:ext cx="1847850" cy="76200"/>
          </a:xfrm>
          <a:prstGeom prst="rect">
            <a:avLst/>
          </a:prstGeom>
          <a:solidFill>
            <a:srgbClr val="FF6B35"/>
          </a:solidFill>
          <a:ln w="0">
            <a:noFill/>
            <a:prstDash val="solid"/>
          </a:ln>
        </p:spPr>
        <p:txBody>
          <a:bodyPr/>
          <a:lstStyle/>
          <a:p>
            <a:endParaRPr lang="en-GB"/>
          </a:p>
        </p:txBody>
      </p:sp>
      <p:sp>
        <p:nvSpPr>
          <p:cNvPr id="105" name="TextBox 106"/>
          <p:cNvSpPr txBox="1"/>
          <p:nvPr/>
        </p:nvSpPr>
        <p:spPr>
          <a:xfrm>
            <a:off x="400050" y="4993333"/>
            <a:ext cx="7400000" cy="800000"/>
          </a:xfrm>
          <a:prstGeom prst="rect">
            <a:avLst/>
          </a:prstGeom>
          <a:noFill/>
        </p:spPr>
        <p:txBody>
          <a:bodyPr wrap="square" lIns="0" tIns="0" rIns="0" bIns="0" anchor="t">
            <a:noAutofit/>
          </a:bodyPr>
          <a:lstStyle/>
          <a:p>
            <a:pPr algn="l">
              <a:buNone/>
              <a:defRPr sz="4000" b="0">
                <a:solidFill>
                  <a:srgbClr val="222222"/>
                </a:solidFill>
              </a:defRPr>
            </a:pPr>
            <a:r>
              <a:rPr lang="en-GB" sz="4000" b="0" dirty="0">
                <a:solidFill>
                  <a:srgbClr val="222222"/>
                </a:solidFill>
              </a:rPr>
              <a:t>Devlin Duldulao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dirty="0">
                <a:solidFill>
                  <a:srgbClr val="000000"/>
                </a:solidFill>
              </a:rPr>
              <a:t>5 AI Agent Terms</a:t>
            </a:r>
          </a:p>
        </p:txBody>
      </p:sp>
    </p:spTree>
    <p:extLst>
      <p:ext uri="{BB962C8B-B14F-4D97-AF65-F5344CB8AC3E}">
        <p14:creationId xmlns:p14="http://schemas.microsoft.com/office/powerpoint/2010/main" val="2540605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the envelope</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894</TotalTime>
  <Words>2783</Words>
  <Application>Microsoft Office PowerPoint</Application>
  <DocSecurity>0</DocSecurity>
  <PresentationFormat>Widescreen</PresentationFormat>
  <Paragraphs>324</Paragraphs>
  <Slides>41</Slides>
  <Notes>41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anthropic-sans</vt:lpstr>
      <vt:lpstr>Arial</vt:lpstr>
      <vt:lpstr>Calibri</vt:lpstr>
      <vt:lpstr>Courier New</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Duldulao, Devlin (DNV External)</cp:lastModifiedBy>
  <cp:revision>174</cp:revision>
  <dcterms:modified xsi:type="dcterms:W3CDTF">2026-08-25T22:24:45Z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
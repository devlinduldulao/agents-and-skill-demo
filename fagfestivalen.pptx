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6"/>
  </p:notesMasterIdLst>
  <p:sldIdLst>
    <p:sldId id="2147481206" r:id="rId5"/>
    <p:sldId id="291" r:id="rId6"/>
    <p:sldId id="292" r:id="rId7"/>
    <p:sldId id="290" r:id="rId8"/>
    <p:sldId id="270" r:id="rId9"/>
    <p:sldId id="293" r:id="rId10"/>
    <p:sldId id="294" r:id="rId11"/>
    <p:sldId id="295" r:id="rId12"/>
    <p:sldId id="296" r:id="rId13"/>
    <p:sldId id="297" r:id="rId14"/>
    <p:sldId id="286" r:id="rId15"/>
    <p:sldId id="298" r:id="rId16"/>
    <p:sldId id="299" r:id="rId17"/>
    <p:sldId id="300" r:id="rId18"/>
    <p:sldId id="301" r:id="rId19"/>
    <p:sldId id="316" r:id="rId20"/>
    <p:sldId id="289" r:id="rId21"/>
    <p:sldId id="302" r:id="rId22"/>
    <p:sldId id="317" r:id="rId23"/>
    <p:sldId id="303" r:id="rId24"/>
    <p:sldId id="304" r:id="rId25"/>
    <p:sldId id="305" r:id="rId26"/>
    <p:sldId id="318" r:id="rId27"/>
    <p:sldId id="306" r:id="rId28"/>
    <p:sldId id="311" r:id="rId29"/>
    <p:sldId id="307" r:id="rId30"/>
    <p:sldId id="308" r:id="rId31"/>
    <p:sldId id="314" r:id="rId32"/>
    <p:sldId id="322" r:id="rId33"/>
    <p:sldId id="319" r:id="rId34"/>
    <p:sldId id="320" r:id="rId35"/>
    <p:sldId id="321" r:id="rId36"/>
    <p:sldId id="309" r:id="rId37"/>
    <p:sldId id="323" r:id="rId38"/>
    <p:sldId id="310" r:id="rId39"/>
    <p:sldId id="312" r:id="rId40"/>
    <p:sldId id="313" r:id="rId41"/>
    <p:sldId id="315" r:id="rId42"/>
    <p:sldId id="326" r:id="rId43"/>
    <p:sldId id="327" r:id="rId44"/>
    <p:sldId id="214748120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98" autoAdjust="0"/>
    <p:restoredTop sz="72090" autoAdjust="0"/>
  </p:normalViewPr>
  <p:slideViewPr>
    <p:cSldViewPr snapToGrid="0">
      <p:cViewPr varScale="1">
        <p:scale>
          <a:sx n="69" d="100"/>
          <a:sy n="69" d="100"/>
        </p:scale>
        <p:origin x="69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DEAEB-3051-6D43-9313-DB1BEC9F8153}" type="datetimeFigureOut">
              <a:rPr lang="en-MX" smtClean="0"/>
              <a:t>08/26/2026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D4CA-39E9-EC45-91A4-5CA38771D5C4}" type="slidenum">
              <a:rPr lang="en-MX" smtClean="0"/>
              <a:t>‹#›</a:t>
            </a:fld>
            <a:endParaRPr lang="en-MX"/>
          </a:p>
        </p:txBody>
      </p:sp>
    </p:spTree>
    <p:extLst>
      <p:ext uri="{BB962C8B-B14F-4D97-AF65-F5344CB8AC3E}">
        <p14:creationId xmlns:p14="http://schemas.microsoft.com/office/powerpoint/2010/main" val="3803293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aloyjs.dev/docs/odm/ottoman.md"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What is an agent? Everything is new so it can still be a bit confusing. One developer is thinking about a chatbot, and another developer is thinking about a script with a while-loop in it, and another developer is thinking about fine-tuning. </a:t>
            </a:r>
          </a:p>
          <a:p>
            <a:endParaRPr lang="en-GB" sz="1200" dirty="0"/>
          </a:p>
          <a:p>
            <a:r>
              <a:rPr lang="en-GB" sz="1200" dirty="0"/>
              <a:t>So today we are going to talk about 5 official terms in ai. AGENTS.md. Agent skills. MCP. A2A. And subagents.</a:t>
            </a:r>
          </a:p>
          <a:p>
            <a:endParaRPr lang="en-GB" sz="1200" dirty="0"/>
          </a:p>
          <a:p>
            <a:r>
              <a:rPr lang="en-GB" sz="1200" dirty="0"/>
              <a:t>But I am not going to start there. So, we are going to spend the first five minutes on how we got here.</a:t>
            </a:r>
          </a:p>
          <a:p>
            <a:endParaRPr lang="en-GB" sz="1200" dirty="0"/>
          </a:p>
          <a:p>
            <a:r>
              <a:rPr lang="en-GB" sz="1200" dirty="0"/>
              <a:t>Let's go back to 2023.</a:t>
            </a:r>
          </a:p>
          <a:p>
            <a:endParaRPr lang="en-GB" dirty="0"/>
          </a:p>
        </p:txBody>
      </p:sp>
      <p:sp>
        <p:nvSpPr>
          <p:cNvPr id="4" name="Slide Number Placeholder 3"/>
          <p:cNvSpPr>
            <a:spLocks noGrp="1"/>
          </p:cNvSpPr>
          <p:nvPr>
            <p:ph type="sldNum" sz="quarter" idx="5"/>
          </p:nvPr>
        </p:nvSpPr>
        <p:spPr/>
        <p:txBody>
          <a:bodyPr/>
          <a:lstStyle/>
          <a:p>
            <a:fld id="{B5B7D4CA-39E9-EC45-91A4-5CA38771D5C4}" type="slidenum">
              <a:rPr lang="en-MX" smtClean="0"/>
              <a:t>1</a:t>
            </a:fld>
            <a:endParaRPr lang="en-MX"/>
          </a:p>
        </p:txBody>
      </p:sp>
    </p:spTree>
    <p:extLst>
      <p:ext uri="{BB962C8B-B14F-4D97-AF65-F5344CB8AC3E}">
        <p14:creationId xmlns:p14="http://schemas.microsoft.com/office/powerpoint/2010/main" val="3958503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In 2023, a well-known legal tech start-up, Harvey, decided that a general-purpose model was not good enough for legal work.</a:t>
            </a:r>
          </a:p>
          <a:p>
            <a:endParaRPr lang="en-GB" sz="1200" dirty="0"/>
          </a:p>
          <a:p>
            <a:r>
              <a:rPr lang="en-GB" sz="1200" dirty="0"/>
              <a:t>So, they partnered with OpenAI, and they built their own. They fine-tuned a custom model on legal data.</a:t>
            </a:r>
          </a:p>
          <a:p>
            <a:endParaRPr lang="en-GB" sz="1200" dirty="0"/>
          </a:p>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04357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Then they ran blind tests. Real attorneys or lawyers. Given output from the custom model, and output from “GPT-4”, which at the time was the best model on earth..</a:t>
            </a:r>
          </a:p>
          <a:p>
            <a:endParaRPr lang="en-GB" sz="1200" dirty="0"/>
          </a:p>
          <a:p>
            <a:r>
              <a:rPr lang="en-GB" sz="1200" dirty="0"/>
              <a:t>Guess what. The attorneys preferred the custom model. Ninety-seven percent of the time.</a:t>
            </a:r>
          </a:p>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82613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C587F-6B2E-D276-F6C0-F58FFEFE7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B7E30-8208-3A76-44C0-83F8F2BAE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5FFE5-1EF9-2754-70D4-F54E69201E79}"/>
              </a:ext>
            </a:extLst>
          </p:cNvPr>
          <p:cNvSpPr>
            <a:spLocks noGrp="1"/>
          </p:cNvSpPr>
          <p:nvPr>
            <p:ph type="body" idx="1"/>
          </p:nvPr>
        </p:nvSpPr>
        <p:spPr/>
        <p:txBody>
          <a:bodyPr>
            <a:normAutofit/>
          </a:bodyPr>
          <a:lstStyle/>
          <a:p>
            <a:r>
              <a:rPr lang="en-GB" sz="1600" dirty="0"/>
              <a:t>Ninety-seven means almost all.</a:t>
            </a:r>
          </a:p>
          <a:p>
            <a:endParaRPr lang="en-GB" sz="1600" dirty="0"/>
          </a:p>
          <a:p>
            <a:r>
              <a:rPr lang="en-GB" sz="1600" dirty="0"/>
              <a:t>And the lesson looked completely obvious. If the general model is not quite right for your domain, train your own. That was correct advice in 2023. </a:t>
            </a:r>
          </a:p>
          <a:p>
            <a:endParaRPr lang="en-GB" sz="1600" dirty="0"/>
          </a:p>
          <a:p>
            <a:r>
              <a:rPr lang="en-GB" sz="1600" dirty="0"/>
              <a:t>The thing is, models are getting better every 3 months.</a:t>
            </a:r>
          </a:p>
        </p:txBody>
      </p:sp>
      <p:sp>
        <p:nvSpPr>
          <p:cNvPr id="4" name="Slide Number Placeholder 3">
            <a:extLst>
              <a:ext uri="{FF2B5EF4-FFF2-40B4-BE49-F238E27FC236}">
                <a16:creationId xmlns:a16="http://schemas.microsoft.com/office/drawing/2014/main" id="{9A24B745-59B2-6264-85F4-7535695F430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03048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Two years later, the same company did something genuinely admirable. They built and published their own legal benchmark. A real measurement of how well a model does actual legal work.</a:t>
            </a:r>
          </a:p>
          <a:p>
            <a:endParaRPr lang="en-GB" sz="1600" dirty="0"/>
          </a:p>
          <a:p>
            <a:r>
              <a:rPr lang="en-GB" sz="1600" dirty="0"/>
              <a:t>And then they ran their own custom model against the current frontier models.</a:t>
            </a:r>
          </a:p>
          <a:p>
            <a:endParaRPr lang="en-GB" sz="1600" dirty="0"/>
          </a:p>
          <a:p>
            <a:r>
              <a:rPr lang="en-GB" sz="1600" dirty="0"/>
              <a:t>Seven of the general-purpose models beat it.</a:t>
            </a:r>
          </a:p>
          <a:p>
            <a:endParaRPr lang="en-GB" sz="1600" dirty="0"/>
          </a:p>
          <a:p>
            <a:r>
              <a:rPr lang="en-GB" sz="1600" dirty="0"/>
              <a:t>Those were not trained or fine-tuned. The models are really good even without domain data, cases, or contracts injected in the context.</a:t>
            </a:r>
          </a:p>
          <a:p>
            <a:endParaRPr lang="en-GB" sz="16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The same thing happened to Bloomberg. They trained </a:t>
            </a:r>
            <a:r>
              <a:rPr lang="en-GB" sz="1200" dirty="0" err="1"/>
              <a:t>BloombergGPT</a:t>
            </a:r>
            <a:r>
              <a:rPr lang="en-GB" sz="1200" dirty="0"/>
              <a:t> from scratch on financial data. Serious, expensive, well-executed engineering. And later evaluations found GPT-4 beating it on many financial benchmarks.</a:t>
            </a:r>
          </a:p>
          <a:p>
            <a:endParaRPr lang="en-GB" sz="1200" dirty="0"/>
          </a:p>
          <a:p>
            <a:r>
              <a:rPr lang="en-GB" sz="1200" dirty="0"/>
              <a:t>Now, neither of those teams made a bad decision. I want to be clear about that. In 2023 they were right.</a:t>
            </a:r>
          </a:p>
          <a:p>
            <a:endParaRPr lang="en-GB" sz="1200" dirty="0"/>
          </a:p>
          <a:p>
            <a:r>
              <a:rPr lang="en-GB" sz="1200" dirty="0"/>
              <a:t>So, the question is: why?</a:t>
            </a:r>
          </a:p>
          <a:p>
            <a:endParaRPr lang="en-GB"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22796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D885-FFEA-B4A6-E396-00ECAD2EA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DF7FE-FA7D-696E-BEAD-457A2512B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8C3C2-4D50-04DC-3AA8-5FC9088B2E60}"/>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Three things happened at the same time. </a:t>
            </a:r>
          </a:p>
          <a:p>
            <a:r>
              <a:rPr lang="en-GB" sz="1600" dirty="0"/>
              <a:t>Context windows exploded. GPT-3 held two thousand tokens. Today a frontier model reads a million. Think about what that changes. If the model can read five hundred pages of contracts directly in the prompt, why would you ever bake those documents into the weights? </a:t>
            </a:r>
            <a:br>
              <a:rPr lang="en-GB" sz="1600" dirty="0"/>
            </a:br>
            <a:br>
              <a:rPr lang="en-GB" sz="1600" dirty="0"/>
            </a:br>
            <a:r>
              <a:rPr lang="en-US" sz="1600" dirty="0"/>
              <a:t>A weight is a learned numerical value in an LLM that determines how strongly one piece of information influences the model's output. Without weights being adjusted, the model wouldn't actually learn from the training data.</a:t>
            </a:r>
            <a:endParaRPr lang="en-GB" sz="1600" dirty="0"/>
          </a:p>
        </p:txBody>
      </p:sp>
      <p:sp>
        <p:nvSpPr>
          <p:cNvPr id="4" name="Slide Number Placeholder 3">
            <a:extLst>
              <a:ext uri="{FF2B5EF4-FFF2-40B4-BE49-F238E27FC236}">
                <a16:creationId xmlns:a16="http://schemas.microsoft.com/office/drawing/2014/main" id="{2A839E74-C107-F111-09B0-CA5D80BBAB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2997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36D63-EB96-9B3C-68CA-9A53DC8F4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DC911-4619-BB9B-A573-E7DFF54F8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D5C7D-7EE6-6A08-6886-149923A981E6}"/>
              </a:ext>
            </a:extLst>
          </p:cNvPr>
          <p:cNvSpPr>
            <a:spLocks noGrp="1"/>
          </p:cNvSpPr>
          <p:nvPr>
            <p:ph type="body" idx="1"/>
          </p:nvPr>
        </p:nvSpPr>
        <p:spPr/>
        <p:txBody>
          <a:bodyPr>
            <a:normAutofit/>
          </a:bodyPr>
          <a:lstStyle/>
          <a:p>
            <a:r>
              <a:rPr lang="en-GB" sz="1600" dirty="0"/>
              <a:t>Second, reasoning moved to inference time. The model now thinks when you ask the question. Reasoning models will just work on your question step-by-step before answering. It does it’s own loop inside.</a:t>
            </a:r>
          </a:p>
        </p:txBody>
      </p:sp>
      <p:sp>
        <p:nvSpPr>
          <p:cNvPr id="4" name="Slide Number Placeholder 3">
            <a:extLst>
              <a:ext uri="{FF2B5EF4-FFF2-40B4-BE49-F238E27FC236}">
                <a16:creationId xmlns:a16="http://schemas.microsoft.com/office/drawing/2014/main" id="{A1CB8878-7B1B-DD9C-D984-B6C50D27E7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6246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6726-45A8-E322-74CB-15F84EB1F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70C8F-7022-4299-93F3-12CE6515F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72F03-BDEB-EB27-B61C-53475B19937F}"/>
              </a:ext>
            </a:extLst>
          </p:cNvPr>
          <p:cNvSpPr>
            <a:spLocks noGrp="1"/>
          </p:cNvSpPr>
          <p:nvPr>
            <p:ph type="body" idx="1"/>
          </p:nvPr>
        </p:nvSpPr>
        <p:spPr/>
        <p:txBody>
          <a:bodyPr>
            <a:normAutofit/>
          </a:bodyPr>
          <a:lstStyle/>
          <a:p>
            <a:r>
              <a:rPr lang="en-GB" sz="1600" dirty="0"/>
              <a:t>And third, cost fell. And it keeps falling.</a:t>
            </a:r>
          </a:p>
          <a:p>
            <a:endParaRPr lang="en-GB" sz="1600" dirty="0"/>
          </a:p>
          <a:p>
            <a:r>
              <a:rPr lang="en-GB" sz="1600" dirty="0"/>
              <a:t>The baseline you are trying to beat gets better every few months while the model you fine-tuned is stuck in that knowledge you used to customize it..</a:t>
            </a:r>
          </a:p>
          <a:p>
            <a:endParaRPr lang="en-GB" sz="1600" dirty="0"/>
          </a:p>
        </p:txBody>
      </p:sp>
      <p:sp>
        <p:nvSpPr>
          <p:cNvPr id="4" name="Slide Number Placeholder 3">
            <a:extLst>
              <a:ext uri="{FF2B5EF4-FFF2-40B4-BE49-F238E27FC236}">
                <a16:creationId xmlns:a16="http://schemas.microsoft.com/office/drawing/2014/main" id="{89C6F67F-888F-4220-0C45-FDC2FE83EEE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75834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8983-CA8C-73EC-41B0-8751679AE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A7FB9-A929-8776-5455-E0BD31C51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6FB98-F1AC-49A5-09F9-847F458C3FB3}"/>
              </a:ext>
            </a:extLst>
          </p:cNvPr>
          <p:cNvSpPr>
            <a:spLocks noGrp="1"/>
          </p:cNvSpPr>
          <p:nvPr>
            <p:ph type="body" idx="1"/>
          </p:nvPr>
        </p:nvSpPr>
        <p:spPr/>
        <p:txBody>
          <a:bodyPr>
            <a:normAutofit/>
          </a:bodyPr>
          <a:lstStyle/>
          <a:p>
            <a:r>
              <a:rPr lang="en-GB" sz="1600" dirty="0"/>
              <a:t>A quick analogy here: </a:t>
            </a:r>
            <a:br>
              <a:rPr lang="en-GB" sz="1600" dirty="0"/>
            </a:br>
            <a:br>
              <a:rPr lang="en-GB" sz="1600" dirty="0"/>
            </a:br>
            <a:r>
              <a:rPr lang="en-GB" sz="1600" dirty="0"/>
              <a:t>A fine-tune model is a snapshot. A frontier model is a video.</a:t>
            </a:r>
          </a:p>
        </p:txBody>
      </p:sp>
      <p:sp>
        <p:nvSpPr>
          <p:cNvPr id="4" name="Slide Number Placeholder 3">
            <a:extLst>
              <a:ext uri="{FF2B5EF4-FFF2-40B4-BE49-F238E27FC236}">
                <a16:creationId xmlns:a16="http://schemas.microsoft.com/office/drawing/2014/main" id="{700A726A-46F7-D88F-4770-DEBA5F8368C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3522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So, if you are not adjusting weights anymore, how do you make a general model behave like a specialist of a domain you are working on? Like the best lawyer or doctor?</a:t>
            </a:r>
          </a:p>
          <a:p>
            <a:endParaRPr lang="en-GB" sz="1600" dirty="0"/>
          </a:p>
          <a:p>
            <a:r>
              <a:rPr lang="en-GB" sz="1600" dirty="0"/>
              <a:t>It turns out there is a whole stack for that.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E468-D376-CBF8-EA99-46551401E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002CA-BF8E-3F99-E447-907959079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81A2D-4654-ED9C-735F-EFAF2A58F92E}"/>
              </a:ext>
            </a:extLst>
          </p:cNvPr>
          <p:cNvSpPr>
            <a:spLocks noGrp="1"/>
          </p:cNvSpPr>
          <p:nvPr>
            <p:ph type="body" idx="1"/>
          </p:nvPr>
        </p:nvSpPr>
        <p:spPr/>
        <p:txBody>
          <a:bodyPr>
            <a:normAutofit/>
          </a:bodyPr>
          <a:lstStyle/>
          <a:p>
            <a:r>
              <a:rPr lang="en-GB" sz="1600" dirty="0"/>
              <a:t>If what is missing is facts, you retrieve them. You go and fetch the right documents at the moment of the question and put them in the prompt. That is RAG short for Retrieval-Augmented Generation. It is fresh, you can cite the source, and it still respects who is allowed to see what. </a:t>
            </a:r>
          </a:p>
        </p:txBody>
      </p:sp>
      <p:sp>
        <p:nvSpPr>
          <p:cNvPr id="4" name="Slide Number Placeholder 3">
            <a:extLst>
              <a:ext uri="{FF2B5EF4-FFF2-40B4-BE49-F238E27FC236}">
                <a16:creationId xmlns:a16="http://schemas.microsoft.com/office/drawing/2014/main" id="{3D61C87F-4B09-D8D9-D427-9BC0482EFC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89734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6069F-BA6F-4FCF-425F-8E7BEEE20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030E3-334C-A077-DB3D-01B8780BA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C96052-9778-6350-6A7A-5AF238652106}"/>
              </a:ext>
            </a:extLst>
          </p:cNvPr>
          <p:cNvSpPr>
            <a:spLocks noGrp="1"/>
          </p:cNvSpPr>
          <p:nvPr>
            <p:ph type="body" idx="1"/>
          </p:nvPr>
        </p:nvSpPr>
        <p:spPr/>
        <p:txBody>
          <a:bodyPr>
            <a:normAutofit/>
          </a:bodyPr>
          <a:lstStyle/>
          <a:p>
            <a:r>
              <a:rPr lang="en-GB" sz="1600" dirty="0"/>
              <a:t>If what is missing is framing, that is context engineering. Deciding, in code, exactly what the model sees when it is called. </a:t>
            </a:r>
          </a:p>
        </p:txBody>
      </p:sp>
      <p:sp>
        <p:nvSpPr>
          <p:cNvPr id="4" name="Slide Number Placeholder 3">
            <a:extLst>
              <a:ext uri="{FF2B5EF4-FFF2-40B4-BE49-F238E27FC236}">
                <a16:creationId xmlns:a16="http://schemas.microsoft.com/office/drawing/2014/main" id="{33C474CE-6BDD-89E7-CBB2-6DFEB53E8F1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8034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BA68C-E03D-5F67-42FF-770FBDD20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45166-DB66-3D31-F937-E6127363E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79C90-7B2D-D172-0A86-06DEF7950BF1}"/>
              </a:ext>
            </a:extLst>
          </p:cNvPr>
          <p:cNvSpPr>
            <a:spLocks noGrp="1"/>
          </p:cNvSpPr>
          <p:nvPr>
            <p:ph type="body" idx="1"/>
          </p:nvPr>
        </p:nvSpPr>
        <p:spPr/>
        <p:txBody>
          <a:bodyPr>
            <a:normAutofit/>
          </a:bodyPr>
          <a:lstStyle/>
          <a:p>
            <a:r>
              <a:rPr lang="en-GB" sz="1600" dirty="0"/>
              <a:t>Skill.md file if what is missing is know-how, how we do this here, the actual procedure.</a:t>
            </a:r>
          </a:p>
        </p:txBody>
      </p:sp>
      <p:sp>
        <p:nvSpPr>
          <p:cNvPr id="4" name="Slide Number Placeholder 3">
            <a:extLst>
              <a:ext uri="{FF2B5EF4-FFF2-40B4-BE49-F238E27FC236}">
                <a16:creationId xmlns:a16="http://schemas.microsoft.com/office/drawing/2014/main" id="{DD733901-E453-1CC5-88B2-BEE265F7BC0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72457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1FC37-A746-D790-64C7-5DD6001B3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FF70E-BE2C-8C94-36ED-F4DA8F80C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19930-8088-7588-2C1E-2A93E2BBE246}"/>
              </a:ext>
            </a:extLst>
          </p:cNvPr>
          <p:cNvSpPr>
            <a:spLocks noGrp="1"/>
          </p:cNvSpPr>
          <p:nvPr>
            <p:ph type="body" idx="1"/>
          </p:nvPr>
        </p:nvSpPr>
        <p:spPr/>
        <p:txBody>
          <a:bodyPr>
            <a:normAutofit/>
          </a:bodyPr>
          <a:lstStyle/>
          <a:p>
            <a:r>
              <a:rPr lang="en-GB" sz="1600" dirty="0"/>
              <a:t>They don’t need training.</a:t>
            </a:r>
          </a:p>
        </p:txBody>
      </p:sp>
      <p:sp>
        <p:nvSpPr>
          <p:cNvPr id="4" name="Slide Number Placeholder 3">
            <a:extLst>
              <a:ext uri="{FF2B5EF4-FFF2-40B4-BE49-F238E27FC236}">
                <a16:creationId xmlns:a16="http://schemas.microsoft.com/office/drawing/2014/main" id="{19DC323A-20D9-7FB1-E497-9C01D304FF8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24216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have an annoying personality. I love telling movie or sports spoilers to my friends and families. </a:t>
            </a:r>
          </a:p>
          <a:p>
            <a:endParaRPr lang="en-GB" dirty="0"/>
          </a:p>
          <a:p>
            <a:r>
              <a:rPr lang="en-GB" dirty="0"/>
              <a:t>Here are the spoilers, so you  don’t have to spend a lot of time figuring out where do they live or what are them.</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39420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more like a TL;DR. </a:t>
            </a:r>
          </a:p>
          <a:p>
            <a:endParaRPr lang="en-GB" dirty="0"/>
          </a:p>
          <a:p>
            <a:r>
              <a:rPr lang="en-GB" dirty="0"/>
              <a:t>MCP and A2A are external workflows. Let’s imagine each one of us has a software company….</a:t>
            </a:r>
          </a:p>
          <a:p>
            <a:endParaRPr lang="en-GB" dirty="0"/>
          </a:p>
          <a:p>
            <a:r>
              <a:rPr lang="en-GB" dirty="0"/>
              <a:t>I will show 2 slides after this for the AGENTS.md and SKILL.md then I will go to my VS Code to show you a real-world sample.</a:t>
            </a:r>
          </a:p>
          <a:p>
            <a:endParaRPr lang="en-GB" dirty="0"/>
          </a:p>
          <a:p>
            <a:r>
              <a:rPr lang="en-GB" dirty="0"/>
              <a:t>Subagents is just for your own solution. It is an internal workflow. You own it, you control it.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98946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sz="1600" dirty="0"/>
              <a:t>1</a:t>
            </a:r>
            <a:r>
              <a:rPr lang="en-GB" sz="1600" baseline="30000" dirty="0"/>
              <a:t>st</a:t>
            </a:r>
            <a:r>
              <a:rPr lang="en-GB" sz="1600" dirty="0"/>
              <a:t> term: AGENTS dot md.</a:t>
            </a:r>
          </a:p>
          <a:p>
            <a:endParaRPr lang="en-GB" sz="1600" dirty="0"/>
          </a:p>
          <a:p>
            <a:r>
              <a:rPr lang="en-GB" sz="1600" dirty="0"/>
              <a:t>It is just a markdown file. You don’t need to install anything. You create a file called AGENTS.md into your repository.</a:t>
            </a:r>
          </a:p>
          <a:p>
            <a:endParaRPr lang="en-GB" sz="1600" dirty="0"/>
          </a:p>
          <a:p>
            <a:r>
              <a:rPr lang="en-GB" sz="1600" dirty="0"/>
              <a:t>What’s you write there? The things you would tell a new developer on their first day. This is how you build the project. These are the commands that run the tests. We use this naming convention. Do not touch the generated folder. Pull requests look like this. Etc. </a:t>
            </a:r>
          </a:p>
          <a:p>
            <a:endParaRPr lang="en-GB" sz="1600" dirty="0"/>
          </a:p>
          <a:p>
            <a:r>
              <a:rPr lang="en-GB" sz="1600" dirty="0"/>
              <a:t>This will always be loaded in your ai context. </a:t>
            </a:r>
          </a:p>
          <a:p>
            <a:endParaRPr lang="en-GB" sz="1600" dirty="0"/>
          </a:p>
          <a:p>
            <a:r>
              <a:rPr lang="en-GB" sz="1600" dirty="0"/>
              <a:t>You can still add more AGENTS.md files if you have other applications in your repository.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7EB3E-F339-1332-9EA9-706F0AE38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EC06E-3F45-E3A1-0A8F-877DA0AE7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C31E1-A097-93AF-4D82-36826DF810DE}"/>
              </a:ext>
            </a:extLst>
          </p:cNvPr>
          <p:cNvSpPr>
            <a:spLocks noGrp="1"/>
          </p:cNvSpPr>
          <p:nvPr>
            <p:ph type="body" idx="1"/>
          </p:nvPr>
        </p:nvSpPr>
        <p:spPr/>
        <p:txBody>
          <a:bodyPr>
            <a:normAutofit/>
          </a:bodyPr>
          <a:lstStyle/>
          <a:p>
            <a:endParaRPr lang="en-GB" sz="1600" dirty="0"/>
          </a:p>
        </p:txBody>
      </p:sp>
      <p:sp>
        <p:nvSpPr>
          <p:cNvPr id="4" name="Slide Number Placeholder 3">
            <a:extLst>
              <a:ext uri="{FF2B5EF4-FFF2-40B4-BE49-F238E27FC236}">
                <a16:creationId xmlns:a16="http://schemas.microsoft.com/office/drawing/2014/main" id="{6E6B95E5-AE2B-E0FD-7018-7171B7CCE6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353623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2</a:t>
            </a:r>
            <a:r>
              <a:rPr lang="en-GB" sz="1600" baseline="30000" dirty="0"/>
              <a:t>nd</a:t>
            </a:r>
            <a:r>
              <a:rPr lang="en-GB" sz="1600" dirty="0"/>
              <a:t> term: agent skills. I think this what matters most right now for engineers or developers or data scientists who deal with repositories. </a:t>
            </a:r>
          </a:p>
          <a:p>
            <a:endParaRPr lang="en-GB" sz="1600" dirty="0"/>
          </a:p>
          <a:p>
            <a:r>
              <a:rPr lang="en-GB" sz="1600" dirty="0"/>
              <a:t>A skill is a folder. Inside that folder is a file called SKILL dot md file, and that file has three things or parts: a name, a trigger also known as the description, and instructions.</a:t>
            </a:r>
          </a:p>
          <a:p>
            <a:endParaRPr lang="en-GB" sz="1600" dirty="0"/>
          </a:p>
          <a:p>
            <a:r>
              <a:rPr lang="en-GB" sz="1600" dirty="0"/>
              <a:t>The trigger is the important one.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Level one is the front matter. This loads to the context window right away. The name and the trigger.</a:t>
            </a:r>
          </a:p>
          <a:p>
            <a:endParaRPr lang="en-GB" sz="1600" dirty="0"/>
          </a:p>
          <a:p>
            <a:r>
              <a:rPr lang="en-GB" sz="1600" dirty="0"/>
              <a:t>Level two is the body. This gets loaded on demand or when only it is needed or get triggered. The actual instructions. </a:t>
            </a:r>
          </a:p>
          <a:p>
            <a:endParaRPr lang="en-GB" sz="1600" dirty="0"/>
          </a:p>
          <a:p>
            <a:r>
              <a:rPr lang="en-GB" sz="1600" dirty="0"/>
              <a:t>Level three is optional: linked files, scripts or commands, and a references folder for the extra detail linked from the body.</a:t>
            </a:r>
          </a:p>
          <a:p>
            <a:endParaRPr lang="en-GB" sz="1600" dirty="0"/>
          </a:p>
          <a:p>
            <a:r>
              <a:rPr lang="en-GB" sz="1600" dirty="0"/>
              <a:t>So, the AI builds itself a little internal registry in itself. Whenever you prompt, the model looks at its registry.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There is a tendency in agents that they will ignore your skills especially if they are vague. Not unless you specifically include the path of your skills and tell it to use it.</a:t>
            </a:r>
          </a:p>
          <a:p>
            <a:r>
              <a:rPr lang="en-GB" sz="1600" dirty="0"/>
              <a:t>So the best practice is include what and when and you have to oversell like verbose sentences to use the skills.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D3FA-3973-DCF4-25F6-57B6EA74F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93ABA-A8CE-CA40-70BF-D4BF681AB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3DA2A-C0CB-A77A-772D-97C2FE7474A1}"/>
              </a:ext>
            </a:extLst>
          </p:cNvPr>
          <p:cNvSpPr>
            <a:spLocks noGrp="1"/>
          </p:cNvSpPr>
          <p:nvPr>
            <p:ph type="body" idx="1"/>
          </p:nvPr>
        </p:nvSpPr>
        <p:spPr/>
        <p:txBody>
          <a:bodyPr>
            <a:normAutofit/>
          </a:bodyPr>
          <a:lstStyle/>
          <a:p>
            <a:endParaRPr lang="en-GB" sz="1600" dirty="0"/>
          </a:p>
        </p:txBody>
      </p:sp>
      <p:sp>
        <p:nvSpPr>
          <p:cNvPr id="4" name="Slide Number Placeholder 3">
            <a:extLst>
              <a:ext uri="{FF2B5EF4-FFF2-40B4-BE49-F238E27FC236}">
                <a16:creationId xmlns:a16="http://schemas.microsoft.com/office/drawing/2014/main" id="{8F60F5A6-A613-9101-38D9-65767499FE1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44834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A skill file can run code into your machine and can go to your file system and environment variables.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B1B6-053E-1091-02A2-E30E10ADC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CCF44-D2A3-1674-2BBC-51E646DC3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CB9BD-8E41-5EB6-85E3-3352BEBB45EB}"/>
              </a:ext>
            </a:extLst>
          </p:cNvPr>
          <p:cNvSpPr>
            <a:spLocks noGrp="1"/>
          </p:cNvSpPr>
          <p:nvPr>
            <p:ph type="body" idx="1"/>
          </p:nvPr>
        </p:nvSpPr>
        <p:spPr/>
        <p:txBody>
          <a:bodyPr>
            <a:normAutofit/>
          </a:bodyPr>
          <a:lstStyle/>
          <a:p>
            <a:r>
              <a:rPr lang="en-GB" sz="1600" dirty="0"/>
              <a:t>Almost four thousand public skills and 35% of it had a security flaw thru prompt injection. So it make sense to know or read a third-party skills or skills written by someone and sharing it to the internet and framing it as a skill for writing python codes with best practice in mind.</a:t>
            </a:r>
          </a:p>
        </p:txBody>
      </p:sp>
      <p:sp>
        <p:nvSpPr>
          <p:cNvPr id="4" name="Slide Number Placeholder 3">
            <a:extLst>
              <a:ext uri="{FF2B5EF4-FFF2-40B4-BE49-F238E27FC236}">
                <a16:creationId xmlns:a16="http://schemas.microsoft.com/office/drawing/2014/main" id="{4833C999-A9BC-ABD5-64E0-2850FBED6BC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75597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Update AGENTS, delete some of your skills.</a:t>
            </a:r>
          </a:p>
          <a:p>
            <a:endParaRPr lang="en-GB" sz="1600" dirty="0"/>
          </a:p>
          <a:p>
            <a:r>
              <a:rPr lang="en-GB" sz="1600" dirty="0"/>
              <a:t>The models today might already have reflex or knowledge of the instructions you wrote 6 months ago. Models today might already know them. </a:t>
            </a:r>
          </a:p>
          <a:p>
            <a:endParaRPr lang="en-GB" sz="1600" dirty="0"/>
          </a:p>
          <a:p>
            <a:r>
              <a:rPr lang="en-US" sz="1600" dirty="0">
                <a:hlinkClick r:id="rId3"/>
              </a:rPr>
              <a:t>daloyjs.dev/docs/odm/ottoman.md</a:t>
            </a:r>
            <a:endParaRPr lang="en-GB" sz="1600"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407445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3</a:t>
            </a:r>
            <a:r>
              <a:rPr lang="en-GB" sz="1600" baseline="30000" dirty="0"/>
              <a:t>rd</a:t>
            </a:r>
            <a:r>
              <a:rPr lang="en-GB" sz="1600" dirty="0"/>
              <a:t> terminology: MCP. Model Context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In web development, developers use Swagger or </a:t>
            </a:r>
            <a:r>
              <a:rPr lang="en-GB" sz="1200" dirty="0" err="1"/>
              <a:t>OpenApi</a:t>
            </a:r>
            <a:r>
              <a:rPr lang="en-GB" sz="1200" dirty="0"/>
              <a:t> spec. It’s a list of operations you can do in the backend server.</a:t>
            </a:r>
          </a:p>
          <a:p>
            <a:endParaRPr lang="en-GB" sz="1200" dirty="0"/>
          </a:p>
          <a:p>
            <a:r>
              <a:rPr lang="en-GB" sz="1200" dirty="0"/>
              <a:t>This is the same in the MCP. You create a list of operations of what an AI agent can request from the backend server.</a:t>
            </a:r>
          </a:p>
          <a:p>
            <a:endParaRPr lang="en-GB" sz="1200"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4021491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44739-7A05-D795-0BFF-0ED776F27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370C6-0D63-6D41-525B-6073DC10C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878CF-3D6B-7676-9980-A89FF2C5E9A5}"/>
              </a:ext>
            </a:extLst>
          </p:cNvPr>
          <p:cNvSpPr>
            <a:spLocks noGrp="1"/>
          </p:cNvSpPr>
          <p:nvPr>
            <p:ph type="body" idx="1"/>
          </p:nvPr>
        </p:nvSpPr>
        <p:spPr/>
        <p:txBody>
          <a:bodyPr>
            <a:normAutofit/>
          </a:bodyPr>
          <a:lstStyle/>
          <a:p>
            <a:r>
              <a:rPr lang="en-GB" sz="1600" dirty="0"/>
              <a:t>MCP replaces all of that with one shape. Three parts.</a:t>
            </a:r>
          </a:p>
        </p:txBody>
      </p:sp>
      <p:sp>
        <p:nvSpPr>
          <p:cNvPr id="4" name="Slide Number Placeholder 3">
            <a:extLst>
              <a:ext uri="{FF2B5EF4-FFF2-40B4-BE49-F238E27FC236}">
                <a16:creationId xmlns:a16="http://schemas.microsoft.com/office/drawing/2014/main" id="{70491CEE-CDF8-1502-2A32-1120AB50CF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408418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4638-7F7B-CF4A-1CFB-3667CBE0D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9B461-E67E-8E93-08EC-C587FA22F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D7E8B-5500-7F73-5CFB-1D50FB4DE5BB}"/>
              </a:ext>
            </a:extLst>
          </p:cNvPr>
          <p:cNvSpPr>
            <a:spLocks noGrp="1"/>
          </p:cNvSpPr>
          <p:nvPr>
            <p:ph type="body" idx="1"/>
          </p:nvPr>
        </p:nvSpPr>
        <p:spPr/>
        <p:txBody>
          <a:bodyPr>
            <a:normAutofit/>
          </a:bodyPr>
          <a:lstStyle/>
          <a:p>
            <a:r>
              <a:rPr lang="en-GB" sz="1600" dirty="0"/>
              <a:t>MCP client is a module that calls the tools of MCP server. Cursor, Claude Code, VS Code, Slack, and Microsoft Teams have this MCP client built-in. These groups of software who have built-in MCP clients are called MCP hosts.</a:t>
            </a:r>
          </a:p>
        </p:txBody>
      </p:sp>
      <p:sp>
        <p:nvSpPr>
          <p:cNvPr id="4" name="Slide Number Placeholder 3">
            <a:extLst>
              <a:ext uri="{FF2B5EF4-FFF2-40B4-BE49-F238E27FC236}">
                <a16:creationId xmlns:a16="http://schemas.microsoft.com/office/drawing/2014/main" id="{7EED3537-582E-C8C5-95CB-6F866A7536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67859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08AA1-3D9C-A7EE-4ACA-23F2444C9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CB1FE-D351-84A6-07A2-60D1AA8BF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3D602-DA6A-2D03-BE3B-FF3E063CC148}"/>
              </a:ext>
            </a:extLst>
          </p:cNvPr>
          <p:cNvSpPr>
            <a:spLocks noGrp="1"/>
          </p:cNvSpPr>
          <p:nvPr>
            <p:ph type="body" idx="1"/>
          </p:nvPr>
        </p:nvSpPr>
        <p:spPr/>
        <p:txBody>
          <a:bodyPr>
            <a:normAutofit/>
          </a:bodyPr>
          <a:lstStyle/>
          <a:p>
            <a:r>
              <a:rPr lang="en-US" sz="1600" dirty="0"/>
              <a:t>Model Context Protocol (MCP) uses JSON-RPC 2.0 as its underlying message format.</a:t>
            </a:r>
            <a:endParaRPr lang="en-GB" sz="1600" dirty="0"/>
          </a:p>
        </p:txBody>
      </p:sp>
      <p:sp>
        <p:nvSpPr>
          <p:cNvPr id="4" name="Slide Number Placeholder 3">
            <a:extLst>
              <a:ext uri="{FF2B5EF4-FFF2-40B4-BE49-F238E27FC236}">
                <a16:creationId xmlns:a16="http://schemas.microsoft.com/office/drawing/2014/main" id="{EB5CE484-7F73-0B63-BC01-D3213B599E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041598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77FBF-AC04-D08A-33BA-F8D7E2B84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56F6D-A323-DDB2-BD50-81F3128F0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4202E-3FD8-4A11-4010-9B0374966F53}"/>
              </a:ext>
            </a:extLst>
          </p:cNvPr>
          <p:cNvSpPr>
            <a:spLocks noGrp="1"/>
          </p:cNvSpPr>
          <p:nvPr>
            <p:ph type="body" idx="1"/>
          </p:nvPr>
        </p:nvSpPr>
        <p:spPr/>
        <p:txBody>
          <a:bodyPr>
            <a:normAutofit/>
          </a:bodyPr>
          <a:lstStyle/>
          <a:p>
            <a:r>
              <a:rPr lang="en-GB" sz="1600" dirty="0"/>
              <a:t>A running server. This could be just an additional API endpoint in your existing service. You don’t have to create another web service just for this.</a:t>
            </a:r>
          </a:p>
        </p:txBody>
      </p:sp>
      <p:sp>
        <p:nvSpPr>
          <p:cNvPr id="4" name="Slide Number Placeholder 3">
            <a:extLst>
              <a:ext uri="{FF2B5EF4-FFF2-40B4-BE49-F238E27FC236}">
                <a16:creationId xmlns:a16="http://schemas.microsoft.com/office/drawing/2014/main" id="{4644BA26-3AE3-E1CC-FC24-AC3E1AC8424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03818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Anthropic published MCP in late 2024. It now sits under the Agentic AI Foundation, and this July they shipped the fifth spec.</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017620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32A17-EB2F-D446-1D5C-13DD9CE04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3A3E0-7044-44BF-B9C4-4D37BA829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380A1C-1C65-E358-C8CD-84D6290727F3}"/>
              </a:ext>
            </a:extLst>
          </p:cNvPr>
          <p:cNvSpPr>
            <a:spLocks noGrp="1"/>
          </p:cNvSpPr>
          <p:nvPr>
            <p:ph type="body" idx="1"/>
          </p:nvPr>
        </p:nvSpPr>
        <p:spPr/>
        <p:txBody>
          <a:bodyPr>
            <a:normAutofit/>
          </a:bodyPr>
          <a:lstStyle/>
          <a:p>
            <a:r>
              <a:rPr lang="en-GB" sz="1600" dirty="0" err="1"/>
              <a:t>mcp</a:t>
            </a:r>
            <a:r>
              <a:rPr lang="en-GB" sz="1600" dirty="0"/>
              <a:t> in vs code</a:t>
            </a:r>
          </a:p>
        </p:txBody>
      </p:sp>
      <p:sp>
        <p:nvSpPr>
          <p:cNvPr id="4" name="Slide Number Placeholder 3">
            <a:extLst>
              <a:ext uri="{FF2B5EF4-FFF2-40B4-BE49-F238E27FC236}">
                <a16:creationId xmlns:a16="http://schemas.microsoft.com/office/drawing/2014/main" id="{6D270142-FBEB-F9C6-6617-E7469E70352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068542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July twenty-eighth this year. Spec 2026-07-28. </a:t>
            </a:r>
          </a:p>
          <a:p>
            <a:r>
              <a:rPr lang="en-GB" sz="1600" dirty="0"/>
              <a:t>They dropped the required handshake.</a:t>
            </a:r>
          </a:p>
          <a:p>
            <a:r>
              <a:rPr lang="en-GB" sz="1600" dirty="0"/>
              <a:t>They dropped the session id. Every request now travels on its own.</a:t>
            </a:r>
          </a:p>
          <a:p>
            <a:r>
              <a:rPr lang="en-GB" sz="1600" dirty="0"/>
              <a:t>They also made the catalog cacheable.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4</a:t>
            </a:r>
            <a:r>
              <a:rPr lang="en-GB" sz="1600" baseline="30000" dirty="0"/>
              <a:t>th</a:t>
            </a:r>
            <a:r>
              <a:rPr lang="en-GB" sz="1600" dirty="0"/>
              <a:t> term: A2A. Agent to agent.</a:t>
            </a:r>
          </a:p>
          <a:p>
            <a:endParaRPr lang="en-GB"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A2A is how an agent reaches another agent. One that a different team, in a different language, on a different stack, built without ever talking to you.</a:t>
            </a:r>
          </a:p>
          <a:p>
            <a:endParaRPr lang="en-GB"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99.99% you are not going to use this, unless you are building a platform with integrations to Azure AI Foundry, Copilot Studio, Amazon Bedrock, </a:t>
            </a:r>
            <a:r>
              <a:rPr lang="en-US" sz="1600" dirty="0" err="1"/>
              <a:t>AgentCore</a:t>
            </a:r>
            <a:r>
              <a:rPr lang="en-US" sz="1600" dirty="0"/>
              <a:t> Runtime, Vertex AI</a:t>
            </a:r>
            <a:r>
              <a:rPr lang="en-GB" sz="1600"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It is an open protocol and has specifications so every software company can expect their agents can easily talk to another software company’s agent in a secured way without extra custom implementations.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5932295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600" dirty="0"/>
              <a:t>5</a:t>
            </a:r>
            <a:r>
              <a:rPr lang="en-GB" sz="1600" baseline="30000" dirty="0"/>
              <a:t>th</a:t>
            </a:r>
            <a:r>
              <a:rPr lang="en-GB" sz="1600" dirty="0"/>
              <a:t> term: subagents.</a:t>
            </a:r>
          </a:p>
          <a:p>
            <a:endParaRPr lang="en-GB" sz="1600" dirty="0"/>
          </a:p>
          <a:p>
            <a:r>
              <a:rPr lang="en-GB" sz="1600" dirty="0"/>
              <a:t>This is an architectural design pattern.  The parent orchestrate works to different little agents and </a:t>
            </a:r>
            <a:r>
              <a:rPr lang="en-US" sz="1600" dirty="0"/>
              <a:t>re-billed 40K tokens per turn</a:t>
            </a:r>
            <a:r>
              <a:rPr lang="en-GB" sz="1600" dirty="0"/>
              <a:t>. The latency between the parent and the child when they communicate with each other. You would want this if a context of a work will be too big for one agent so you are basically dividing it and if you want to do parallelism like querying from 5 different vector database at the same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GB" sz="1600" dirty="0"/>
              <a:t>So the checklist.</a:t>
            </a:r>
          </a:p>
          <a:p>
            <a:endParaRPr lang="en-GB" sz="1600" dirty="0"/>
          </a:p>
          <a:p>
            <a:r>
              <a:rPr lang="en-GB" sz="1600" dirty="0"/>
              <a:t>AGENTS.md, when the boundary is project behaviour.</a:t>
            </a:r>
          </a:p>
          <a:p>
            <a:endParaRPr lang="en-GB" sz="1600" dirty="0"/>
          </a:p>
          <a:p>
            <a:r>
              <a:rPr lang="en-GB" sz="1600" dirty="0"/>
              <a:t>Agent skills, when the boundary is task expertise.</a:t>
            </a:r>
          </a:p>
          <a:p>
            <a:endParaRPr lang="en-GB" sz="1600" dirty="0"/>
          </a:p>
          <a:p>
            <a:r>
              <a:rPr lang="en-GB" sz="1600" dirty="0"/>
              <a:t>MCP, when the boundary is tools and data.</a:t>
            </a:r>
          </a:p>
          <a:p>
            <a:endParaRPr lang="en-GB" sz="1600" dirty="0"/>
          </a:p>
          <a:p>
            <a:r>
              <a:rPr lang="en-GB" sz="1600" dirty="0"/>
              <a:t>A2A, when the boundary is other agents.</a:t>
            </a:r>
          </a:p>
          <a:p>
            <a:endParaRPr lang="en-GB" sz="1600" dirty="0"/>
          </a:p>
          <a:p>
            <a:r>
              <a:rPr lang="en-GB" sz="1600" dirty="0"/>
              <a:t>Subagents, when the boundary is scale.</a:t>
            </a:r>
          </a:p>
          <a:p>
            <a:endParaRPr lang="en-GB" sz="1600" dirty="0"/>
          </a:p>
          <a:p>
            <a:r>
              <a:rPr lang="en-GB" sz="1600" dirty="0"/>
              <a:t>Three sentences and I am done.</a:t>
            </a:r>
          </a:p>
          <a:p>
            <a:endParaRPr lang="en-GB" sz="1600" dirty="0"/>
          </a:p>
          <a:p>
            <a:r>
              <a:rPr lang="en-GB" sz="1600" dirty="0"/>
              <a:t>Name the boundary before you pick the mechanism. Almost every bad architecture decision in this space is somebody reaching for a protocol when they needed a paragraph of markdown.</a:t>
            </a:r>
          </a:p>
          <a:p>
            <a:endParaRPr lang="en-GB" sz="1600" dirty="0"/>
          </a:p>
          <a:p>
            <a:r>
              <a:rPr lang="en-GB" sz="1600" dirty="0"/>
              <a:t>Prefer files before weights. We spent the first ten minutes earning that one. You can change a file this afternoon. A training run you live with, and maintain, for months.</a:t>
            </a:r>
          </a:p>
          <a:p>
            <a:endParaRPr lang="en-GB" sz="1600" dirty="0"/>
          </a:p>
          <a:p>
            <a:r>
              <a:rPr lang="en-GB" sz="1600" dirty="0"/>
              <a:t>And every few model generations, delete whatever no longer earns its tokens.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CC1E8-16A5-2E2A-9E4F-F022B3571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0C760-B5E9-6BB4-2AF5-3BFF475DD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89536-4C22-D4B5-110B-FA4FB90EAE41}"/>
              </a:ext>
            </a:extLst>
          </p:cNvPr>
          <p:cNvSpPr>
            <a:spLocks noGrp="1"/>
          </p:cNvSpPr>
          <p:nvPr>
            <p:ph type="body" idx="1"/>
          </p:nvPr>
        </p:nvSpPr>
        <p:spPr/>
        <p:txBody>
          <a:bodyPr/>
          <a:lstStyle/>
          <a:p>
            <a:r>
              <a:rPr lang="en-GB" dirty="0"/>
              <a:t>Again, a simple key takeaways.</a:t>
            </a:r>
          </a:p>
          <a:p>
            <a:endParaRPr lang="en-GB" dirty="0"/>
          </a:p>
          <a:p>
            <a:r>
              <a:rPr lang="en-US" sz="1200" b="0" i="0" kern="1200" dirty="0">
                <a:solidFill>
                  <a:schemeClr val="tx1"/>
                </a:solidFill>
                <a:effectLst/>
                <a:latin typeface="+mn-lt"/>
                <a:ea typeface="+mn-ea"/>
                <a:cs typeface="+mn-cs"/>
              </a:rPr>
              <a:t>An </a:t>
            </a:r>
            <a:r>
              <a:rPr lang="en-US" sz="1200" b="0" i="1" kern="1200" dirty="0">
                <a:solidFill>
                  <a:schemeClr val="tx1"/>
                </a:solidFill>
                <a:effectLst/>
                <a:latin typeface="+mn-lt"/>
                <a:ea typeface="+mn-ea"/>
                <a:cs typeface="+mn-cs"/>
              </a:rPr>
              <a:t>agent harness</a:t>
            </a:r>
            <a:r>
              <a:rPr lang="en-US" sz="1200" b="0" i="0" kern="1200" dirty="0">
                <a:solidFill>
                  <a:schemeClr val="tx1"/>
                </a:solidFill>
                <a:effectLst/>
                <a:latin typeface="+mn-lt"/>
                <a:ea typeface="+mn-ea"/>
                <a:cs typeface="+mn-cs"/>
              </a:rPr>
              <a:t> is the runtime scaffolding that turns a language model into an agent that can perform work. It drives model and tool calls, manages conversation state and context, applies approval policies, and can keep the agent progressing through a multi-step task.</a:t>
            </a:r>
            <a:endParaRPr lang="en-GB" dirty="0"/>
          </a:p>
        </p:txBody>
      </p:sp>
      <p:sp>
        <p:nvSpPr>
          <p:cNvPr id="4" name="Slide Number Placeholder 3">
            <a:extLst>
              <a:ext uri="{FF2B5EF4-FFF2-40B4-BE49-F238E27FC236}">
                <a16:creationId xmlns:a16="http://schemas.microsoft.com/office/drawing/2014/main" id="{28E9BA3B-430E-94CA-EF01-7073E90A994D}"/>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744406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5B7D4CA-39E9-EC45-91A4-5CA38771D5C4}" type="slidenum">
              <a:rPr lang="en-MX" smtClean="0"/>
              <a:t>41</a:t>
            </a:fld>
            <a:endParaRPr lang="en-MX"/>
          </a:p>
        </p:txBody>
      </p:sp>
    </p:spTree>
    <p:extLst>
      <p:ext uri="{BB962C8B-B14F-4D97-AF65-F5344CB8AC3E}">
        <p14:creationId xmlns:p14="http://schemas.microsoft.com/office/powerpoint/2010/main" val="1101577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sv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sv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sv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3.sv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7.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22CF684-A1E4-2455-0038-BCD8579934B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88190" y="5334556"/>
            <a:ext cx="1924526" cy="675809"/>
          </a:xfrm>
          <a:prstGeom prst="rect">
            <a:avLst/>
          </a:prstGeom>
        </p:spPr>
      </p:pic>
      <p:sp>
        <p:nvSpPr>
          <p:cNvPr id="2" name="Text Placeholder 9">
            <a:extLst>
              <a:ext uri="{FF2B5EF4-FFF2-40B4-BE49-F238E27FC236}">
                <a16:creationId xmlns:a16="http://schemas.microsoft.com/office/drawing/2014/main" id="{B4B38CE8-77D0-D55F-D874-B0AC814F7119}"/>
              </a:ext>
            </a:extLst>
          </p:cNvPr>
          <p:cNvSpPr>
            <a:spLocks noGrp="1"/>
          </p:cNvSpPr>
          <p:nvPr>
            <p:ph type="body" sz="quarter" idx="44" hasCustomPrompt="1"/>
          </p:nvPr>
        </p:nvSpPr>
        <p:spPr>
          <a:xfrm>
            <a:off x="479424" y="1563357"/>
            <a:ext cx="5616574"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3" name="Title 1">
            <a:extLst>
              <a:ext uri="{FF2B5EF4-FFF2-40B4-BE49-F238E27FC236}">
                <a16:creationId xmlns:a16="http://schemas.microsoft.com/office/drawing/2014/main" id="{D534AD50-F65C-6CDB-5B4A-62CBB0506B26}"/>
              </a:ext>
            </a:extLst>
          </p:cNvPr>
          <p:cNvSpPr>
            <a:spLocks noGrp="1"/>
          </p:cNvSpPr>
          <p:nvPr>
            <p:ph type="ctrTitle" hasCustomPrompt="1"/>
          </p:nvPr>
        </p:nvSpPr>
        <p:spPr>
          <a:xfrm>
            <a:off x="479425" y="1862462"/>
            <a:ext cx="5616575" cy="1899567"/>
          </a:xfrm>
          <a:prstGeom prst="rect">
            <a:avLst/>
          </a:prstGeom>
        </p:spPr>
        <p:txBody>
          <a:bodyPr lIns="0" tIns="0" rIns="0" bIns="0" anchor="t" anchorCtr="0"/>
          <a:lstStyle>
            <a:lvl1pPr algn="l">
              <a:lnSpc>
                <a:spcPct val="85000"/>
              </a:lnSpc>
              <a:spcAft>
                <a:spcPts val="600"/>
              </a:spcAft>
              <a:defRPr sz="4800" b="1">
                <a:solidFill>
                  <a:schemeClr val="bg1"/>
                </a:solidFill>
              </a:defRPr>
            </a:lvl1pPr>
          </a:lstStyle>
          <a:p>
            <a:r>
              <a:rPr lang="en-US"/>
              <a:t>Your text here</a:t>
            </a:r>
            <a:endParaRPr lang="en-AU"/>
          </a:p>
        </p:txBody>
      </p:sp>
      <p:sp>
        <p:nvSpPr>
          <p:cNvPr id="4" name="Subtitle 2">
            <a:extLst>
              <a:ext uri="{FF2B5EF4-FFF2-40B4-BE49-F238E27FC236}">
                <a16:creationId xmlns:a16="http://schemas.microsoft.com/office/drawing/2014/main" id="{94A8BF70-C163-C060-6BC4-A9D5CAC584EE}"/>
              </a:ext>
            </a:extLst>
          </p:cNvPr>
          <p:cNvSpPr>
            <a:spLocks noGrp="1"/>
          </p:cNvSpPr>
          <p:nvPr>
            <p:ph type="subTitle" idx="1" hasCustomPrompt="1"/>
          </p:nvPr>
        </p:nvSpPr>
        <p:spPr>
          <a:xfrm>
            <a:off x="479424" y="4400943"/>
            <a:ext cx="3600000" cy="219495"/>
          </a:xfrm>
          <a:prstGeom prst="rect">
            <a:avLst/>
          </a:prstGeom>
        </p:spPr>
        <p:txBody>
          <a:bodyPr lIns="0" tIns="0" rIns="0" bIns="0" anchor="ctr"/>
          <a:lstStyle>
            <a:lvl1pPr marL="0" indent="0" algn="l">
              <a:lnSpc>
                <a:spcPct val="85000"/>
              </a:lnSpc>
              <a:spcAft>
                <a:spcPts val="600"/>
              </a:spcAft>
              <a:buNone/>
              <a:defRPr sz="15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5" name="Text Placeholder 20">
            <a:extLst>
              <a:ext uri="{FF2B5EF4-FFF2-40B4-BE49-F238E27FC236}">
                <a16:creationId xmlns:a16="http://schemas.microsoft.com/office/drawing/2014/main" id="{5AFFEF52-0357-0482-96A8-7B4AB040C876}"/>
              </a:ext>
            </a:extLst>
          </p:cNvPr>
          <p:cNvSpPr>
            <a:spLocks noGrp="1"/>
          </p:cNvSpPr>
          <p:nvPr>
            <p:ph type="body" sz="quarter" idx="12" hasCustomPrompt="1"/>
          </p:nvPr>
        </p:nvSpPr>
        <p:spPr>
          <a:xfrm>
            <a:off x="479424" y="4117206"/>
            <a:ext cx="3600000" cy="219495"/>
          </a:xfrm>
          <a:prstGeom prst="rect">
            <a:avLst/>
          </a:prstGeom>
        </p:spPr>
        <p:txBody>
          <a:bodyPr lIns="0" tIns="0" rIns="0" bIns="0" anchor="ctr"/>
          <a:lstStyle>
            <a:lvl1pPr marL="0" indent="0">
              <a:lnSpc>
                <a:spcPct val="85000"/>
              </a:lnSpc>
              <a:spcAft>
                <a:spcPts val="600"/>
              </a:spcAft>
              <a:buNone/>
              <a:defRPr sz="1500" b="0">
                <a:solidFill>
                  <a:schemeClr val="bg2"/>
                </a:solidFill>
              </a:defRPr>
            </a:lvl1pPr>
          </a:lstStyle>
          <a:p>
            <a:pPr lvl="0"/>
            <a:r>
              <a:rPr lang="en-US"/>
              <a:t>Name</a:t>
            </a:r>
          </a:p>
        </p:txBody>
      </p:sp>
    </p:spTree>
    <p:extLst>
      <p:ext uri="{BB962C8B-B14F-4D97-AF65-F5344CB8AC3E}">
        <p14:creationId xmlns:p14="http://schemas.microsoft.com/office/powerpoint/2010/main" val="2873647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395B162-5AFD-2C63-4630-A78B3C261C3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9" name="think-cell data - do not delete" hidden="1">
                        <a:extLst>
                          <a:ext uri="{FF2B5EF4-FFF2-40B4-BE49-F238E27FC236}">
                            <a16:creationId xmlns:a16="http://schemas.microsoft.com/office/drawing/2014/main" id="{0395B162-5AFD-2C63-4630-A78B3C261C3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9">
            <a:extLst>
              <a:ext uri="{FF2B5EF4-FFF2-40B4-BE49-F238E27FC236}">
                <a16:creationId xmlns:a16="http://schemas.microsoft.com/office/drawing/2014/main" id="{3C2EFE29-B2AF-A929-88EE-86BD9EF21225}"/>
              </a:ext>
            </a:extLst>
          </p:cNvPr>
          <p:cNvSpPr>
            <a:spLocks noGrp="1" noRot="1" noMove="1" noResize="1" noEditPoints="1" noAdjustHandles="1" noChangeArrowheads="1" noChangeShapeType="1"/>
          </p:cNvSpPr>
          <p:nvPr>
            <p:ph type="pic" sz="quarter" idx="47" hasCustomPrompt="1"/>
          </p:nvPr>
        </p:nvSpPr>
        <p:spPr>
          <a:xfrm>
            <a:off x="0" y="0"/>
            <a:ext cx="12192000" cy="6858000"/>
          </a:xfrm>
          <a:prstGeom prst="rect">
            <a:avLst/>
          </a:prstGeom>
          <a:solidFill>
            <a:schemeClr val="tx1">
              <a:lumMod val="95000"/>
            </a:schemeClr>
          </a:solidFill>
        </p:spPr>
        <p:txBody>
          <a:bodyPr anchor="b"/>
          <a:lstStyle>
            <a:lvl1pPr marL="0" indent="0" algn="ctr">
              <a:buNone/>
              <a:defRPr sz="120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AU"/>
              <a:t>Click on icon to insert image and send to back</a:t>
            </a:r>
          </a:p>
        </p:txBody>
      </p:sp>
      <p:sp>
        <p:nvSpPr>
          <p:cNvPr id="4" name="Text Placeholder 7">
            <a:extLst>
              <a:ext uri="{FF2B5EF4-FFF2-40B4-BE49-F238E27FC236}">
                <a16:creationId xmlns:a16="http://schemas.microsoft.com/office/drawing/2014/main" id="{F7B0859A-CC7A-4BDA-2DB7-8FE5F469B343}"/>
              </a:ext>
            </a:extLst>
          </p:cNvPr>
          <p:cNvSpPr>
            <a:spLocks noGrp="1"/>
          </p:cNvSpPr>
          <p:nvPr>
            <p:ph type="body" sz="quarter" idx="46" hasCustomPrompt="1"/>
          </p:nvPr>
        </p:nvSpPr>
        <p:spPr>
          <a:xfrm>
            <a:off x="469369" y="1995669"/>
            <a:ext cx="11243204" cy="2151743"/>
          </a:xfrm>
          <a:prstGeom prst="rect">
            <a:avLst/>
          </a:prstGeom>
        </p:spPr>
        <p:txBody>
          <a:bodyPr/>
          <a:lstStyle>
            <a:lvl1pPr marL="0" indent="0">
              <a:buNone/>
              <a:defRPr sz="18000" b="1">
                <a:solidFill>
                  <a:schemeClr val="bg1"/>
                </a:solidFill>
              </a:defRPr>
            </a:lvl1pPr>
          </a:lstStyle>
          <a:p>
            <a:pPr lvl="0"/>
            <a:r>
              <a:rPr lang="en-US"/>
              <a:t>Welcome</a:t>
            </a:r>
          </a:p>
        </p:txBody>
      </p:sp>
      <p:sp>
        <p:nvSpPr>
          <p:cNvPr id="5" name="Text Placeholder 9">
            <a:extLst>
              <a:ext uri="{FF2B5EF4-FFF2-40B4-BE49-F238E27FC236}">
                <a16:creationId xmlns:a16="http://schemas.microsoft.com/office/drawing/2014/main" id="{12559DC5-C4FE-645F-E92C-408E103B7891}"/>
              </a:ext>
            </a:extLst>
          </p:cNvPr>
          <p:cNvSpPr>
            <a:spLocks noGrp="1" noChangeAspect="1"/>
          </p:cNvSpPr>
          <p:nvPr>
            <p:ph type="body" sz="quarter" idx="49"/>
          </p:nvPr>
        </p:nvSpPr>
        <p:spPr>
          <a:xfrm>
            <a:off x="492593" y="596572"/>
            <a:ext cx="1933291" cy="678348"/>
          </a:xfrm>
          <a:prstGeom prst="rect">
            <a:avLst/>
          </a:prstGeom>
          <a:blipFill>
            <a:blip>
              <a:extLst>
                <a:ext uri="{96DAC541-7B7A-43D3-8B79-37D633B846F1}">
                  <asvg:svgBlip xmlns:asvg="http://schemas.microsoft.com/office/drawing/2016/SVG/main" r:embed="rId5"/>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8" name="Text Placeholder 9">
            <a:extLst>
              <a:ext uri="{FF2B5EF4-FFF2-40B4-BE49-F238E27FC236}">
                <a16:creationId xmlns:a16="http://schemas.microsoft.com/office/drawing/2014/main" id="{B5EC15B1-812E-9F2A-99A6-83EA163EC4A4}"/>
              </a:ext>
            </a:extLst>
          </p:cNvPr>
          <p:cNvSpPr>
            <a:spLocks noGrp="1"/>
          </p:cNvSpPr>
          <p:nvPr>
            <p:ph type="body" sz="quarter" idx="50" hasCustomPrompt="1"/>
          </p:nvPr>
        </p:nvSpPr>
        <p:spPr>
          <a:xfrm>
            <a:off x="469369" y="5343175"/>
            <a:ext cx="11243204"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10" name="Title 1">
            <a:extLst>
              <a:ext uri="{FF2B5EF4-FFF2-40B4-BE49-F238E27FC236}">
                <a16:creationId xmlns:a16="http://schemas.microsoft.com/office/drawing/2014/main" id="{97A7828B-EBF6-2FB1-22EB-4BB40C11C2F9}"/>
              </a:ext>
            </a:extLst>
          </p:cNvPr>
          <p:cNvSpPr>
            <a:spLocks noGrp="1"/>
          </p:cNvSpPr>
          <p:nvPr>
            <p:ph type="ctrTitle" hasCustomPrompt="1"/>
          </p:nvPr>
        </p:nvSpPr>
        <p:spPr>
          <a:xfrm>
            <a:off x="469369" y="5653145"/>
            <a:ext cx="11243204" cy="608284"/>
          </a:xfrm>
          <a:prstGeom prst="rect">
            <a:avLst/>
          </a:prstGeom>
        </p:spPr>
        <p:txBody>
          <a:bodyPr lIns="0" tIns="0" rIns="0" bIns="0" anchor="t" anchorCtr="0"/>
          <a:lstStyle>
            <a:lvl1pPr algn="l">
              <a:lnSpc>
                <a:spcPct val="85000"/>
              </a:lnSpc>
              <a:spcAft>
                <a:spcPts val="600"/>
              </a:spcAft>
              <a:defRPr sz="4000" b="1">
                <a:solidFill>
                  <a:schemeClr val="bg1"/>
                </a:solidFill>
              </a:defRPr>
            </a:lvl1pPr>
          </a:lstStyle>
          <a:p>
            <a:r>
              <a:rPr lang="en-US"/>
              <a:t>Your text here</a:t>
            </a:r>
            <a:endParaRPr lang="en-AU"/>
          </a:p>
        </p:txBody>
      </p:sp>
    </p:spTree>
    <p:extLst>
      <p:ext uri="{BB962C8B-B14F-4D97-AF65-F5344CB8AC3E}">
        <p14:creationId xmlns:p14="http://schemas.microsoft.com/office/powerpoint/2010/main" val="1252193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4F7477F3-6B77-476D-1E29-03E18B0A9BD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88189" y="1385724"/>
            <a:ext cx="2734169" cy="960120"/>
          </a:xfrm>
          <a:prstGeom prst="rect">
            <a:avLst/>
          </a:prstGeom>
        </p:spPr>
      </p:pic>
      <p:sp>
        <p:nvSpPr>
          <p:cNvPr id="6" name="Subtitle 2">
            <a:extLst>
              <a:ext uri="{FF2B5EF4-FFF2-40B4-BE49-F238E27FC236}">
                <a16:creationId xmlns:a16="http://schemas.microsoft.com/office/drawing/2014/main" id="{A6480D64-9F36-0413-A7E8-28C3BB43FA2D}"/>
              </a:ext>
            </a:extLst>
          </p:cNvPr>
          <p:cNvSpPr>
            <a:spLocks noGrp="1"/>
          </p:cNvSpPr>
          <p:nvPr>
            <p:ph type="subTitle" idx="1" hasCustomPrompt="1"/>
          </p:nvPr>
        </p:nvSpPr>
        <p:spPr>
          <a:xfrm>
            <a:off x="490311" y="6092644"/>
            <a:ext cx="3600000" cy="219495"/>
          </a:xfrm>
          <a:prstGeom prst="rect">
            <a:avLst/>
          </a:prstGeom>
        </p:spPr>
        <p:txBody>
          <a:bodyPr lIns="0" tIns="0" rIns="0" bIns="0" anchor="ctr"/>
          <a:lstStyle>
            <a:lvl1pPr marL="0" indent="0" algn="l">
              <a:lnSpc>
                <a:spcPct val="85000"/>
              </a:lnSpc>
              <a:spcAft>
                <a:spcPts val="600"/>
              </a:spcAft>
              <a:buNone/>
              <a:defRPr sz="15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7" name="Text Placeholder 20">
            <a:extLst>
              <a:ext uri="{FF2B5EF4-FFF2-40B4-BE49-F238E27FC236}">
                <a16:creationId xmlns:a16="http://schemas.microsoft.com/office/drawing/2014/main" id="{DF79C6FC-34F1-72DF-746D-0CFE8227367B}"/>
              </a:ext>
            </a:extLst>
          </p:cNvPr>
          <p:cNvSpPr>
            <a:spLocks noGrp="1"/>
          </p:cNvSpPr>
          <p:nvPr>
            <p:ph type="body" sz="quarter" idx="12" hasCustomPrompt="1"/>
          </p:nvPr>
        </p:nvSpPr>
        <p:spPr>
          <a:xfrm>
            <a:off x="490311" y="5808907"/>
            <a:ext cx="3600000" cy="219495"/>
          </a:xfrm>
          <a:prstGeom prst="rect">
            <a:avLst/>
          </a:prstGeom>
        </p:spPr>
        <p:txBody>
          <a:bodyPr lIns="0" tIns="0" rIns="0" bIns="0" anchor="ctr"/>
          <a:lstStyle>
            <a:lvl1pPr marL="0" indent="0">
              <a:lnSpc>
                <a:spcPct val="85000"/>
              </a:lnSpc>
              <a:spcAft>
                <a:spcPts val="600"/>
              </a:spcAft>
              <a:buNone/>
              <a:defRPr sz="1500" b="0">
                <a:solidFill>
                  <a:schemeClr val="bg2"/>
                </a:solidFill>
              </a:defRPr>
            </a:lvl1pPr>
          </a:lstStyle>
          <a:p>
            <a:pPr lvl="0"/>
            <a:r>
              <a:rPr lang="en-US"/>
              <a:t>Name</a:t>
            </a:r>
          </a:p>
        </p:txBody>
      </p:sp>
      <p:sp>
        <p:nvSpPr>
          <p:cNvPr id="9" name="Text Placeholder 9">
            <a:extLst>
              <a:ext uri="{FF2B5EF4-FFF2-40B4-BE49-F238E27FC236}">
                <a16:creationId xmlns:a16="http://schemas.microsoft.com/office/drawing/2014/main" id="{8481E8EE-BC3A-7060-8117-D022EC657ABE}"/>
              </a:ext>
            </a:extLst>
          </p:cNvPr>
          <p:cNvSpPr>
            <a:spLocks noGrp="1"/>
          </p:cNvSpPr>
          <p:nvPr>
            <p:ph type="body" sz="quarter" idx="45" hasCustomPrompt="1"/>
          </p:nvPr>
        </p:nvSpPr>
        <p:spPr>
          <a:xfrm>
            <a:off x="490311" y="3265899"/>
            <a:ext cx="4680405"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11" name="Title 1">
            <a:extLst>
              <a:ext uri="{FF2B5EF4-FFF2-40B4-BE49-F238E27FC236}">
                <a16:creationId xmlns:a16="http://schemas.microsoft.com/office/drawing/2014/main" id="{F994B4D1-079D-BB35-D669-4E8175E2A9F2}"/>
              </a:ext>
            </a:extLst>
          </p:cNvPr>
          <p:cNvSpPr>
            <a:spLocks noGrp="1"/>
          </p:cNvSpPr>
          <p:nvPr>
            <p:ph type="ctrTitle" hasCustomPrompt="1"/>
          </p:nvPr>
        </p:nvSpPr>
        <p:spPr>
          <a:xfrm>
            <a:off x="490311" y="3565004"/>
            <a:ext cx="4680405" cy="1899567"/>
          </a:xfrm>
          <a:prstGeom prst="rect">
            <a:avLst/>
          </a:prstGeom>
        </p:spPr>
        <p:txBody>
          <a:bodyPr lIns="0" tIns="0" rIns="0" bIns="0" anchor="t" anchorCtr="0"/>
          <a:lstStyle>
            <a:lvl1pPr algn="l">
              <a:lnSpc>
                <a:spcPct val="85000"/>
              </a:lnSpc>
              <a:spcAft>
                <a:spcPts val="600"/>
              </a:spcAft>
              <a:defRPr sz="4800" b="1">
                <a:solidFill>
                  <a:schemeClr val="bg1"/>
                </a:solidFill>
              </a:defRPr>
            </a:lvl1pPr>
          </a:lstStyle>
          <a:p>
            <a:r>
              <a:rPr lang="en-US"/>
              <a:t>Your text here</a:t>
            </a:r>
            <a:endParaRPr lang="en-AU"/>
          </a:p>
        </p:txBody>
      </p:sp>
      <p:sp>
        <p:nvSpPr>
          <p:cNvPr id="12" name="Picture Placeholder 11">
            <a:extLst>
              <a:ext uri="{FF2B5EF4-FFF2-40B4-BE49-F238E27FC236}">
                <a16:creationId xmlns:a16="http://schemas.microsoft.com/office/drawing/2014/main" id="{05021ADC-5FB9-066C-7F1B-259E95460A11}"/>
              </a:ext>
            </a:extLst>
          </p:cNvPr>
          <p:cNvSpPr>
            <a:spLocks noGrp="1"/>
          </p:cNvSpPr>
          <p:nvPr>
            <p:ph type="pic" sz="quarter" idx="46"/>
          </p:nvPr>
        </p:nvSpPr>
        <p:spPr>
          <a:xfrm>
            <a:off x="5587474" y="0"/>
            <a:ext cx="6604527" cy="6858000"/>
          </a:xfrm>
          <a:custGeom>
            <a:avLst/>
            <a:gdLst>
              <a:gd name="connsiteX0" fmla="*/ 2300755 w 6604527"/>
              <a:gd name="connsiteY0" fmla="*/ 0 h 6858000"/>
              <a:gd name="connsiteX1" fmla="*/ 6604527 w 6604527"/>
              <a:gd name="connsiteY1" fmla="*/ 0 h 6858000"/>
              <a:gd name="connsiteX2" fmla="*/ 6604527 w 6604527"/>
              <a:gd name="connsiteY2" fmla="*/ 6858000 h 6858000"/>
              <a:gd name="connsiteX3" fmla="*/ 2300755 w 6604527"/>
              <a:gd name="connsiteY3" fmla="*/ 6858000 h 6858000"/>
              <a:gd name="connsiteX4" fmla="*/ 2294628 w 6604527"/>
              <a:gd name="connsiteY4" fmla="*/ 6850928 h 6858000"/>
              <a:gd name="connsiteX5" fmla="*/ 1066188 w 6604527"/>
              <a:gd name="connsiteY5" fmla="*/ 3429000 h 6858000"/>
              <a:gd name="connsiteX6" fmla="*/ 2294628 w 6604527"/>
              <a:gd name="connsiteY6" fmla="*/ 7073 h 6858000"/>
              <a:gd name="connsiteX7" fmla="*/ 997154 w 6604527"/>
              <a:gd name="connsiteY7" fmla="*/ 0 h 6858000"/>
              <a:gd name="connsiteX8" fmla="*/ 2048125 w 6604527"/>
              <a:gd name="connsiteY8" fmla="*/ 0 h 6858000"/>
              <a:gd name="connsiteX9" fmla="*/ 1976072 w 6604527"/>
              <a:gd name="connsiteY9" fmla="*/ 91690 h 6858000"/>
              <a:gd name="connsiteX10" fmla="*/ 867952 w 6604527"/>
              <a:gd name="connsiteY10" fmla="*/ 3429000 h 6858000"/>
              <a:gd name="connsiteX11" fmla="*/ 1976072 w 6604527"/>
              <a:gd name="connsiteY11" fmla="*/ 6766311 h 6858000"/>
              <a:gd name="connsiteX12" fmla="*/ 2048125 w 6604527"/>
              <a:gd name="connsiteY12" fmla="*/ 6858000 h 6858000"/>
              <a:gd name="connsiteX13" fmla="*/ 997154 w 6604527"/>
              <a:gd name="connsiteY13" fmla="*/ 6858000 h 6858000"/>
              <a:gd name="connsiteX14" fmla="*/ 926665 w 6604527"/>
              <a:gd name="connsiteY14" fmla="*/ 6748048 h 6858000"/>
              <a:gd name="connsiteX15" fmla="*/ 0 w 6604527"/>
              <a:gd name="connsiteY15" fmla="*/ 3429000 h 6858000"/>
              <a:gd name="connsiteX16" fmla="*/ 926665 w 6604527"/>
              <a:gd name="connsiteY16" fmla="*/ 1099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604527" h="6858000">
                <a:moveTo>
                  <a:pt x="2300755" y="0"/>
                </a:moveTo>
                <a:lnTo>
                  <a:pt x="6604527" y="0"/>
                </a:lnTo>
                <a:lnTo>
                  <a:pt x="6604527" y="6858000"/>
                </a:lnTo>
                <a:lnTo>
                  <a:pt x="2300755" y="6858000"/>
                </a:lnTo>
                <a:lnTo>
                  <a:pt x="2294628" y="6850928"/>
                </a:lnTo>
                <a:cubicBezTo>
                  <a:pt x="1527196" y="5921015"/>
                  <a:pt x="1066188" y="4728845"/>
                  <a:pt x="1066188" y="3429000"/>
                </a:cubicBezTo>
                <a:cubicBezTo>
                  <a:pt x="1066188" y="2129156"/>
                  <a:pt x="1527196" y="936985"/>
                  <a:pt x="2294628" y="7073"/>
                </a:cubicBezTo>
                <a:close/>
                <a:moveTo>
                  <a:pt x="997154" y="0"/>
                </a:moveTo>
                <a:lnTo>
                  <a:pt x="2048125" y="0"/>
                </a:lnTo>
                <a:lnTo>
                  <a:pt x="1976072" y="91690"/>
                </a:lnTo>
                <a:cubicBezTo>
                  <a:pt x="1280102" y="1022311"/>
                  <a:pt x="867952" y="2177524"/>
                  <a:pt x="867952" y="3429000"/>
                </a:cubicBezTo>
                <a:cubicBezTo>
                  <a:pt x="867952" y="4680476"/>
                  <a:pt x="1280102" y="5835689"/>
                  <a:pt x="1976072" y="6766311"/>
                </a:cubicBezTo>
                <a:lnTo>
                  <a:pt x="2048125" y="6858000"/>
                </a:lnTo>
                <a:lnTo>
                  <a:pt x="997154" y="6858000"/>
                </a:lnTo>
                <a:lnTo>
                  <a:pt x="926665" y="6748048"/>
                </a:lnTo>
                <a:cubicBezTo>
                  <a:pt x="338626" y="5780266"/>
                  <a:pt x="0" y="4644179"/>
                  <a:pt x="0" y="3429000"/>
                </a:cubicBezTo>
                <a:cubicBezTo>
                  <a:pt x="0" y="2213822"/>
                  <a:pt x="338626" y="1077734"/>
                  <a:pt x="926665" y="109953"/>
                </a:cubicBezTo>
                <a:close/>
              </a:path>
            </a:pathLst>
          </a:custGeom>
          <a:solidFill>
            <a:schemeClr val="tx1">
              <a:lumMod val="95000"/>
            </a:schemeClr>
          </a:solidFill>
        </p:spPr>
        <p:txBody>
          <a:bodyPr wrap="square">
            <a:noAutofit/>
          </a:bodyPr>
          <a:lstStyle/>
          <a:p>
            <a:endParaRPr lang="en-US"/>
          </a:p>
        </p:txBody>
      </p:sp>
    </p:spTree>
    <p:extLst>
      <p:ext uri="{BB962C8B-B14F-4D97-AF65-F5344CB8AC3E}">
        <p14:creationId xmlns:p14="http://schemas.microsoft.com/office/powerpoint/2010/main" val="4177942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4">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866214B9-0F24-FA84-E82C-5D01D1805491}"/>
              </a:ext>
            </a:extLst>
          </p:cNvPr>
          <p:cNvSpPr>
            <a:spLocks noGrp="1"/>
          </p:cNvSpPr>
          <p:nvPr>
            <p:ph type="pic" sz="quarter" idx="47" hasCustomPrompt="1"/>
          </p:nvPr>
        </p:nvSpPr>
        <p:spPr>
          <a:xfrm>
            <a:off x="3600000" y="0"/>
            <a:ext cx="8591999" cy="6858000"/>
          </a:xfrm>
          <a:prstGeom prst="rect">
            <a:avLst/>
          </a:prstGeom>
          <a:solidFill>
            <a:schemeClr val="tx2">
              <a:lumMod val="90000"/>
            </a:schemeClr>
          </a:solidFill>
        </p:spPr>
        <p:txBody>
          <a:bodyPr anchor="b"/>
          <a:lstStyle>
            <a:lvl1pPr marL="0" indent="0" algn="ctr">
              <a:buNone/>
              <a:defRPr sz="120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AU"/>
              <a:t>Click on icon to insert image and send to back</a:t>
            </a:r>
          </a:p>
        </p:txBody>
      </p:sp>
      <p:sp>
        <p:nvSpPr>
          <p:cNvPr id="8" name="Text Placeholder 4">
            <a:extLst>
              <a:ext uri="{FF2B5EF4-FFF2-40B4-BE49-F238E27FC236}">
                <a16:creationId xmlns:a16="http://schemas.microsoft.com/office/drawing/2014/main" id="{21741139-E145-899F-6D12-38EE7B32AEA0}"/>
              </a:ext>
            </a:extLst>
          </p:cNvPr>
          <p:cNvSpPr>
            <a:spLocks noGrp="1"/>
          </p:cNvSpPr>
          <p:nvPr>
            <p:ph type="body" sz="quarter" idx="50" hasCustomPrompt="1"/>
          </p:nvPr>
        </p:nvSpPr>
        <p:spPr>
          <a:xfrm>
            <a:off x="3403600" y="0"/>
            <a:ext cx="8788399" cy="6858000"/>
          </a:xfrm>
          <a:prstGeom prst="rect">
            <a:avLst/>
          </a:prstGeom>
          <a:gradFill>
            <a:gsLst>
              <a:gs pos="9000">
                <a:srgbClr val="F7F7F7"/>
              </a:gs>
              <a:gs pos="100000">
                <a:schemeClr val="tx1">
                  <a:alpha val="0"/>
                </a:schemeClr>
              </a:gs>
            </a:gsLst>
            <a:lin ang="0" scaled="0"/>
          </a:gradFill>
        </p:spPr>
        <p:txBody>
          <a:bodyPr/>
          <a:lstStyle>
            <a:lvl1pPr>
              <a:buNone/>
              <a:defRPr>
                <a:solidFill>
                  <a:schemeClr val="tx1">
                    <a:alpha val="0"/>
                  </a:schemeClr>
                </a:solidFill>
              </a:defRPr>
            </a:lvl1pPr>
          </a:lstStyle>
          <a:p>
            <a:pPr lvl="0"/>
            <a:r>
              <a:rPr lang="en-US"/>
              <a:t> </a:t>
            </a:r>
          </a:p>
        </p:txBody>
      </p:sp>
      <p:sp>
        <p:nvSpPr>
          <p:cNvPr id="10" name="Subtitle 2">
            <a:extLst>
              <a:ext uri="{FF2B5EF4-FFF2-40B4-BE49-F238E27FC236}">
                <a16:creationId xmlns:a16="http://schemas.microsoft.com/office/drawing/2014/main" id="{9095C14F-36F5-2E70-252D-1A0B02C89B63}"/>
              </a:ext>
            </a:extLst>
          </p:cNvPr>
          <p:cNvSpPr>
            <a:spLocks noGrp="1"/>
          </p:cNvSpPr>
          <p:nvPr>
            <p:ph type="subTitle" idx="1" hasCustomPrompt="1"/>
          </p:nvPr>
        </p:nvSpPr>
        <p:spPr>
          <a:xfrm>
            <a:off x="479424" y="4400943"/>
            <a:ext cx="3600000" cy="219495"/>
          </a:xfrm>
          <a:prstGeom prst="rect">
            <a:avLst/>
          </a:prstGeom>
        </p:spPr>
        <p:txBody>
          <a:bodyPr lIns="0" tIns="0" rIns="0" bIns="0" anchor="ctr"/>
          <a:lstStyle>
            <a:lvl1pPr marL="0" indent="0" algn="l">
              <a:lnSpc>
                <a:spcPct val="85000"/>
              </a:lnSpc>
              <a:spcAft>
                <a:spcPts val="600"/>
              </a:spcAft>
              <a:buNone/>
              <a:defRPr sz="15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endParaRPr lang="en-AU"/>
          </a:p>
        </p:txBody>
      </p:sp>
      <p:sp>
        <p:nvSpPr>
          <p:cNvPr id="12" name="Text Placeholder 20">
            <a:extLst>
              <a:ext uri="{FF2B5EF4-FFF2-40B4-BE49-F238E27FC236}">
                <a16:creationId xmlns:a16="http://schemas.microsoft.com/office/drawing/2014/main" id="{D846D5EF-8772-D574-5FED-286C1CCDE186}"/>
              </a:ext>
            </a:extLst>
          </p:cNvPr>
          <p:cNvSpPr>
            <a:spLocks noGrp="1"/>
          </p:cNvSpPr>
          <p:nvPr>
            <p:ph type="body" sz="quarter" idx="12" hasCustomPrompt="1"/>
          </p:nvPr>
        </p:nvSpPr>
        <p:spPr>
          <a:xfrm>
            <a:off x="479424" y="4117206"/>
            <a:ext cx="3600000" cy="219495"/>
          </a:xfrm>
          <a:prstGeom prst="rect">
            <a:avLst/>
          </a:prstGeom>
        </p:spPr>
        <p:txBody>
          <a:bodyPr lIns="0" tIns="0" rIns="0" bIns="0" anchor="ctr"/>
          <a:lstStyle>
            <a:lvl1pPr marL="0" indent="0">
              <a:lnSpc>
                <a:spcPct val="85000"/>
              </a:lnSpc>
              <a:spcAft>
                <a:spcPts val="600"/>
              </a:spcAft>
              <a:buNone/>
              <a:defRPr sz="1500" b="0">
                <a:solidFill>
                  <a:schemeClr val="bg2"/>
                </a:solidFill>
              </a:defRPr>
            </a:lvl1pPr>
          </a:lstStyle>
          <a:p>
            <a:pPr lvl="0"/>
            <a:r>
              <a:rPr lang="en-US"/>
              <a:t>Name</a:t>
            </a:r>
          </a:p>
        </p:txBody>
      </p:sp>
      <p:sp>
        <p:nvSpPr>
          <p:cNvPr id="15" name="Text Placeholder 9">
            <a:extLst>
              <a:ext uri="{FF2B5EF4-FFF2-40B4-BE49-F238E27FC236}">
                <a16:creationId xmlns:a16="http://schemas.microsoft.com/office/drawing/2014/main" id="{45C9F6FF-8DD2-98B0-E094-04E89D756353}"/>
              </a:ext>
            </a:extLst>
          </p:cNvPr>
          <p:cNvSpPr>
            <a:spLocks noGrp="1"/>
          </p:cNvSpPr>
          <p:nvPr>
            <p:ph type="body" sz="quarter" idx="44" hasCustomPrompt="1"/>
          </p:nvPr>
        </p:nvSpPr>
        <p:spPr>
          <a:xfrm>
            <a:off x="479424" y="1563357"/>
            <a:ext cx="5616574"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16" name="Title 1">
            <a:extLst>
              <a:ext uri="{FF2B5EF4-FFF2-40B4-BE49-F238E27FC236}">
                <a16:creationId xmlns:a16="http://schemas.microsoft.com/office/drawing/2014/main" id="{6A39A344-1C9C-0038-81A7-6A59034DC352}"/>
              </a:ext>
            </a:extLst>
          </p:cNvPr>
          <p:cNvSpPr>
            <a:spLocks noGrp="1"/>
          </p:cNvSpPr>
          <p:nvPr>
            <p:ph type="ctrTitle" hasCustomPrompt="1"/>
          </p:nvPr>
        </p:nvSpPr>
        <p:spPr>
          <a:xfrm>
            <a:off x="479425" y="1862462"/>
            <a:ext cx="5616575" cy="1899567"/>
          </a:xfrm>
          <a:prstGeom prst="rect">
            <a:avLst/>
          </a:prstGeom>
        </p:spPr>
        <p:txBody>
          <a:bodyPr lIns="0" tIns="0" rIns="0" bIns="0" anchor="t" anchorCtr="0"/>
          <a:lstStyle>
            <a:lvl1pPr algn="l">
              <a:lnSpc>
                <a:spcPct val="85000"/>
              </a:lnSpc>
              <a:spcAft>
                <a:spcPts val="600"/>
              </a:spcAft>
              <a:defRPr sz="4800" b="1">
                <a:solidFill>
                  <a:schemeClr val="bg1"/>
                </a:solidFill>
              </a:defRPr>
            </a:lvl1pPr>
          </a:lstStyle>
          <a:p>
            <a:r>
              <a:rPr lang="en-US"/>
              <a:t>Your text here</a:t>
            </a:r>
            <a:endParaRPr lang="en-AU"/>
          </a:p>
        </p:txBody>
      </p:sp>
      <p:pic>
        <p:nvPicPr>
          <p:cNvPr id="17" name="Graphic 16">
            <a:extLst>
              <a:ext uri="{FF2B5EF4-FFF2-40B4-BE49-F238E27FC236}">
                <a16:creationId xmlns:a16="http://schemas.microsoft.com/office/drawing/2014/main" id="{5CB2D337-606D-BE4B-66C3-E7C5C4BD1B1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88189" y="5331470"/>
            <a:ext cx="1946459" cy="683511"/>
          </a:xfrm>
          <a:prstGeom prst="rect">
            <a:avLst/>
          </a:prstGeom>
        </p:spPr>
      </p:pic>
    </p:spTree>
    <p:extLst>
      <p:ext uri="{BB962C8B-B14F-4D97-AF65-F5344CB8AC3E}">
        <p14:creationId xmlns:p14="http://schemas.microsoft.com/office/powerpoint/2010/main" val="1966950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 Logo">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1088820-407A-FFCD-7ADB-556FD96901D9}"/>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4" name="think-cell data - do not delete" hidden="1">
                        <a:extLst>
                          <a:ext uri="{FF2B5EF4-FFF2-40B4-BE49-F238E27FC236}">
                            <a16:creationId xmlns:a16="http://schemas.microsoft.com/office/drawing/2014/main" id="{01088820-407A-FFCD-7ADB-556FD96901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9">
            <a:extLst>
              <a:ext uri="{FF2B5EF4-FFF2-40B4-BE49-F238E27FC236}">
                <a16:creationId xmlns:a16="http://schemas.microsoft.com/office/drawing/2014/main" id="{952EE9CC-C3CF-378A-A313-0C2002A30F50}"/>
              </a:ext>
            </a:extLst>
          </p:cNvPr>
          <p:cNvSpPr>
            <a:spLocks noGrp="1" noRot="1" noMove="1" noResize="1" noEditPoints="1" noAdjustHandles="1" noChangeArrowheads="1" noChangeShapeType="1"/>
          </p:cNvSpPr>
          <p:nvPr>
            <p:ph type="pic" sz="quarter" idx="47" hasCustomPrompt="1"/>
          </p:nvPr>
        </p:nvSpPr>
        <p:spPr>
          <a:xfrm>
            <a:off x="0" y="0"/>
            <a:ext cx="12192000" cy="6858000"/>
          </a:xfrm>
          <a:prstGeom prst="rect">
            <a:avLst/>
          </a:prstGeom>
          <a:solidFill>
            <a:schemeClr val="bg1">
              <a:lumMod val="95000"/>
            </a:schemeClr>
          </a:solidFill>
        </p:spPr>
        <p:txBody>
          <a:bodyPr anchor="b"/>
          <a:lstStyle>
            <a:lvl1pPr marL="0" indent="0" algn="ctr">
              <a:buNone/>
              <a:defRPr sz="120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AU"/>
              <a:t>Click on icon to insert image and send to back</a:t>
            </a:r>
          </a:p>
        </p:txBody>
      </p:sp>
      <p:sp>
        <p:nvSpPr>
          <p:cNvPr id="3" name="Text Placeholder 9">
            <a:extLst>
              <a:ext uri="{FF2B5EF4-FFF2-40B4-BE49-F238E27FC236}">
                <a16:creationId xmlns:a16="http://schemas.microsoft.com/office/drawing/2014/main" id="{D0DE4365-3F64-1BF0-E4CC-CF9909697CB8}"/>
              </a:ext>
            </a:extLst>
          </p:cNvPr>
          <p:cNvSpPr>
            <a:spLocks noGrp="1" noChangeAspect="1"/>
          </p:cNvSpPr>
          <p:nvPr>
            <p:ph type="body" sz="quarter" idx="49"/>
          </p:nvPr>
        </p:nvSpPr>
        <p:spPr>
          <a:xfrm>
            <a:off x="9798208" y="5787021"/>
            <a:ext cx="1933291" cy="678348"/>
          </a:xfrm>
          <a:prstGeom prst="rect">
            <a:avLst/>
          </a:prstGeom>
          <a:blipFill>
            <a:blip>
              <a:extLst>
                <a:ext uri="{96DAC541-7B7A-43D3-8B79-37D633B846F1}">
                  <asvg:svgBlip xmlns:asvg="http://schemas.microsoft.com/office/drawing/2016/SVG/main" r:embed="rId5"/>
                </a:ext>
              </a:extLst>
            </a:blip>
            <a:stretch>
              <a:fillRect/>
            </a:stretch>
          </a:blipFill>
        </p:spPr>
        <p:txBody>
          <a:bodyPr/>
          <a:lstStyle>
            <a:lvl1pPr>
              <a:buNone/>
              <a:defRPr sz="100">
                <a:solidFill>
                  <a:schemeClr val="tx1">
                    <a:alpha val="0"/>
                  </a:schemeClr>
                </a:solidFill>
              </a:defRPr>
            </a:lvl1pPr>
          </a:lstStyle>
          <a:p>
            <a:pPr lvl="0"/>
            <a:endParaRPr lang="en-US"/>
          </a:p>
        </p:txBody>
      </p:sp>
    </p:spTree>
    <p:extLst>
      <p:ext uri="{BB962C8B-B14F-4D97-AF65-F5344CB8AC3E}">
        <p14:creationId xmlns:p14="http://schemas.microsoft.com/office/powerpoint/2010/main" val="191944561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alues Slide - Ligh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1088820-407A-FFCD-7ADB-556FD96901D9}"/>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01088820-407A-FFCD-7ADB-556FD96901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Graphic 5">
            <a:extLst>
              <a:ext uri="{FF2B5EF4-FFF2-40B4-BE49-F238E27FC236}">
                <a16:creationId xmlns:a16="http://schemas.microsoft.com/office/drawing/2014/main" id="{C73279A4-0C24-6A0D-129D-B4B8E0601E0E}"/>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97429" y="496803"/>
            <a:ext cx="5145670" cy="561823"/>
          </a:xfrm>
          <a:prstGeom prst="rect">
            <a:avLst/>
          </a:prstGeom>
        </p:spPr>
      </p:pic>
      <p:sp>
        <p:nvSpPr>
          <p:cNvPr id="46" name="Freeform: Shape 45">
            <a:extLst>
              <a:ext uri="{FF2B5EF4-FFF2-40B4-BE49-F238E27FC236}">
                <a16:creationId xmlns:a16="http://schemas.microsoft.com/office/drawing/2014/main" id="{8FE368BA-F0C6-B814-F8CD-E873C225BA66}"/>
              </a:ext>
            </a:extLst>
          </p:cNvPr>
          <p:cNvSpPr/>
          <p:nvPr/>
        </p:nvSpPr>
        <p:spPr>
          <a:xfrm>
            <a:off x="597429" y="1823145"/>
            <a:ext cx="465251" cy="465251"/>
          </a:xfrm>
          <a:custGeom>
            <a:avLst/>
            <a:gdLst>
              <a:gd name="connsiteX0" fmla="*/ 232626 w 465251"/>
              <a:gd name="connsiteY0" fmla="*/ 0 h 465251"/>
              <a:gd name="connsiteX1" fmla="*/ 0 w 465251"/>
              <a:gd name="connsiteY1" fmla="*/ 232626 h 465251"/>
              <a:gd name="connsiteX2" fmla="*/ 232626 w 465251"/>
              <a:gd name="connsiteY2" fmla="*/ 465252 h 465251"/>
              <a:gd name="connsiteX3" fmla="*/ 465252 w 465251"/>
              <a:gd name="connsiteY3" fmla="*/ 232626 h 465251"/>
              <a:gd name="connsiteX4" fmla="*/ 232626 w 465251"/>
              <a:gd name="connsiteY4" fmla="*/ 0 h 465251"/>
              <a:gd name="connsiteX5" fmla="*/ 257502 w 465251"/>
              <a:gd name="connsiteY5" fmla="*/ 333035 h 465251"/>
              <a:gd name="connsiteX6" fmla="*/ 207750 w 465251"/>
              <a:gd name="connsiteY6" fmla="*/ 333035 h 465251"/>
              <a:gd name="connsiteX7" fmla="*/ 207750 w 465251"/>
              <a:gd name="connsiteY7" fmla="*/ 132087 h 465251"/>
              <a:gd name="connsiteX8" fmla="*/ 257502 w 465251"/>
              <a:gd name="connsiteY8" fmla="*/ 132087 h 465251"/>
              <a:gd name="connsiteX9" fmla="*/ 257502 w 465251"/>
              <a:gd name="connsiteY9" fmla="*/ 333035 h 465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5251" h="465251">
                <a:moveTo>
                  <a:pt x="232626" y="0"/>
                </a:moveTo>
                <a:cubicBezTo>
                  <a:pt x="104167" y="0"/>
                  <a:pt x="0" y="104167"/>
                  <a:pt x="0" y="232626"/>
                </a:cubicBezTo>
                <a:cubicBezTo>
                  <a:pt x="0" y="361085"/>
                  <a:pt x="104167" y="465252"/>
                  <a:pt x="232626" y="465252"/>
                </a:cubicBezTo>
                <a:cubicBezTo>
                  <a:pt x="361085" y="465252"/>
                  <a:pt x="465252" y="361085"/>
                  <a:pt x="465252" y="232626"/>
                </a:cubicBezTo>
                <a:cubicBezTo>
                  <a:pt x="465252" y="104167"/>
                  <a:pt x="361085" y="0"/>
                  <a:pt x="232626" y="0"/>
                </a:cubicBezTo>
                <a:close/>
                <a:moveTo>
                  <a:pt x="257502" y="333035"/>
                </a:moveTo>
                <a:lnTo>
                  <a:pt x="207750" y="333035"/>
                </a:lnTo>
                <a:lnTo>
                  <a:pt x="207750" y="132087"/>
                </a:lnTo>
                <a:lnTo>
                  <a:pt x="257502" y="132087"/>
                </a:lnTo>
                <a:lnTo>
                  <a:pt x="257502" y="333035"/>
                </a:lnTo>
                <a:close/>
              </a:path>
            </a:pathLst>
          </a:custGeom>
          <a:solidFill>
            <a:srgbClr val="000000"/>
          </a:solidFill>
          <a:ln w="6471" cap="flat">
            <a:noFill/>
            <a:prstDash val="solid"/>
            <a:miter/>
          </a:ln>
        </p:spPr>
        <p:txBody>
          <a:bodyPr rtlCol="0" anchor="ctr"/>
          <a:lstStyle/>
          <a:p>
            <a:endParaRPr lang="en-GB"/>
          </a:p>
        </p:txBody>
      </p:sp>
      <p:sp>
        <p:nvSpPr>
          <p:cNvPr id="84" name="Freeform: Shape 83">
            <a:extLst>
              <a:ext uri="{FF2B5EF4-FFF2-40B4-BE49-F238E27FC236}">
                <a16:creationId xmlns:a16="http://schemas.microsoft.com/office/drawing/2014/main" id="{BF5CAD91-5F42-11CF-A0FB-87E63EDB85B7}"/>
              </a:ext>
            </a:extLst>
          </p:cNvPr>
          <p:cNvSpPr/>
          <p:nvPr/>
        </p:nvSpPr>
        <p:spPr>
          <a:xfrm>
            <a:off x="597429" y="2558206"/>
            <a:ext cx="465251" cy="465251"/>
          </a:xfrm>
          <a:custGeom>
            <a:avLst/>
            <a:gdLst>
              <a:gd name="connsiteX0" fmla="*/ 232626 w 465251"/>
              <a:gd name="connsiteY0" fmla="*/ 0 h 465251"/>
              <a:gd name="connsiteX1" fmla="*/ 0 w 465251"/>
              <a:gd name="connsiteY1" fmla="*/ 232626 h 465251"/>
              <a:gd name="connsiteX2" fmla="*/ 232626 w 465251"/>
              <a:gd name="connsiteY2" fmla="*/ 465252 h 465251"/>
              <a:gd name="connsiteX3" fmla="*/ 465252 w 465251"/>
              <a:gd name="connsiteY3" fmla="*/ 232626 h 465251"/>
              <a:gd name="connsiteX4" fmla="*/ 232626 w 465251"/>
              <a:gd name="connsiteY4" fmla="*/ 0 h 465251"/>
              <a:gd name="connsiteX5" fmla="*/ 336015 w 465251"/>
              <a:gd name="connsiteY5" fmla="*/ 333100 h 465251"/>
              <a:gd name="connsiteX6" fmla="*/ 290475 w 465251"/>
              <a:gd name="connsiteY6" fmla="*/ 333100 h 465251"/>
              <a:gd name="connsiteX7" fmla="*/ 290475 w 465251"/>
              <a:gd name="connsiteY7" fmla="*/ 231913 h 465251"/>
              <a:gd name="connsiteX8" fmla="*/ 291317 w 465251"/>
              <a:gd name="connsiteY8" fmla="*/ 191750 h 465251"/>
              <a:gd name="connsiteX9" fmla="*/ 290734 w 465251"/>
              <a:gd name="connsiteY9" fmla="*/ 191750 h 465251"/>
              <a:gd name="connsiteX10" fmla="*/ 281470 w 465251"/>
              <a:gd name="connsiteY10" fmla="*/ 229128 h 465251"/>
              <a:gd name="connsiteX11" fmla="*/ 252514 w 465251"/>
              <a:gd name="connsiteY11" fmla="*/ 333100 h 465251"/>
              <a:gd name="connsiteX12" fmla="*/ 211508 w 465251"/>
              <a:gd name="connsiteY12" fmla="*/ 333100 h 465251"/>
              <a:gd name="connsiteX13" fmla="*/ 182875 w 465251"/>
              <a:gd name="connsiteY13" fmla="*/ 229387 h 465251"/>
              <a:gd name="connsiteX14" fmla="*/ 173611 w 465251"/>
              <a:gd name="connsiteY14" fmla="*/ 191750 h 465251"/>
              <a:gd name="connsiteX15" fmla="*/ 173028 w 465251"/>
              <a:gd name="connsiteY15" fmla="*/ 191750 h 465251"/>
              <a:gd name="connsiteX16" fmla="*/ 173870 w 465251"/>
              <a:gd name="connsiteY16" fmla="*/ 232237 h 465251"/>
              <a:gd name="connsiteX17" fmla="*/ 173870 w 465251"/>
              <a:gd name="connsiteY17" fmla="*/ 333100 h 465251"/>
              <a:gd name="connsiteX18" fmla="*/ 129172 w 465251"/>
              <a:gd name="connsiteY18" fmla="*/ 333100 h 465251"/>
              <a:gd name="connsiteX19" fmla="*/ 129172 w 465251"/>
              <a:gd name="connsiteY19" fmla="*/ 132152 h 465251"/>
              <a:gd name="connsiteX20" fmla="*/ 196025 w 465251"/>
              <a:gd name="connsiteY20" fmla="*/ 132152 h 465251"/>
              <a:gd name="connsiteX21" fmla="*/ 220447 w 465251"/>
              <a:gd name="connsiteY21" fmla="*/ 220123 h 465251"/>
              <a:gd name="connsiteX22" fmla="*/ 231978 w 465251"/>
              <a:gd name="connsiteY22" fmla="*/ 265923 h 465251"/>
              <a:gd name="connsiteX23" fmla="*/ 232561 w 465251"/>
              <a:gd name="connsiteY23" fmla="*/ 265923 h 465251"/>
              <a:gd name="connsiteX24" fmla="*/ 243768 w 465251"/>
              <a:gd name="connsiteY24" fmla="*/ 220123 h 465251"/>
              <a:gd name="connsiteX25" fmla="*/ 268514 w 465251"/>
              <a:gd name="connsiteY25" fmla="*/ 132152 h 465251"/>
              <a:gd name="connsiteX26" fmla="*/ 335951 w 465251"/>
              <a:gd name="connsiteY26" fmla="*/ 132152 h 465251"/>
              <a:gd name="connsiteX27" fmla="*/ 335951 w 465251"/>
              <a:gd name="connsiteY27" fmla="*/ 333100 h 465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5251" h="465251">
                <a:moveTo>
                  <a:pt x="232626" y="0"/>
                </a:moveTo>
                <a:cubicBezTo>
                  <a:pt x="104167" y="0"/>
                  <a:pt x="0" y="104167"/>
                  <a:pt x="0" y="232626"/>
                </a:cubicBezTo>
                <a:cubicBezTo>
                  <a:pt x="0" y="361085"/>
                  <a:pt x="104167" y="465252"/>
                  <a:pt x="232626" y="465252"/>
                </a:cubicBezTo>
                <a:cubicBezTo>
                  <a:pt x="361085" y="465252"/>
                  <a:pt x="465252" y="361085"/>
                  <a:pt x="465252" y="232626"/>
                </a:cubicBezTo>
                <a:cubicBezTo>
                  <a:pt x="465252" y="104167"/>
                  <a:pt x="361085" y="0"/>
                  <a:pt x="232626" y="0"/>
                </a:cubicBezTo>
                <a:close/>
                <a:moveTo>
                  <a:pt x="336015" y="333100"/>
                </a:moveTo>
                <a:lnTo>
                  <a:pt x="290475" y="333100"/>
                </a:lnTo>
                <a:lnTo>
                  <a:pt x="290475" y="231913"/>
                </a:lnTo>
                <a:cubicBezTo>
                  <a:pt x="290475" y="223751"/>
                  <a:pt x="291317" y="191750"/>
                  <a:pt x="291317" y="191750"/>
                </a:cubicBezTo>
                <a:lnTo>
                  <a:pt x="290734" y="191750"/>
                </a:lnTo>
                <a:cubicBezTo>
                  <a:pt x="290734" y="191750"/>
                  <a:pt x="283738" y="221808"/>
                  <a:pt x="281470" y="229128"/>
                </a:cubicBezTo>
                <a:lnTo>
                  <a:pt x="252514" y="333100"/>
                </a:lnTo>
                <a:lnTo>
                  <a:pt x="211508" y="333100"/>
                </a:lnTo>
                <a:lnTo>
                  <a:pt x="182875" y="229387"/>
                </a:lnTo>
                <a:cubicBezTo>
                  <a:pt x="180607" y="222067"/>
                  <a:pt x="173611" y="191750"/>
                  <a:pt x="173611" y="191750"/>
                </a:cubicBezTo>
                <a:lnTo>
                  <a:pt x="173028" y="191750"/>
                </a:lnTo>
                <a:cubicBezTo>
                  <a:pt x="173028" y="191750"/>
                  <a:pt x="173870" y="224075"/>
                  <a:pt x="173870" y="232237"/>
                </a:cubicBezTo>
                <a:lnTo>
                  <a:pt x="173870" y="333100"/>
                </a:lnTo>
                <a:lnTo>
                  <a:pt x="129172" y="333100"/>
                </a:lnTo>
                <a:lnTo>
                  <a:pt x="129172" y="132152"/>
                </a:lnTo>
                <a:lnTo>
                  <a:pt x="196025" y="132152"/>
                </a:lnTo>
                <a:lnTo>
                  <a:pt x="220447" y="220123"/>
                </a:lnTo>
                <a:cubicBezTo>
                  <a:pt x="224075" y="232755"/>
                  <a:pt x="231978" y="265923"/>
                  <a:pt x="231978" y="265923"/>
                </a:cubicBezTo>
                <a:lnTo>
                  <a:pt x="232561" y="265923"/>
                </a:lnTo>
                <a:cubicBezTo>
                  <a:pt x="232561" y="265923"/>
                  <a:pt x="240400" y="232755"/>
                  <a:pt x="243768" y="220123"/>
                </a:cubicBezTo>
                <a:lnTo>
                  <a:pt x="268514" y="132152"/>
                </a:lnTo>
                <a:lnTo>
                  <a:pt x="335951" y="132152"/>
                </a:lnTo>
                <a:lnTo>
                  <a:pt x="335951" y="333100"/>
                </a:lnTo>
                <a:close/>
              </a:path>
            </a:pathLst>
          </a:custGeom>
          <a:solidFill>
            <a:srgbClr val="000000"/>
          </a:solidFill>
          <a:ln w="6471" cap="flat">
            <a:noFill/>
            <a:prstDash val="solid"/>
            <a:miter/>
          </a:ln>
        </p:spPr>
        <p:txBody>
          <a:bodyPr rtlCol="0" anchor="ctr"/>
          <a:lstStyle/>
          <a:p>
            <a:endParaRPr lang="en-GB"/>
          </a:p>
        </p:txBody>
      </p:sp>
      <p:grpSp>
        <p:nvGrpSpPr>
          <p:cNvPr id="116" name="Graphic 7">
            <a:extLst>
              <a:ext uri="{FF2B5EF4-FFF2-40B4-BE49-F238E27FC236}">
                <a16:creationId xmlns:a16="http://schemas.microsoft.com/office/drawing/2014/main" id="{1E5B52FA-8DAF-8C25-120B-B9F6884BFAB2}"/>
              </a:ext>
            </a:extLst>
          </p:cNvPr>
          <p:cNvGrpSpPr/>
          <p:nvPr/>
        </p:nvGrpSpPr>
        <p:grpSpPr>
          <a:xfrm>
            <a:off x="597429" y="3293268"/>
            <a:ext cx="465251" cy="465251"/>
            <a:chOff x="688869" y="3163728"/>
            <a:chExt cx="465251" cy="465251"/>
          </a:xfrm>
          <a:solidFill>
            <a:srgbClr val="000000"/>
          </a:solidFill>
        </p:grpSpPr>
        <p:sp>
          <p:nvSpPr>
            <p:cNvPr id="117" name="Freeform: Shape 116">
              <a:extLst>
                <a:ext uri="{FF2B5EF4-FFF2-40B4-BE49-F238E27FC236}">
                  <a16:creationId xmlns:a16="http://schemas.microsoft.com/office/drawing/2014/main" id="{DBC0EFCB-CF70-F411-6ABE-AFB373DB58AD}"/>
                </a:ext>
              </a:extLst>
            </p:cNvPr>
            <p:cNvSpPr/>
            <p:nvPr/>
          </p:nvSpPr>
          <p:spPr>
            <a:xfrm>
              <a:off x="889300" y="3337728"/>
              <a:ext cx="64909" cy="52536"/>
            </a:xfrm>
            <a:custGeom>
              <a:avLst/>
              <a:gdLst>
                <a:gd name="connsiteX0" fmla="*/ 36795 w 64909"/>
                <a:gd name="connsiteY0" fmla="*/ 0 h 52536"/>
                <a:gd name="connsiteX1" fmla="*/ 0 w 64909"/>
                <a:gd name="connsiteY1" fmla="*/ 0 h 52536"/>
                <a:gd name="connsiteX2" fmla="*/ 0 w 64909"/>
                <a:gd name="connsiteY2" fmla="*/ 52537 h 52536"/>
                <a:gd name="connsiteX3" fmla="*/ 36795 w 64909"/>
                <a:gd name="connsiteY3" fmla="*/ 52537 h 52536"/>
                <a:gd name="connsiteX4" fmla="*/ 64910 w 64909"/>
                <a:gd name="connsiteY4" fmla="*/ 25847 h 52536"/>
                <a:gd name="connsiteX5" fmla="*/ 36795 w 64909"/>
                <a:gd name="connsiteY5" fmla="*/ 0 h 52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909" h="52536">
                  <a:moveTo>
                    <a:pt x="36795" y="0"/>
                  </a:moveTo>
                  <a:lnTo>
                    <a:pt x="0" y="0"/>
                  </a:lnTo>
                  <a:lnTo>
                    <a:pt x="0" y="52537"/>
                  </a:lnTo>
                  <a:lnTo>
                    <a:pt x="36795" y="52537"/>
                  </a:lnTo>
                  <a:cubicBezTo>
                    <a:pt x="54804" y="52537"/>
                    <a:pt x="64910" y="41848"/>
                    <a:pt x="64910" y="25847"/>
                  </a:cubicBezTo>
                  <a:cubicBezTo>
                    <a:pt x="64910" y="9847"/>
                    <a:pt x="54545" y="0"/>
                    <a:pt x="36795" y="0"/>
                  </a:cubicBezTo>
                  <a:close/>
                </a:path>
              </a:pathLst>
            </a:custGeom>
            <a:solidFill>
              <a:srgbClr val="000000"/>
            </a:solidFill>
            <a:ln w="6471" cap="flat">
              <a:noFill/>
              <a:prstDash val="solid"/>
              <a:miter/>
            </a:ln>
          </p:spPr>
          <p:txBody>
            <a:bodyPr rtlCol="0" anchor="ctr"/>
            <a:lstStyle/>
            <a:p>
              <a:endParaRPr lang="en-GB"/>
            </a:p>
          </p:txBody>
        </p:sp>
        <p:sp>
          <p:nvSpPr>
            <p:cNvPr id="118" name="Freeform: Shape 117">
              <a:extLst>
                <a:ext uri="{FF2B5EF4-FFF2-40B4-BE49-F238E27FC236}">
                  <a16:creationId xmlns:a16="http://schemas.microsoft.com/office/drawing/2014/main" id="{755E61AC-8997-2338-B893-B8D8B495E3BA}"/>
                </a:ext>
              </a:extLst>
            </p:cNvPr>
            <p:cNvSpPr/>
            <p:nvPr/>
          </p:nvSpPr>
          <p:spPr>
            <a:xfrm>
              <a:off x="688869" y="3163728"/>
              <a:ext cx="465251" cy="465251"/>
            </a:xfrm>
            <a:custGeom>
              <a:avLst/>
              <a:gdLst>
                <a:gd name="connsiteX0" fmla="*/ 232626 w 465251"/>
                <a:gd name="connsiteY0" fmla="*/ 0 h 465251"/>
                <a:gd name="connsiteX1" fmla="*/ 0 w 465251"/>
                <a:gd name="connsiteY1" fmla="*/ 232626 h 465251"/>
                <a:gd name="connsiteX2" fmla="*/ 232626 w 465251"/>
                <a:gd name="connsiteY2" fmla="*/ 465252 h 465251"/>
                <a:gd name="connsiteX3" fmla="*/ 465252 w 465251"/>
                <a:gd name="connsiteY3" fmla="*/ 232626 h 465251"/>
                <a:gd name="connsiteX4" fmla="*/ 232626 w 465251"/>
                <a:gd name="connsiteY4" fmla="*/ 0 h 465251"/>
                <a:gd name="connsiteX5" fmla="*/ 247331 w 465251"/>
                <a:gd name="connsiteY5" fmla="*/ 265923 h 465251"/>
                <a:gd name="connsiteX6" fmla="*/ 200430 w 465251"/>
                <a:gd name="connsiteY6" fmla="*/ 265923 h 465251"/>
                <a:gd name="connsiteX7" fmla="*/ 200430 w 465251"/>
                <a:gd name="connsiteY7" fmla="*/ 333100 h 465251"/>
                <a:gd name="connsiteX8" fmla="*/ 149837 w 465251"/>
                <a:gd name="connsiteY8" fmla="*/ 333100 h 465251"/>
                <a:gd name="connsiteX9" fmla="*/ 149837 w 465251"/>
                <a:gd name="connsiteY9" fmla="*/ 132152 h 465251"/>
                <a:gd name="connsiteX10" fmla="*/ 240335 w 465251"/>
                <a:gd name="connsiteY10" fmla="*/ 132152 h 465251"/>
                <a:gd name="connsiteX11" fmla="*/ 295139 w 465251"/>
                <a:gd name="connsiteY11" fmla="*/ 150679 h 465251"/>
                <a:gd name="connsiteX12" fmla="*/ 315350 w 465251"/>
                <a:gd name="connsiteY12" fmla="*/ 200171 h 465251"/>
                <a:gd name="connsiteX13" fmla="*/ 247331 w 465251"/>
                <a:gd name="connsiteY13" fmla="*/ 265923 h 465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5251" h="465251">
                  <a:moveTo>
                    <a:pt x="232626" y="0"/>
                  </a:moveTo>
                  <a:cubicBezTo>
                    <a:pt x="104167" y="0"/>
                    <a:pt x="0" y="104167"/>
                    <a:pt x="0" y="232626"/>
                  </a:cubicBezTo>
                  <a:cubicBezTo>
                    <a:pt x="0" y="361085"/>
                    <a:pt x="104167" y="465252"/>
                    <a:pt x="232626" y="465252"/>
                  </a:cubicBezTo>
                  <a:cubicBezTo>
                    <a:pt x="361085" y="465252"/>
                    <a:pt x="465252" y="361085"/>
                    <a:pt x="465252" y="232626"/>
                  </a:cubicBezTo>
                  <a:cubicBezTo>
                    <a:pt x="465252" y="104167"/>
                    <a:pt x="361085" y="0"/>
                    <a:pt x="232626" y="0"/>
                  </a:cubicBezTo>
                  <a:close/>
                  <a:moveTo>
                    <a:pt x="247331" y="265923"/>
                  </a:moveTo>
                  <a:lnTo>
                    <a:pt x="200430" y="265923"/>
                  </a:lnTo>
                  <a:lnTo>
                    <a:pt x="200430" y="333100"/>
                  </a:lnTo>
                  <a:lnTo>
                    <a:pt x="149837" y="333100"/>
                  </a:lnTo>
                  <a:lnTo>
                    <a:pt x="149837" y="132152"/>
                  </a:lnTo>
                  <a:lnTo>
                    <a:pt x="240335" y="132152"/>
                  </a:lnTo>
                  <a:cubicBezTo>
                    <a:pt x="264757" y="132152"/>
                    <a:pt x="282766" y="138889"/>
                    <a:pt x="295139" y="150679"/>
                  </a:cubicBezTo>
                  <a:cubicBezTo>
                    <a:pt x="308095" y="162793"/>
                    <a:pt x="315350" y="179895"/>
                    <a:pt x="315350" y="200171"/>
                  </a:cubicBezTo>
                  <a:cubicBezTo>
                    <a:pt x="315350" y="238650"/>
                    <a:pt x="288661" y="265923"/>
                    <a:pt x="247331" y="265923"/>
                  </a:cubicBezTo>
                  <a:close/>
                </a:path>
              </a:pathLst>
            </a:custGeom>
            <a:solidFill>
              <a:srgbClr val="000000"/>
            </a:solidFill>
            <a:ln w="6471" cap="flat">
              <a:noFill/>
              <a:prstDash val="solid"/>
              <a:miter/>
            </a:ln>
          </p:spPr>
          <p:txBody>
            <a:bodyPr rtlCol="0" anchor="ctr"/>
            <a:lstStyle/>
            <a:p>
              <a:endParaRPr lang="en-GB"/>
            </a:p>
          </p:txBody>
        </p:sp>
      </p:grpSp>
      <p:grpSp>
        <p:nvGrpSpPr>
          <p:cNvPr id="150" name="Graphic 7">
            <a:extLst>
              <a:ext uri="{FF2B5EF4-FFF2-40B4-BE49-F238E27FC236}">
                <a16:creationId xmlns:a16="http://schemas.microsoft.com/office/drawing/2014/main" id="{37B8FC29-AA2B-9980-C4D5-48F9499356D8}"/>
              </a:ext>
            </a:extLst>
          </p:cNvPr>
          <p:cNvGrpSpPr/>
          <p:nvPr/>
        </p:nvGrpSpPr>
        <p:grpSpPr>
          <a:xfrm>
            <a:off x="597429" y="4028395"/>
            <a:ext cx="465251" cy="465251"/>
            <a:chOff x="688869" y="3898855"/>
            <a:chExt cx="465251" cy="465251"/>
          </a:xfrm>
          <a:solidFill>
            <a:srgbClr val="000000"/>
          </a:solidFill>
        </p:grpSpPr>
        <p:sp>
          <p:nvSpPr>
            <p:cNvPr id="151" name="Freeform: Shape 150">
              <a:extLst>
                <a:ext uri="{FF2B5EF4-FFF2-40B4-BE49-F238E27FC236}">
                  <a16:creationId xmlns:a16="http://schemas.microsoft.com/office/drawing/2014/main" id="{88593C88-6277-665B-5EA7-BEC8699929E2}"/>
                </a:ext>
              </a:extLst>
            </p:cNvPr>
            <p:cNvSpPr/>
            <p:nvPr/>
          </p:nvSpPr>
          <p:spPr>
            <a:xfrm>
              <a:off x="896555" y="4082960"/>
              <a:ext cx="47224" cy="77023"/>
            </a:xfrm>
            <a:custGeom>
              <a:avLst/>
              <a:gdLst>
                <a:gd name="connsiteX0" fmla="*/ 24228 w 47224"/>
                <a:gd name="connsiteY0" fmla="*/ 0 h 77023"/>
                <a:gd name="connsiteX1" fmla="*/ 23645 w 47224"/>
                <a:gd name="connsiteY1" fmla="*/ 0 h 77023"/>
                <a:gd name="connsiteX2" fmla="*/ 15482 w 47224"/>
                <a:gd name="connsiteY2" fmla="*/ 28374 h 77023"/>
                <a:gd name="connsiteX3" fmla="*/ 0 w 47224"/>
                <a:gd name="connsiteY3" fmla="*/ 77024 h 77023"/>
                <a:gd name="connsiteX4" fmla="*/ 47225 w 47224"/>
                <a:gd name="connsiteY4" fmla="*/ 77024 h 77023"/>
                <a:gd name="connsiteX5" fmla="*/ 32066 w 47224"/>
                <a:gd name="connsiteY5" fmla="*/ 28374 h 77023"/>
                <a:gd name="connsiteX6" fmla="*/ 24163 w 47224"/>
                <a:gd name="connsiteY6" fmla="*/ 0 h 77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24" h="77023">
                  <a:moveTo>
                    <a:pt x="24228" y="0"/>
                  </a:moveTo>
                  <a:lnTo>
                    <a:pt x="23645" y="0"/>
                  </a:lnTo>
                  <a:cubicBezTo>
                    <a:pt x="23645" y="0"/>
                    <a:pt x="18851" y="18009"/>
                    <a:pt x="15482" y="28374"/>
                  </a:cubicBezTo>
                  <a:lnTo>
                    <a:pt x="0" y="77024"/>
                  </a:lnTo>
                  <a:lnTo>
                    <a:pt x="47225" y="77024"/>
                  </a:lnTo>
                  <a:lnTo>
                    <a:pt x="32066" y="28374"/>
                  </a:lnTo>
                  <a:cubicBezTo>
                    <a:pt x="28698" y="17944"/>
                    <a:pt x="24163" y="0"/>
                    <a:pt x="24163" y="0"/>
                  </a:cubicBezTo>
                  <a:close/>
                </a:path>
              </a:pathLst>
            </a:custGeom>
            <a:solidFill>
              <a:srgbClr val="000000"/>
            </a:solidFill>
            <a:ln w="6471" cap="flat">
              <a:noFill/>
              <a:prstDash val="solid"/>
              <a:miter/>
            </a:ln>
          </p:spPr>
          <p:txBody>
            <a:bodyPr rtlCol="0" anchor="ctr"/>
            <a:lstStyle/>
            <a:p>
              <a:endParaRPr lang="en-GB"/>
            </a:p>
          </p:txBody>
        </p:sp>
        <p:sp>
          <p:nvSpPr>
            <p:cNvPr id="152" name="Freeform: Shape 151">
              <a:extLst>
                <a:ext uri="{FF2B5EF4-FFF2-40B4-BE49-F238E27FC236}">
                  <a16:creationId xmlns:a16="http://schemas.microsoft.com/office/drawing/2014/main" id="{E8596F83-2690-6D1F-C974-AD0565F974B6}"/>
                </a:ext>
              </a:extLst>
            </p:cNvPr>
            <p:cNvSpPr/>
            <p:nvPr/>
          </p:nvSpPr>
          <p:spPr>
            <a:xfrm>
              <a:off x="688869" y="3898855"/>
              <a:ext cx="465251" cy="465251"/>
            </a:xfrm>
            <a:custGeom>
              <a:avLst/>
              <a:gdLst>
                <a:gd name="connsiteX0" fmla="*/ 232626 w 465251"/>
                <a:gd name="connsiteY0" fmla="*/ 0 h 465251"/>
                <a:gd name="connsiteX1" fmla="*/ 0 w 465251"/>
                <a:gd name="connsiteY1" fmla="*/ 232626 h 465251"/>
                <a:gd name="connsiteX2" fmla="*/ 232626 w 465251"/>
                <a:gd name="connsiteY2" fmla="*/ 465252 h 465251"/>
                <a:gd name="connsiteX3" fmla="*/ 465252 w 465251"/>
                <a:gd name="connsiteY3" fmla="*/ 232626 h 465251"/>
                <a:gd name="connsiteX4" fmla="*/ 232626 w 465251"/>
                <a:gd name="connsiteY4" fmla="*/ 0 h 465251"/>
                <a:gd name="connsiteX5" fmla="*/ 278296 w 465251"/>
                <a:gd name="connsiteY5" fmla="*/ 333035 h 465251"/>
                <a:gd name="connsiteX6" fmla="*/ 266506 w 465251"/>
                <a:gd name="connsiteY6" fmla="*/ 296758 h 465251"/>
                <a:gd name="connsiteX7" fmla="*/ 196219 w 465251"/>
                <a:gd name="connsiteY7" fmla="*/ 296758 h 465251"/>
                <a:gd name="connsiteX8" fmla="*/ 184689 w 465251"/>
                <a:gd name="connsiteY8" fmla="*/ 333035 h 465251"/>
                <a:gd name="connsiteX9" fmla="*/ 134678 w 465251"/>
                <a:gd name="connsiteY9" fmla="*/ 333035 h 465251"/>
                <a:gd name="connsiteX10" fmla="*/ 206908 w 465251"/>
                <a:gd name="connsiteY10" fmla="*/ 132087 h 465251"/>
                <a:gd name="connsiteX11" fmla="*/ 258085 w 465251"/>
                <a:gd name="connsiteY11" fmla="*/ 132087 h 465251"/>
                <a:gd name="connsiteX12" fmla="*/ 330574 w 465251"/>
                <a:gd name="connsiteY12" fmla="*/ 333035 h 465251"/>
                <a:gd name="connsiteX13" fmla="*/ 278296 w 465251"/>
                <a:gd name="connsiteY13" fmla="*/ 333035 h 465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5251" h="465251">
                  <a:moveTo>
                    <a:pt x="232626" y="0"/>
                  </a:moveTo>
                  <a:cubicBezTo>
                    <a:pt x="104167" y="0"/>
                    <a:pt x="0" y="104167"/>
                    <a:pt x="0" y="232626"/>
                  </a:cubicBezTo>
                  <a:cubicBezTo>
                    <a:pt x="0" y="361085"/>
                    <a:pt x="104167" y="465252"/>
                    <a:pt x="232626" y="465252"/>
                  </a:cubicBezTo>
                  <a:cubicBezTo>
                    <a:pt x="361085" y="465252"/>
                    <a:pt x="465252" y="361085"/>
                    <a:pt x="465252" y="232626"/>
                  </a:cubicBezTo>
                  <a:cubicBezTo>
                    <a:pt x="465252" y="104167"/>
                    <a:pt x="361085" y="0"/>
                    <a:pt x="232626" y="0"/>
                  </a:cubicBezTo>
                  <a:close/>
                  <a:moveTo>
                    <a:pt x="278296" y="333035"/>
                  </a:moveTo>
                  <a:lnTo>
                    <a:pt x="266506" y="296758"/>
                  </a:lnTo>
                  <a:lnTo>
                    <a:pt x="196219" y="296758"/>
                  </a:lnTo>
                  <a:lnTo>
                    <a:pt x="184689" y="333035"/>
                  </a:lnTo>
                  <a:lnTo>
                    <a:pt x="134678" y="333035"/>
                  </a:lnTo>
                  <a:lnTo>
                    <a:pt x="206908" y="132087"/>
                  </a:lnTo>
                  <a:lnTo>
                    <a:pt x="258085" y="132087"/>
                  </a:lnTo>
                  <a:lnTo>
                    <a:pt x="330574" y="333035"/>
                  </a:lnTo>
                  <a:lnTo>
                    <a:pt x="278296" y="333035"/>
                  </a:lnTo>
                  <a:close/>
                </a:path>
              </a:pathLst>
            </a:custGeom>
            <a:solidFill>
              <a:srgbClr val="000000"/>
            </a:solidFill>
            <a:ln w="6471" cap="flat">
              <a:noFill/>
              <a:prstDash val="solid"/>
              <a:miter/>
            </a:ln>
          </p:spPr>
          <p:txBody>
            <a:bodyPr rtlCol="0" anchor="ctr"/>
            <a:lstStyle/>
            <a:p>
              <a:endParaRPr lang="en-GB"/>
            </a:p>
          </p:txBody>
        </p:sp>
      </p:grpSp>
      <p:sp>
        <p:nvSpPr>
          <p:cNvPr id="180" name="Freeform: Shape 179">
            <a:extLst>
              <a:ext uri="{FF2B5EF4-FFF2-40B4-BE49-F238E27FC236}">
                <a16:creationId xmlns:a16="http://schemas.microsoft.com/office/drawing/2014/main" id="{1FCACBBF-8DD5-67AD-6B79-B1B7390CFB36}"/>
              </a:ext>
            </a:extLst>
          </p:cNvPr>
          <p:cNvSpPr/>
          <p:nvPr/>
        </p:nvSpPr>
        <p:spPr>
          <a:xfrm>
            <a:off x="597429" y="4763456"/>
            <a:ext cx="465251" cy="465251"/>
          </a:xfrm>
          <a:custGeom>
            <a:avLst/>
            <a:gdLst>
              <a:gd name="connsiteX0" fmla="*/ 232626 w 465251"/>
              <a:gd name="connsiteY0" fmla="*/ 0 h 465251"/>
              <a:gd name="connsiteX1" fmla="*/ 0 w 465251"/>
              <a:gd name="connsiteY1" fmla="*/ 232626 h 465251"/>
              <a:gd name="connsiteX2" fmla="*/ 232626 w 465251"/>
              <a:gd name="connsiteY2" fmla="*/ 465252 h 465251"/>
              <a:gd name="connsiteX3" fmla="*/ 465252 w 465251"/>
              <a:gd name="connsiteY3" fmla="*/ 232626 h 465251"/>
              <a:gd name="connsiteX4" fmla="*/ 232626 w 465251"/>
              <a:gd name="connsiteY4" fmla="*/ 0 h 465251"/>
              <a:gd name="connsiteX5" fmla="*/ 302330 w 465251"/>
              <a:gd name="connsiteY5" fmla="*/ 314508 h 465251"/>
              <a:gd name="connsiteX6" fmla="*/ 238003 w 465251"/>
              <a:gd name="connsiteY6" fmla="*/ 337246 h 465251"/>
              <a:gd name="connsiteX7" fmla="*/ 138824 w 465251"/>
              <a:gd name="connsiteY7" fmla="*/ 233015 h 465251"/>
              <a:gd name="connsiteX8" fmla="*/ 237744 w 465251"/>
              <a:gd name="connsiteY8" fmla="*/ 127941 h 465251"/>
              <a:gd name="connsiteX9" fmla="*/ 295074 w 465251"/>
              <a:gd name="connsiteY9" fmla="*/ 145626 h 465251"/>
              <a:gd name="connsiteX10" fmla="*/ 325132 w 465251"/>
              <a:gd name="connsiteY10" fmla="*/ 201013 h 465251"/>
              <a:gd name="connsiteX11" fmla="*/ 275381 w 465251"/>
              <a:gd name="connsiteY11" fmla="*/ 201013 h 465251"/>
              <a:gd name="connsiteX12" fmla="*/ 237420 w 465251"/>
              <a:gd name="connsiteY12" fmla="*/ 169271 h 465251"/>
              <a:gd name="connsiteX13" fmla="*/ 189353 w 465251"/>
              <a:gd name="connsiteY13" fmla="*/ 233079 h 465251"/>
              <a:gd name="connsiteX14" fmla="*/ 237679 w 465251"/>
              <a:gd name="connsiteY14" fmla="*/ 296564 h 465251"/>
              <a:gd name="connsiteX15" fmla="*/ 276741 w 465251"/>
              <a:gd name="connsiteY15" fmla="*/ 263138 h 465251"/>
              <a:gd name="connsiteX16" fmla="*/ 326493 w 465251"/>
              <a:gd name="connsiteY16" fmla="*/ 263138 h 465251"/>
              <a:gd name="connsiteX17" fmla="*/ 302330 w 465251"/>
              <a:gd name="connsiteY17" fmla="*/ 314573 h 465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5251" h="465251">
                <a:moveTo>
                  <a:pt x="232626" y="0"/>
                </a:moveTo>
                <a:cubicBezTo>
                  <a:pt x="104167" y="0"/>
                  <a:pt x="0" y="104167"/>
                  <a:pt x="0" y="232626"/>
                </a:cubicBezTo>
                <a:cubicBezTo>
                  <a:pt x="0" y="361085"/>
                  <a:pt x="104167" y="465252"/>
                  <a:pt x="232626" y="465252"/>
                </a:cubicBezTo>
                <a:cubicBezTo>
                  <a:pt x="361085" y="465252"/>
                  <a:pt x="465252" y="361085"/>
                  <a:pt x="465252" y="232626"/>
                </a:cubicBezTo>
                <a:cubicBezTo>
                  <a:pt x="465252" y="104167"/>
                  <a:pt x="361085" y="0"/>
                  <a:pt x="232626" y="0"/>
                </a:cubicBezTo>
                <a:close/>
                <a:moveTo>
                  <a:pt x="302330" y="314508"/>
                </a:moveTo>
                <a:cubicBezTo>
                  <a:pt x="286847" y="329408"/>
                  <a:pt x="266377" y="337246"/>
                  <a:pt x="238003" y="337246"/>
                </a:cubicBezTo>
                <a:cubicBezTo>
                  <a:pt x="178988" y="337246"/>
                  <a:pt x="138824" y="293131"/>
                  <a:pt x="138824" y="233015"/>
                </a:cubicBezTo>
                <a:cubicBezTo>
                  <a:pt x="138824" y="172899"/>
                  <a:pt x="177887" y="127941"/>
                  <a:pt x="237744" y="127941"/>
                </a:cubicBezTo>
                <a:cubicBezTo>
                  <a:pt x="261065" y="127941"/>
                  <a:pt x="280758" y="134678"/>
                  <a:pt x="295074" y="145626"/>
                </a:cubicBezTo>
                <a:cubicBezTo>
                  <a:pt x="312500" y="158841"/>
                  <a:pt x="322606" y="178534"/>
                  <a:pt x="325132" y="201013"/>
                </a:cubicBezTo>
                <a:lnTo>
                  <a:pt x="275381" y="201013"/>
                </a:lnTo>
                <a:cubicBezTo>
                  <a:pt x="272855" y="183004"/>
                  <a:pt x="258797" y="169271"/>
                  <a:pt x="237420" y="169271"/>
                </a:cubicBezTo>
                <a:cubicBezTo>
                  <a:pt x="204835" y="169271"/>
                  <a:pt x="189353" y="196543"/>
                  <a:pt x="189353" y="233079"/>
                </a:cubicBezTo>
                <a:cubicBezTo>
                  <a:pt x="189353" y="269616"/>
                  <a:pt x="207880" y="296564"/>
                  <a:pt x="237679" y="296564"/>
                </a:cubicBezTo>
                <a:cubicBezTo>
                  <a:pt x="259898" y="296564"/>
                  <a:pt x="274474" y="282507"/>
                  <a:pt x="276741" y="263138"/>
                </a:cubicBezTo>
                <a:lnTo>
                  <a:pt x="326493" y="263138"/>
                </a:lnTo>
                <a:cubicBezTo>
                  <a:pt x="325067" y="283090"/>
                  <a:pt x="316128" y="301358"/>
                  <a:pt x="302330" y="314573"/>
                </a:cubicBezTo>
                <a:close/>
              </a:path>
            </a:pathLst>
          </a:custGeom>
          <a:solidFill>
            <a:srgbClr val="000000"/>
          </a:solidFill>
          <a:ln w="6471" cap="flat">
            <a:noFill/>
            <a:prstDash val="solid"/>
            <a:miter/>
          </a:ln>
        </p:spPr>
        <p:txBody>
          <a:bodyPr rtlCol="0" anchor="ctr"/>
          <a:lstStyle/>
          <a:p>
            <a:endParaRPr lang="en-GB"/>
          </a:p>
        </p:txBody>
      </p:sp>
      <p:sp>
        <p:nvSpPr>
          <p:cNvPr id="233" name="Freeform: Shape 232">
            <a:extLst>
              <a:ext uri="{FF2B5EF4-FFF2-40B4-BE49-F238E27FC236}">
                <a16:creationId xmlns:a16="http://schemas.microsoft.com/office/drawing/2014/main" id="{BDF41C7B-0F6D-C35B-98A0-E3C1A5B19322}"/>
              </a:ext>
            </a:extLst>
          </p:cNvPr>
          <p:cNvSpPr/>
          <p:nvPr/>
        </p:nvSpPr>
        <p:spPr>
          <a:xfrm>
            <a:off x="597429" y="5485238"/>
            <a:ext cx="465251" cy="465251"/>
          </a:xfrm>
          <a:custGeom>
            <a:avLst/>
            <a:gdLst>
              <a:gd name="connsiteX0" fmla="*/ 232626 w 465251"/>
              <a:gd name="connsiteY0" fmla="*/ 0 h 465251"/>
              <a:gd name="connsiteX1" fmla="*/ 0 w 465251"/>
              <a:gd name="connsiteY1" fmla="*/ 232626 h 465251"/>
              <a:gd name="connsiteX2" fmla="*/ 232626 w 465251"/>
              <a:gd name="connsiteY2" fmla="*/ 465252 h 465251"/>
              <a:gd name="connsiteX3" fmla="*/ 465252 w 465251"/>
              <a:gd name="connsiteY3" fmla="*/ 232626 h 465251"/>
              <a:gd name="connsiteX4" fmla="*/ 232626 w 465251"/>
              <a:gd name="connsiteY4" fmla="*/ 0 h 465251"/>
              <a:gd name="connsiteX5" fmla="*/ 316193 w 465251"/>
              <a:gd name="connsiteY5" fmla="*/ 174259 h 465251"/>
              <a:gd name="connsiteX6" fmla="*/ 257178 w 465251"/>
              <a:gd name="connsiteY6" fmla="*/ 174259 h 465251"/>
              <a:gd name="connsiteX7" fmla="*/ 257178 w 465251"/>
              <a:gd name="connsiteY7" fmla="*/ 333035 h 465251"/>
              <a:gd name="connsiteX8" fmla="*/ 207426 w 465251"/>
              <a:gd name="connsiteY8" fmla="*/ 333035 h 465251"/>
              <a:gd name="connsiteX9" fmla="*/ 207426 w 465251"/>
              <a:gd name="connsiteY9" fmla="*/ 174259 h 465251"/>
              <a:gd name="connsiteX10" fmla="*/ 148995 w 465251"/>
              <a:gd name="connsiteY10" fmla="*/ 174259 h 465251"/>
              <a:gd name="connsiteX11" fmla="*/ 148995 w 465251"/>
              <a:gd name="connsiteY11" fmla="*/ 132087 h 465251"/>
              <a:gd name="connsiteX12" fmla="*/ 316193 w 465251"/>
              <a:gd name="connsiteY12" fmla="*/ 132087 h 465251"/>
              <a:gd name="connsiteX13" fmla="*/ 316193 w 465251"/>
              <a:gd name="connsiteY13" fmla="*/ 174259 h 465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5251" h="465251">
                <a:moveTo>
                  <a:pt x="232626" y="0"/>
                </a:moveTo>
                <a:cubicBezTo>
                  <a:pt x="104167" y="0"/>
                  <a:pt x="0" y="104166"/>
                  <a:pt x="0" y="232626"/>
                </a:cubicBezTo>
                <a:cubicBezTo>
                  <a:pt x="0" y="361085"/>
                  <a:pt x="104167" y="465252"/>
                  <a:pt x="232626" y="465252"/>
                </a:cubicBezTo>
                <a:cubicBezTo>
                  <a:pt x="361085" y="465252"/>
                  <a:pt x="465252" y="361085"/>
                  <a:pt x="465252" y="232626"/>
                </a:cubicBezTo>
                <a:cubicBezTo>
                  <a:pt x="465252" y="104166"/>
                  <a:pt x="361085" y="0"/>
                  <a:pt x="232626" y="0"/>
                </a:cubicBezTo>
                <a:close/>
                <a:moveTo>
                  <a:pt x="316193" y="174259"/>
                </a:moveTo>
                <a:lnTo>
                  <a:pt x="257178" y="174259"/>
                </a:lnTo>
                <a:lnTo>
                  <a:pt x="257178" y="333035"/>
                </a:lnTo>
                <a:lnTo>
                  <a:pt x="207426" y="333035"/>
                </a:lnTo>
                <a:lnTo>
                  <a:pt x="207426" y="174259"/>
                </a:lnTo>
                <a:lnTo>
                  <a:pt x="148995" y="174259"/>
                </a:lnTo>
                <a:lnTo>
                  <a:pt x="148995" y="132087"/>
                </a:lnTo>
                <a:lnTo>
                  <a:pt x="316193" y="132087"/>
                </a:lnTo>
                <a:lnTo>
                  <a:pt x="316193" y="174259"/>
                </a:lnTo>
                <a:close/>
              </a:path>
            </a:pathLst>
          </a:custGeom>
          <a:solidFill>
            <a:srgbClr val="000000"/>
          </a:solidFill>
          <a:ln w="6471" cap="flat">
            <a:noFill/>
            <a:prstDash val="solid"/>
            <a:miter/>
          </a:ln>
        </p:spPr>
        <p:txBody>
          <a:bodyPr rtlCol="0" anchor="ctr"/>
          <a:lstStyle/>
          <a:p>
            <a:endParaRPr lang="en-GB"/>
          </a:p>
        </p:txBody>
      </p:sp>
      <p:sp>
        <p:nvSpPr>
          <p:cNvPr id="9" name="Text Placeholder 9">
            <a:extLst>
              <a:ext uri="{FF2B5EF4-FFF2-40B4-BE49-F238E27FC236}">
                <a16:creationId xmlns:a16="http://schemas.microsoft.com/office/drawing/2014/main" id="{31881E8A-CBBC-21EE-8B54-D69A2D1A2C33}"/>
              </a:ext>
            </a:extLst>
          </p:cNvPr>
          <p:cNvSpPr>
            <a:spLocks noGrp="1" noChangeAspect="1"/>
          </p:cNvSpPr>
          <p:nvPr>
            <p:ph type="body" sz="quarter" idx="49"/>
          </p:nvPr>
        </p:nvSpPr>
        <p:spPr>
          <a:xfrm>
            <a:off x="10899797" y="6167885"/>
            <a:ext cx="829301" cy="290983"/>
          </a:xfrm>
          <a:prstGeom prst="rect">
            <a:avLst/>
          </a:prstGeom>
          <a:blipFill>
            <a:blip>
              <a:extLst>
                <a:ext uri="{96DAC541-7B7A-43D3-8B79-37D633B846F1}">
                  <asvg:svgBlip xmlns:asvg="http://schemas.microsoft.com/office/drawing/2016/SVG/main" r:embed="rId7"/>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240" name="TextBox 239">
            <a:extLst>
              <a:ext uri="{FF2B5EF4-FFF2-40B4-BE49-F238E27FC236}">
                <a16:creationId xmlns:a16="http://schemas.microsoft.com/office/drawing/2014/main" id="{85C70211-C794-FA39-02E1-3D8EC8336B7A}"/>
              </a:ext>
            </a:extLst>
          </p:cNvPr>
          <p:cNvSpPr txBox="1"/>
          <p:nvPr/>
        </p:nvSpPr>
        <p:spPr>
          <a:xfrm>
            <a:off x="1013912" y="1832699"/>
            <a:ext cx="1124026" cy="400110"/>
          </a:xfrm>
          <a:prstGeom prst="rect">
            <a:avLst/>
          </a:prstGeom>
          <a:noFill/>
        </p:spPr>
        <p:txBody>
          <a:bodyPr wrap="none" rtlCol="0" anchor="ctr">
            <a:spAutoFit/>
          </a:bodyPr>
          <a:lstStyle/>
          <a:p>
            <a:pPr algn="l"/>
            <a:r>
              <a:rPr kumimoji="0" lang="en-US" sz="2000" b="1" i="0" u="none" strike="noStrike" kern="1200" cap="none" spc="0" normalizeH="0" baseline="0" noProof="0">
                <a:ln>
                  <a:noFill/>
                </a:ln>
                <a:solidFill>
                  <a:schemeClr val="tx1"/>
                </a:solidFill>
                <a:effectLst/>
                <a:uLnTx/>
                <a:uFillTx/>
                <a:latin typeface="+mj-lt"/>
                <a:ea typeface="+mn-ea"/>
                <a:cs typeface="+mn-cs"/>
              </a:rPr>
              <a:t>ntegrity</a:t>
            </a:r>
            <a:endParaRPr lang="en-GB" sz="2000" b="1" spc="0">
              <a:solidFill>
                <a:schemeClr val="tx1"/>
              </a:solidFill>
              <a:latin typeface="+mj-lt"/>
            </a:endParaRPr>
          </a:p>
        </p:txBody>
      </p:sp>
      <p:sp>
        <p:nvSpPr>
          <p:cNvPr id="238" name="TextBox 237">
            <a:extLst>
              <a:ext uri="{FF2B5EF4-FFF2-40B4-BE49-F238E27FC236}">
                <a16:creationId xmlns:a16="http://schemas.microsoft.com/office/drawing/2014/main" id="{2030AB42-C74E-FBD2-24FD-783F74038957}"/>
              </a:ext>
            </a:extLst>
          </p:cNvPr>
          <p:cNvSpPr txBox="1"/>
          <p:nvPr/>
        </p:nvSpPr>
        <p:spPr>
          <a:xfrm>
            <a:off x="1013912" y="2593952"/>
            <a:ext cx="1338828"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tx1"/>
                </a:solidFill>
                <a:effectLst/>
                <a:uLnTx/>
                <a:uFillTx/>
                <a:latin typeface="+mj-lt"/>
                <a:ea typeface="+mn-ea"/>
                <a:cs typeface="+mn-cs"/>
              </a:rPr>
              <a:t>omentum</a:t>
            </a:r>
          </a:p>
        </p:txBody>
      </p:sp>
      <p:sp>
        <p:nvSpPr>
          <p:cNvPr id="239" name="TextBox 238">
            <a:extLst>
              <a:ext uri="{FF2B5EF4-FFF2-40B4-BE49-F238E27FC236}">
                <a16:creationId xmlns:a16="http://schemas.microsoft.com/office/drawing/2014/main" id="{BCAD621B-7827-73FE-3D6E-CA4895ABDA64}"/>
              </a:ext>
            </a:extLst>
          </p:cNvPr>
          <p:cNvSpPr txBox="1"/>
          <p:nvPr/>
        </p:nvSpPr>
        <p:spPr>
          <a:xfrm>
            <a:off x="1013912" y="3329861"/>
            <a:ext cx="997389" cy="400110"/>
          </a:xfrm>
          <a:prstGeom prst="rect">
            <a:avLst/>
          </a:prstGeom>
          <a:noFill/>
        </p:spPr>
        <p:txBody>
          <a:bodyPr wrap="none" rtlCol="0" anchor="ctr">
            <a:spAutoFit/>
          </a:bodyPr>
          <a:lstStyle/>
          <a:p>
            <a:pPr algn="l"/>
            <a:r>
              <a:rPr kumimoji="0" lang="en-US" sz="2000" b="1" i="0" u="none" strike="noStrike" kern="1200" cap="none" spc="0" normalizeH="0" baseline="0" noProof="0">
                <a:ln>
                  <a:noFill/>
                </a:ln>
                <a:solidFill>
                  <a:schemeClr val="tx1"/>
                </a:solidFill>
                <a:effectLst/>
                <a:uLnTx/>
                <a:uFillTx/>
                <a:latin typeface="+mj-lt"/>
                <a:ea typeface="+mn-ea"/>
                <a:cs typeface="+mn-cs"/>
              </a:rPr>
              <a:t>assion</a:t>
            </a:r>
            <a:endParaRPr lang="en-GB" sz="2000" b="1" spc="0">
              <a:solidFill>
                <a:schemeClr val="tx1"/>
              </a:solidFill>
              <a:latin typeface="+mj-lt"/>
            </a:endParaRPr>
          </a:p>
        </p:txBody>
      </p:sp>
      <p:sp>
        <p:nvSpPr>
          <p:cNvPr id="241" name="TextBox 240">
            <a:extLst>
              <a:ext uri="{FF2B5EF4-FFF2-40B4-BE49-F238E27FC236}">
                <a16:creationId xmlns:a16="http://schemas.microsoft.com/office/drawing/2014/main" id="{680AC92F-9C01-FDEE-6EF5-46BB6689EA59}"/>
              </a:ext>
            </a:extLst>
          </p:cNvPr>
          <p:cNvSpPr txBox="1"/>
          <p:nvPr/>
        </p:nvSpPr>
        <p:spPr>
          <a:xfrm>
            <a:off x="1013912" y="4060965"/>
            <a:ext cx="1765227"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a:solidFill>
                  <a:schemeClr val="tx1"/>
                </a:solidFill>
                <a:latin typeface="+mj-lt"/>
              </a:rPr>
              <a:t>ccountability</a:t>
            </a:r>
            <a:endParaRPr kumimoji="0" lang="en-US" sz="2000" b="1" i="0" u="none" strike="noStrike" kern="1200" cap="none" spc="0" normalizeH="0" baseline="0" noProof="0">
              <a:ln>
                <a:noFill/>
              </a:ln>
              <a:solidFill>
                <a:schemeClr val="tx1"/>
              </a:solidFill>
              <a:effectLst/>
              <a:uLnTx/>
              <a:uFillTx/>
              <a:latin typeface="+mj-lt"/>
              <a:ea typeface="+mn-ea"/>
              <a:cs typeface="+mn-cs"/>
            </a:endParaRPr>
          </a:p>
        </p:txBody>
      </p:sp>
      <p:sp>
        <p:nvSpPr>
          <p:cNvPr id="242" name="TextBox 241">
            <a:extLst>
              <a:ext uri="{FF2B5EF4-FFF2-40B4-BE49-F238E27FC236}">
                <a16:creationId xmlns:a16="http://schemas.microsoft.com/office/drawing/2014/main" id="{BF651E1A-5A51-0273-5140-B230DA12477A}"/>
              </a:ext>
            </a:extLst>
          </p:cNvPr>
          <p:cNvSpPr txBox="1"/>
          <p:nvPr/>
        </p:nvSpPr>
        <p:spPr>
          <a:xfrm>
            <a:off x="1013912" y="4799234"/>
            <a:ext cx="2037737"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err="1">
                <a:solidFill>
                  <a:schemeClr val="tx1"/>
                </a:solidFill>
                <a:latin typeface="+mj-lt"/>
              </a:rPr>
              <a:t>ustomer</a:t>
            </a:r>
            <a:r>
              <a:rPr lang="en-GB" sz="2000" b="1">
                <a:solidFill>
                  <a:schemeClr val="tx1"/>
                </a:solidFill>
                <a:latin typeface="+mj-lt"/>
              </a:rPr>
              <a:t>-Focus</a:t>
            </a:r>
            <a:endParaRPr kumimoji="0" lang="en-US" sz="2000" b="1" i="0" u="none" strike="noStrike" kern="1200" cap="none" spc="0" normalizeH="0" baseline="0" noProof="0">
              <a:ln>
                <a:noFill/>
              </a:ln>
              <a:solidFill>
                <a:schemeClr val="tx1"/>
              </a:solidFill>
              <a:effectLst/>
              <a:uLnTx/>
              <a:uFillTx/>
              <a:latin typeface="+mj-lt"/>
              <a:ea typeface="+mn-ea"/>
              <a:cs typeface="+mn-cs"/>
            </a:endParaRPr>
          </a:p>
        </p:txBody>
      </p:sp>
      <p:sp>
        <p:nvSpPr>
          <p:cNvPr id="243" name="TextBox 242">
            <a:extLst>
              <a:ext uri="{FF2B5EF4-FFF2-40B4-BE49-F238E27FC236}">
                <a16:creationId xmlns:a16="http://schemas.microsoft.com/office/drawing/2014/main" id="{90D9A840-DC04-8A8E-A551-4AF539B34C7C}"/>
              </a:ext>
            </a:extLst>
          </p:cNvPr>
          <p:cNvSpPr txBox="1"/>
          <p:nvPr/>
        </p:nvSpPr>
        <p:spPr>
          <a:xfrm>
            <a:off x="1013912" y="5527817"/>
            <a:ext cx="668773" cy="400110"/>
          </a:xfrm>
          <a:prstGeom prst="rect">
            <a:avLst/>
          </a:prstGeom>
          <a:noFill/>
        </p:spPr>
        <p:txBody>
          <a:bodyPr wrap="none" rtlCol="0" anchor="ctr">
            <a:spAutoFit/>
          </a:bodyPr>
          <a:lstStyle/>
          <a:p>
            <a:pPr algn="l"/>
            <a:r>
              <a:rPr lang="en-GB" sz="2000" b="1">
                <a:solidFill>
                  <a:schemeClr val="tx1"/>
                </a:solidFill>
                <a:latin typeface="+mj-lt"/>
              </a:rPr>
              <a:t>rust</a:t>
            </a:r>
            <a:endParaRPr lang="en-GB" sz="2000" b="1" spc="0">
              <a:solidFill>
                <a:schemeClr val="tx1"/>
              </a:solidFill>
              <a:latin typeface="+mj-lt"/>
            </a:endParaRPr>
          </a:p>
        </p:txBody>
      </p:sp>
      <p:sp>
        <p:nvSpPr>
          <p:cNvPr id="245" name="TextBox 244">
            <a:extLst>
              <a:ext uri="{FF2B5EF4-FFF2-40B4-BE49-F238E27FC236}">
                <a16:creationId xmlns:a16="http://schemas.microsoft.com/office/drawing/2014/main" id="{B348638D-5C9F-A3DC-192A-EF1F190E40D0}"/>
              </a:ext>
            </a:extLst>
          </p:cNvPr>
          <p:cNvSpPr txBox="1"/>
          <p:nvPr/>
        </p:nvSpPr>
        <p:spPr>
          <a:xfrm>
            <a:off x="3371178" y="1838534"/>
            <a:ext cx="4789842" cy="430887"/>
          </a:xfrm>
          <a:prstGeom prst="rect">
            <a:avLst/>
          </a:prstGeom>
          <a:noFill/>
        </p:spPr>
        <p:txBody>
          <a:bodyPr wrap="square" rtlCol="0" anchor="ctr">
            <a:spAutoFit/>
          </a:bodyPr>
          <a:lstStyle/>
          <a:p>
            <a:r>
              <a:rPr lang="en-US" sz="1100">
                <a:solidFill>
                  <a:schemeClr val="tx1"/>
                </a:solidFill>
              </a:rPr>
              <a:t>We consistently do what’s right and build credibility through honesty, transparency, and speaking up.</a:t>
            </a:r>
          </a:p>
        </p:txBody>
      </p:sp>
      <p:sp>
        <p:nvSpPr>
          <p:cNvPr id="246" name="TextBox 245">
            <a:extLst>
              <a:ext uri="{FF2B5EF4-FFF2-40B4-BE49-F238E27FC236}">
                <a16:creationId xmlns:a16="http://schemas.microsoft.com/office/drawing/2014/main" id="{F42CB976-A28E-BE3F-3F55-D478B5F6D9F1}"/>
              </a:ext>
            </a:extLst>
          </p:cNvPr>
          <p:cNvSpPr txBox="1"/>
          <p:nvPr/>
        </p:nvSpPr>
        <p:spPr>
          <a:xfrm>
            <a:off x="3371178" y="4787044"/>
            <a:ext cx="4789842" cy="430887"/>
          </a:xfrm>
          <a:prstGeom prst="rect">
            <a:avLst/>
          </a:prstGeom>
          <a:noFill/>
        </p:spPr>
        <p:txBody>
          <a:bodyPr wrap="square" rtlCol="0" anchor="ctr">
            <a:spAutoFit/>
          </a:bodyPr>
          <a:lstStyle/>
          <a:p>
            <a:pPr lvl="0">
              <a:defRPr/>
            </a:pPr>
            <a:r>
              <a:rPr lang="en-US" sz="1100">
                <a:solidFill>
                  <a:schemeClr val="tx1"/>
                </a:solidFill>
              </a:rPr>
              <a:t>We are driven by customer success, building loyalty and lasting partnerships with all our stakeholders.</a:t>
            </a:r>
            <a:endParaRPr lang="en-US" sz="1050">
              <a:solidFill>
                <a:schemeClr val="tx1"/>
              </a:solidFill>
            </a:endParaRPr>
          </a:p>
        </p:txBody>
      </p:sp>
      <p:sp>
        <p:nvSpPr>
          <p:cNvPr id="247" name="TextBox 246">
            <a:extLst>
              <a:ext uri="{FF2B5EF4-FFF2-40B4-BE49-F238E27FC236}">
                <a16:creationId xmlns:a16="http://schemas.microsoft.com/office/drawing/2014/main" id="{5E6019DA-311A-7607-E2B3-F6FA50C470CF}"/>
              </a:ext>
            </a:extLst>
          </p:cNvPr>
          <p:cNvSpPr txBox="1"/>
          <p:nvPr/>
        </p:nvSpPr>
        <p:spPr>
          <a:xfrm>
            <a:off x="3371178" y="2580009"/>
            <a:ext cx="4789842" cy="430887"/>
          </a:xfrm>
          <a:prstGeom prst="rect">
            <a:avLst/>
          </a:prstGeom>
          <a:noFill/>
        </p:spPr>
        <p:txBody>
          <a:bodyPr wrap="square" rtlCol="0" anchor="ctr">
            <a:spAutoFit/>
          </a:bodyPr>
          <a:lstStyle/>
          <a:p>
            <a:r>
              <a:rPr lang="en-US" sz="1100"/>
              <a:t>We embrace change with resilience, pioneer new solutions, and drive continuous improvement together, moving with pace. </a:t>
            </a:r>
          </a:p>
        </p:txBody>
      </p:sp>
      <p:sp>
        <p:nvSpPr>
          <p:cNvPr id="248" name="TextBox 247">
            <a:extLst>
              <a:ext uri="{FF2B5EF4-FFF2-40B4-BE49-F238E27FC236}">
                <a16:creationId xmlns:a16="http://schemas.microsoft.com/office/drawing/2014/main" id="{ECB072F0-BBF9-9380-35FD-EA29CBDA72F4}"/>
              </a:ext>
            </a:extLst>
          </p:cNvPr>
          <p:cNvSpPr txBox="1"/>
          <p:nvPr/>
        </p:nvSpPr>
        <p:spPr>
          <a:xfrm>
            <a:off x="3371178" y="3306272"/>
            <a:ext cx="4789842" cy="430887"/>
          </a:xfrm>
          <a:prstGeom prst="rect">
            <a:avLst/>
          </a:prstGeom>
          <a:noFill/>
        </p:spPr>
        <p:txBody>
          <a:bodyPr wrap="square" rtlCol="0" anchor="ctr">
            <a:spAutoFit/>
          </a:bodyPr>
          <a:lstStyle/>
          <a:p>
            <a:r>
              <a:rPr lang="en-US" sz="1100"/>
              <a:t>We always aim to go beyond expectations, deliver with excellence and a growth mindset.</a:t>
            </a:r>
          </a:p>
        </p:txBody>
      </p:sp>
      <p:sp>
        <p:nvSpPr>
          <p:cNvPr id="249" name="TextBox 248">
            <a:extLst>
              <a:ext uri="{FF2B5EF4-FFF2-40B4-BE49-F238E27FC236}">
                <a16:creationId xmlns:a16="http://schemas.microsoft.com/office/drawing/2014/main" id="{0E252932-4DDA-5D01-20BB-D08236594482}"/>
              </a:ext>
            </a:extLst>
          </p:cNvPr>
          <p:cNvSpPr txBox="1"/>
          <p:nvPr/>
        </p:nvSpPr>
        <p:spPr>
          <a:xfrm>
            <a:off x="3371178" y="4037887"/>
            <a:ext cx="4789842" cy="430887"/>
          </a:xfrm>
          <a:prstGeom prst="rect">
            <a:avLst/>
          </a:prstGeom>
          <a:noFill/>
        </p:spPr>
        <p:txBody>
          <a:bodyPr wrap="square" rtlCol="0" anchor="ctr">
            <a:spAutoFit/>
          </a:bodyPr>
          <a:lstStyle/>
          <a:p>
            <a:r>
              <a:rPr lang="en-US" sz="1100"/>
              <a:t>We take ownership, follow through on commitments, stay humble, and drive real impact. </a:t>
            </a:r>
          </a:p>
        </p:txBody>
      </p:sp>
      <p:sp>
        <p:nvSpPr>
          <p:cNvPr id="250" name="TextBox 249">
            <a:extLst>
              <a:ext uri="{FF2B5EF4-FFF2-40B4-BE49-F238E27FC236}">
                <a16:creationId xmlns:a16="http://schemas.microsoft.com/office/drawing/2014/main" id="{C0E56E1D-4E8E-1BF4-96E2-5CAE14B8E27A}"/>
              </a:ext>
            </a:extLst>
          </p:cNvPr>
          <p:cNvSpPr txBox="1"/>
          <p:nvPr/>
        </p:nvSpPr>
        <p:spPr>
          <a:xfrm>
            <a:off x="3371178" y="5504213"/>
            <a:ext cx="4789842" cy="430887"/>
          </a:xfrm>
          <a:prstGeom prst="rect">
            <a:avLst/>
          </a:prstGeom>
          <a:noFill/>
        </p:spPr>
        <p:txBody>
          <a:bodyPr wrap="square" rtlCol="0" anchor="ctr">
            <a:spAutoFit/>
          </a:bodyPr>
          <a:lstStyle/>
          <a:p>
            <a:r>
              <a:rPr lang="en-US" sz="1100"/>
              <a:t>We put people at the heart of everything, fostering empathy, empowerment, and respect in an environment where everyone can thrive.</a:t>
            </a:r>
          </a:p>
        </p:txBody>
      </p:sp>
      <p:grpSp>
        <p:nvGrpSpPr>
          <p:cNvPr id="261" name="Group 260">
            <a:extLst>
              <a:ext uri="{FF2B5EF4-FFF2-40B4-BE49-F238E27FC236}">
                <a16:creationId xmlns:a16="http://schemas.microsoft.com/office/drawing/2014/main" id="{6CFA15F5-6DF3-200F-A84A-55799BD05827}"/>
              </a:ext>
            </a:extLst>
          </p:cNvPr>
          <p:cNvGrpSpPr/>
          <p:nvPr userDrawn="1"/>
        </p:nvGrpSpPr>
        <p:grpSpPr>
          <a:xfrm>
            <a:off x="457634" y="1694686"/>
            <a:ext cx="7802446" cy="4383874"/>
            <a:chOff x="549074" y="1565146"/>
            <a:chExt cx="7970086" cy="4383874"/>
          </a:xfrm>
        </p:grpSpPr>
        <p:cxnSp>
          <p:nvCxnSpPr>
            <p:cNvPr id="252" name="Straight Connector 251">
              <a:extLst>
                <a:ext uri="{FF2B5EF4-FFF2-40B4-BE49-F238E27FC236}">
                  <a16:creationId xmlns:a16="http://schemas.microsoft.com/office/drawing/2014/main" id="{96DB497B-37F6-2E4F-6E0B-5C0596566784}"/>
                </a:ext>
              </a:extLst>
            </p:cNvPr>
            <p:cNvCxnSpPr>
              <a:cxnSpLocks/>
            </p:cNvCxnSpPr>
            <p:nvPr userDrawn="1"/>
          </p:nvCxnSpPr>
          <p:spPr>
            <a:xfrm>
              <a:off x="549074" y="1565146"/>
              <a:ext cx="79700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4EFD485E-3570-696F-3647-C5413BD39230}"/>
                </a:ext>
              </a:extLst>
            </p:cNvPr>
            <p:cNvCxnSpPr>
              <a:cxnSpLocks/>
            </p:cNvCxnSpPr>
            <p:nvPr userDrawn="1"/>
          </p:nvCxnSpPr>
          <p:spPr>
            <a:xfrm>
              <a:off x="549074" y="2293729"/>
              <a:ext cx="79700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5DF40E9D-6230-6372-6DDD-AC617C54F3BA}"/>
                </a:ext>
              </a:extLst>
            </p:cNvPr>
            <p:cNvCxnSpPr>
              <a:cxnSpLocks/>
            </p:cNvCxnSpPr>
            <p:nvPr userDrawn="1"/>
          </p:nvCxnSpPr>
          <p:spPr>
            <a:xfrm>
              <a:off x="549074" y="3028791"/>
              <a:ext cx="79700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307ABC92-03A4-23FD-040A-7B08E5F0C964}"/>
                </a:ext>
              </a:extLst>
            </p:cNvPr>
            <p:cNvCxnSpPr>
              <a:cxnSpLocks/>
            </p:cNvCxnSpPr>
            <p:nvPr userDrawn="1"/>
          </p:nvCxnSpPr>
          <p:spPr>
            <a:xfrm>
              <a:off x="549074" y="3763917"/>
              <a:ext cx="79700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6E1253F-C393-54F8-526F-0289963796BD}"/>
                </a:ext>
              </a:extLst>
            </p:cNvPr>
            <p:cNvCxnSpPr>
              <a:cxnSpLocks/>
            </p:cNvCxnSpPr>
            <p:nvPr userDrawn="1"/>
          </p:nvCxnSpPr>
          <p:spPr>
            <a:xfrm>
              <a:off x="549074" y="4498979"/>
              <a:ext cx="79700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9DC842FF-2595-9295-C034-A5D339433B7E}"/>
                </a:ext>
              </a:extLst>
            </p:cNvPr>
            <p:cNvCxnSpPr>
              <a:cxnSpLocks/>
            </p:cNvCxnSpPr>
            <p:nvPr userDrawn="1"/>
          </p:nvCxnSpPr>
          <p:spPr>
            <a:xfrm>
              <a:off x="549074" y="5237220"/>
              <a:ext cx="79700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A4449326-BB71-49C2-8227-85D97E4ED699}"/>
                </a:ext>
              </a:extLst>
            </p:cNvPr>
            <p:cNvCxnSpPr>
              <a:cxnSpLocks/>
            </p:cNvCxnSpPr>
            <p:nvPr userDrawn="1"/>
          </p:nvCxnSpPr>
          <p:spPr>
            <a:xfrm>
              <a:off x="549074" y="5949020"/>
              <a:ext cx="79700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884439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D8F07111-D7B3-3471-5E87-8A53230F728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65944" y="4042072"/>
            <a:ext cx="1300975" cy="456845"/>
          </a:xfrm>
          <a:prstGeom prst="rect">
            <a:avLst/>
          </a:prstGeom>
        </p:spPr>
      </p:pic>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lvl1pPr>
              <a:spcAft>
                <a:spcPts val="600"/>
              </a:spcAft>
              <a:defRPr/>
            </a:lvl1pPr>
          </a:lstStyle>
          <a:p>
            <a:fld id="{E4C2AD82-1025-4508-97C1-6F7EE5C92734}" type="slidenum">
              <a:rPr lang="en-AU" smtClean="0"/>
              <a:pPr/>
              <a:t>‹#›</a:t>
            </a:fld>
            <a:endParaRPr lang="en-AU"/>
          </a:p>
        </p:txBody>
      </p:sp>
      <p:sp>
        <p:nvSpPr>
          <p:cNvPr id="9" name="Title 1">
            <a:extLst>
              <a:ext uri="{FF2B5EF4-FFF2-40B4-BE49-F238E27FC236}">
                <a16:creationId xmlns:a16="http://schemas.microsoft.com/office/drawing/2014/main" id="{9F5E4218-857A-4F77-65FC-89C1540EE0A7}"/>
              </a:ext>
            </a:extLst>
          </p:cNvPr>
          <p:cNvSpPr>
            <a:spLocks noGrp="1"/>
          </p:cNvSpPr>
          <p:nvPr>
            <p:ph type="title" hasCustomPrompt="1"/>
          </p:nvPr>
        </p:nvSpPr>
        <p:spPr>
          <a:xfrm>
            <a:off x="565943" y="2117179"/>
            <a:ext cx="5011361" cy="1647750"/>
          </a:xfrm>
          <a:prstGeom prst="rect">
            <a:avLst/>
          </a:prstGeom>
        </p:spPr>
        <p:txBody>
          <a:bodyPr lIns="0" tIns="0" rIns="0" bIns="0"/>
          <a:lstStyle>
            <a:lvl1pPr>
              <a:lnSpc>
                <a:spcPct val="85000"/>
              </a:lnSpc>
              <a:spcAft>
                <a:spcPts val="600"/>
              </a:spcAft>
              <a:defRPr sz="4000" b="1">
                <a:solidFill>
                  <a:schemeClr val="bg1"/>
                </a:solidFill>
              </a:defRPr>
            </a:lvl1pPr>
          </a:lstStyle>
          <a:p>
            <a:r>
              <a:rPr lang="en-US"/>
              <a:t>Divider Title </a:t>
            </a:r>
            <a:br>
              <a:rPr lang="en-US"/>
            </a:br>
            <a:r>
              <a:rPr lang="en-US"/>
              <a:t>Goes Here</a:t>
            </a:r>
            <a:endParaRPr lang="en-AU"/>
          </a:p>
        </p:txBody>
      </p:sp>
      <p:sp>
        <p:nvSpPr>
          <p:cNvPr id="10" name="Picture Placeholder 9">
            <a:extLst>
              <a:ext uri="{FF2B5EF4-FFF2-40B4-BE49-F238E27FC236}">
                <a16:creationId xmlns:a16="http://schemas.microsoft.com/office/drawing/2014/main" id="{D132B0A5-E073-67A4-DABA-03C007499BE7}"/>
              </a:ext>
            </a:extLst>
          </p:cNvPr>
          <p:cNvSpPr>
            <a:spLocks noGrp="1"/>
          </p:cNvSpPr>
          <p:nvPr>
            <p:ph type="pic" sz="quarter" idx="43"/>
          </p:nvPr>
        </p:nvSpPr>
        <p:spPr>
          <a:xfrm>
            <a:off x="6267545" y="892085"/>
            <a:ext cx="5095622" cy="5095622"/>
          </a:xfrm>
          <a:prstGeom prst="ellipse">
            <a:avLst/>
          </a:prstGeom>
          <a:solidFill>
            <a:schemeClr val="tx1">
              <a:lumMod val="95000"/>
            </a:schemeClr>
          </a:solidFill>
          <a:ln>
            <a:noFill/>
          </a:ln>
        </p:spPr>
        <p:txBody>
          <a:bodyPr wrap="square" anchor="ctr" anchorCtr="1">
            <a:noAutofit/>
          </a:bodyPr>
          <a:lstStyle>
            <a:lvl1pPr marL="0" indent="0">
              <a:spcAft>
                <a:spcPts val="600"/>
              </a:spcAft>
              <a:buNone/>
              <a:defRPr sz="1200"/>
            </a:lvl1pPr>
          </a:lstStyle>
          <a:p>
            <a:r>
              <a:rPr lang="en-US"/>
              <a:t>Click icon to add picture</a:t>
            </a:r>
            <a:endParaRPr lang="en-AU"/>
          </a:p>
        </p:txBody>
      </p:sp>
      <p:sp>
        <p:nvSpPr>
          <p:cNvPr id="11" name="Text Placeholder 9">
            <a:extLst>
              <a:ext uri="{FF2B5EF4-FFF2-40B4-BE49-F238E27FC236}">
                <a16:creationId xmlns:a16="http://schemas.microsoft.com/office/drawing/2014/main" id="{7758AB2C-E946-DAA2-A127-946006FBEE54}"/>
              </a:ext>
            </a:extLst>
          </p:cNvPr>
          <p:cNvSpPr>
            <a:spLocks noGrp="1"/>
          </p:cNvSpPr>
          <p:nvPr>
            <p:ph type="body" sz="quarter" idx="44" hasCustomPrompt="1"/>
          </p:nvPr>
        </p:nvSpPr>
        <p:spPr>
          <a:xfrm>
            <a:off x="565944" y="1818074"/>
            <a:ext cx="5011360" cy="224915"/>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2" name="Footer Placeholder 4">
            <a:extLst>
              <a:ext uri="{FF2B5EF4-FFF2-40B4-BE49-F238E27FC236}">
                <a16:creationId xmlns:a16="http://schemas.microsoft.com/office/drawing/2014/main" id="{B1414670-981B-7F07-20AD-093C30F4E7C3}"/>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117843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D8F07111-D7B3-3471-5E87-8A53230F728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65944" y="4042072"/>
            <a:ext cx="1300975" cy="456845"/>
          </a:xfrm>
          <a:prstGeom prst="rect">
            <a:avLst/>
          </a:prstGeom>
        </p:spPr>
      </p:pic>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lvl1pPr>
              <a:spcAft>
                <a:spcPts val="600"/>
              </a:spcAft>
              <a:defRPr/>
            </a:lvl1pPr>
          </a:lstStyle>
          <a:p>
            <a:fld id="{E4C2AD82-1025-4508-97C1-6F7EE5C92734}" type="slidenum">
              <a:rPr lang="en-AU" smtClean="0"/>
              <a:pPr/>
              <a:t>‹#›</a:t>
            </a:fld>
            <a:endParaRPr lang="en-AU"/>
          </a:p>
        </p:txBody>
      </p:sp>
      <p:sp>
        <p:nvSpPr>
          <p:cNvPr id="9" name="Title 1">
            <a:extLst>
              <a:ext uri="{FF2B5EF4-FFF2-40B4-BE49-F238E27FC236}">
                <a16:creationId xmlns:a16="http://schemas.microsoft.com/office/drawing/2014/main" id="{9F5E4218-857A-4F77-65FC-89C1540EE0A7}"/>
              </a:ext>
            </a:extLst>
          </p:cNvPr>
          <p:cNvSpPr>
            <a:spLocks noGrp="1"/>
          </p:cNvSpPr>
          <p:nvPr>
            <p:ph type="title" hasCustomPrompt="1"/>
          </p:nvPr>
        </p:nvSpPr>
        <p:spPr>
          <a:xfrm>
            <a:off x="565943" y="2117179"/>
            <a:ext cx="5011361" cy="1647750"/>
          </a:xfrm>
          <a:prstGeom prst="rect">
            <a:avLst/>
          </a:prstGeom>
        </p:spPr>
        <p:txBody>
          <a:bodyPr lIns="0" tIns="0" rIns="0" bIns="0"/>
          <a:lstStyle>
            <a:lvl1pPr>
              <a:lnSpc>
                <a:spcPct val="85000"/>
              </a:lnSpc>
              <a:spcAft>
                <a:spcPts val="600"/>
              </a:spcAft>
              <a:defRPr sz="4000" b="1">
                <a:solidFill>
                  <a:schemeClr val="bg1"/>
                </a:solidFill>
              </a:defRPr>
            </a:lvl1pPr>
          </a:lstStyle>
          <a:p>
            <a:r>
              <a:rPr lang="en-US"/>
              <a:t>Divider Title </a:t>
            </a:r>
            <a:br>
              <a:rPr lang="en-US"/>
            </a:br>
            <a:r>
              <a:rPr lang="en-US"/>
              <a:t>Goes Here</a:t>
            </a:r>
            <a:endParaRPr lang="en-AU"/>
          </a:p>
        </p:txBody>
      </p:sp>
      <p:sp>
        <p:nvSpPr>
          <p:cNvPr id="11" name="Text Placeholder 9">
            <a:extLst>
              <a:ext uri="{FF2B5EF4-FFF2-40B4-BE49-F238E27FC236}">
                <a16:creationId xmlns:a16="http://schemas.microsoft.com/office/drawing/2014/main" id="{7758AB2C-E946-DAA2-A127-946006FBEE54}"/>
              </a:ext>
            </a:extLst>
          </p:cNvPr>
          <p:cNvSpPr>
            <a:spLocks noGrp="1"/>
          </p:cNvSpPr>
          <p:nvPr>
            <p:ph type="body" sz="quarter" idx="44" hasCustomPrompt="1"/>
          </p:nvPr>
        </p:nvSpPr>
        <p:spPr>
          <a:xfrm>
            <a:off x="565944" y="1818074"/>
            <a:ext cx="5011360" cy="224915"/>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2" name="Freeform 8">
            <a:extLst>
              <a:ext uri="{FF2B5EF4-FFF2-40B4-BE49-F238E27FC236}">
                <a16:creationId xmlns:a16="http://schemas.microsoft.com/office/drawing/2014/main" id="{54B10555-6B1B-B726-ACB5-BFEC3B3DE123}"/>
              </a:ext>
            </a:extLst>
          </p:cNvPr>
          <p:cNvSpPr>
            <a:spLocks noGrp="1"/>
          </p:cNvSpPr>
          <p:nvPr>
            <p:ph type="pic" sz="quarter" idx="45"/>
          </p:nvPr>
        </p:nvSpPr>
        <p:spPr bwMode="auto">
          <a:xfrm>
            <a:off x="9081048" y="0"/>
            <a:ext cx="2826537" cy="5509011"/>
          </a:xfrm>
          <a:custGeom>
            <a:avLst/>
            <a:gdLst>
              <a:gd name="T0" fmla="*/ 0 w 1875"/>
              <a:gd name="T1" fmla="*/ 0 h 3657"/>
              <a:gd name="T2" fmla="*/ 1 w 1875"/>
              <a:gd name="T3" fmla="*/ 2764 h 3657"/>
              <a:gd name="T4" fmla="*/ 10 w 1875"/>
              <a:gd name="T5" fmla="*/ 2859 h 3657"/>
              <a:gd name="T6" fmla="*/ 30 w 1875"/>
              <a:gd name="T7" fmla="*/ 2950 h 3657"/>
              <a:gd name="T8" fmla="*/ 56 w 1875"/>
              <a:gd name="T9" fmla="*/ 3038 h 3657"/>
              <a:gd name="T10" fmla="*/ 92 w 1875"/>
              <a:gd name="T11" fmla="*/ 3124 h 3657"/>
              <a:gd name="T12" fmla="*/ 136 w 1875"/>
              <a:gd name="T13" fmla="*/ 3204 h 3657"/>
              <a:gd name="T14" fmla="*/ 187 w 1875"/>
              <a:gd name="T15" fmla="*/ 3279 h 3657"/>
              <a:gd name="T16" fmla="*/ 244 w 1875"/>
              <a:gd name="T17" fmla="*/ 3348 h 3657"/>
              <a:gd name="T18" fmla="*/ 308 w 1875"/>
              <a:gd name="T19" fmla="*/ 3412 h 3657"/>
              <a:gd name="T20" fmla="*/ 377 w 1875"/>
              <a:gd name="T21" fmla="*/ 3469 h 3657"/>
              <a:gd name="T22" fmla="*/ 452 w 1875"/>
              <a:gd name="T23" fmla="*/ 3521 h 3657"/>
              <a:gd name="T24" fmla="*/ 531 w 1875"/>
              <a:gd name="T25" fmla="*/ 3564 h 3657"/>
              <a:gd name="T26" fmla="*/ 616 w 1875"/>
              <a:gd name="T27" fmla="*/ 3600 h 3657"/>
              <a:gd name="T28" fmla="*/ 704 w 1875"/>
              <a:gd name="T29" fmla="*/ 3627 h 3657"/>
              <a:gd name="T30" fmla="*/ 795 w 1875"/>
              <a:gd name="T31" fmla="*/ 3647 h 3657"/>
              <a:gd name="T32" fmla="*/ 889 w 1875"/>
              <a:gd name="T33" fmla="*/ 3656 h 3657"/>
              <a:gd name="T34" fmla="*/ 985 w 1875"/>
              <a:gd name="T35" fmla="*/ 3656 h 3657"/>
              <a:gd name="T36" fmla="*/ 1080 w 1875"/>
              <a:gd name="T37" fmla="*/ 3647 h 3657"/>
              <a:gd name="T38" fmla="*/ 1171 w 1875"/>
              <a:gd name="T39" fmla="*/ 3627 h 3657"/>
              <a:gd name="T40" fmla="*/ 1259 w 1875"/>
              <a:gd name="T41" fmla="*/ 3600 h 3657"/>
              <a:gd name="T42" fmla="*/ 1343 w 1875"/>
              <a:gd name="T43" fmla="*/ 3564 h 3657"/>
              <a:gd name="T44" fmla="*/ 1422 w 1875"/>
              <a:gd name="T45" fmla="*/ 3521 h 3657"/>
              <a:gd name="T46" fmla="*/ 1498 w 1875"/>
              <a:gd name="T47" fmla="*/ 3469 h 3657"/>
              <a:gd name="T48" fmla="*/ 1568 w 1875"/>
              <a:gd name="T49" fmla="*/ 3412 h 3657"/>
              <a:gd name="T50" fmla="*/ 1631 w 1875"/>
              <a:gd name="T51" fmla="*/ 3348 h 3657"/>
              <a:gd name="T52" fmla="*/ 1688 w 1875"/>
              <a:gd name="T53" fmla="*/ 3279 h 3657"/>
              <a:gd name="T54" fmla="*/ 1739 w 1875"/>
              <a:gd name="T55" fmla="*/ 3204 h 3657"/>
              <a:gd name="T56" fmla="*/ 1782 w 1875"/>
              <a:gd name="T57" fmla="*/ 3124 h 3657"/>
              <a:gd name="T58" fmla="*/ 1818 w 1875"/>
              <a:gd name="T59" fmla="*/ 3038 h 3657"/>
              <a:gd name="T60" fmla="*/ 1845 w 1875"/>
              <a:gd name="T61" fmla="*/ 2950 h 3657"/>
              <a:gd name="T62" fmla="*/ 1865 w 1875"/>
              <a:gd name="T63" fmla="*/ 2859 h 3657"/>
              <a:gd name="T64" fmla="*/ 1874 w 1875"/>
              <a:gd name="T65" fmla="*/ 2764 h 3657"/>
              <a:gd name="T66" fmla="*/ 1875 w 1875"/>
              <a:gd name="T67" fmla="*/ 0 h 3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75" h="3657">
                <a:moveTo>
                  <a:pt x="1875" y="0"/>
                </a:moveTo>
                <a:lnTo>
                  <a:pt x="0" y="0"/>
                </a:lnTo>
                <a:lnTo>
                  <a:pt x="0" y="2716"/>
                </a:lnTo>
                <a:lnTo>
                  <a:pt x="1" y="2764"/>
                </a:lnTo>
                <a:lnTo>
                  <a:pt x="4" y="2812"/>
                </a:lnTo>
                <a:lnTo>
                  <a:pt x="10" y="2859"/>
                </a:lnTo>
                <a:lnTo>
                  <a:pt x="18" y="2905"/>
                </a:lnTo>
                <a:lnTo>
                  <a:pt x="30" y="2950"/>
                </a:lnTo>
                <a:lnTo>
                  <a:pt x="42" y="2995"/>
                </a:lnTo>
                <a:lnTo>
                  <a:pt x="56" y="3038"/>
                </a:lnTo>
                <a:lnTo>
                  <a:pt x="74" y="3081"/>
                </a:lnTo>
                <a:lnTo>
                  <a:pt x="92" y="3124"/>
                </a:lnTo>
                <a:lnTo>
                  <a:pt x="113" y="3164"/>
                </a:lnTo>
                <a:lnTo>
                  <a:pt x="136" y="3204"/>
                </a:lnTo>
                <a:lnTo>
                  <a:pt x="160" y="3242"/>
                </a:lnTo>
                <a:lnTo>
                  <a:pt x="187" y="3279"/>
                </a:lnTo>
                <a:lnTo>
                  <a:pt x="215" y="3313"/>
                </a:lnTo>
                <a:lnTo>
                  <a:pt x="244" y="3348"/>
                </a:lnTo>
                <a:lnTo>
                  <a:pt x="275" y="3381"/>
                </a:lnTo>
                <a:lnTo>
                  <a:pt x="308" y="3412"/>
                </a:lnTo>
                <a:lnTo>
                  <a:pt x="341" y="3442"/>
                </a:lnTo>
                <a:lnTo>
                  <a:pt x="377" y="3469"/>
                </a:lnTo>
                <a:lnTo>
                  <a:pt x="414" y="3496"/>
                </a:lnTo>
                <a:lnTo>
                  <a:pt x="452" y="3521"/>
                </a:lnTo>
                <a:lnTo>
                  <a:pt x="492" y="3543"/>
                </a:lnTo>
                <a:lnTo>
                  <a:pt x="531" y="3564"/>
                </a:lnTo>
                <a:lnTo>
                  <a:pt x="573" y="3583"/>
                </a:lnTo>
                <a:lnTo>
                  <a:pt x="616" y="3600"/>
                </a:lnTo>
                <a:lnTo>
                  <a:pt x="659" y="3615"/>
                </a:lnTo>
                <a:lnTo>
                  <a:pt x="704" y="3627"/>
                </a:lnTo>
                <a:lnTo>
                  <a:pt x="749" y="3639"/>
                </a:lnTo>
                <a:lnTo>
                  <a:pt x="795" y="3647"/>
                </a:lnTo>
                <a:lnTo>
                  <a:pt x="842" y="3653"/>
                </a:lnTo>
                <a:lnTo>
                  <a:pt x="889" y="3656"/>
                </a:lnTo>
                <a:lnTo>
                  <a:pt x="937" y="3657"/>
                </a:lnTo>
                <a:lnTo>
                  <a:pt x="985" y="3656"/>
                </a:lnTo>
                <a:lnTo>
                  <a:pt x="1033" y="3653"/>
                </a:lnTo>
                <a:lnTo>
                  <a:pt x="1080" y="3647"/>
                </a:lnTo>
                <a:lnTo>
                  <a:pt x="1126" y="3639"/>
                </a:lnTo>
                <a:lnTo>
                  <a:pt x="1171" y="3627"/>
                </a:lnTo>
                <a:lnTo>
                  <a:pt x="1216" y="3615"/>
                </a:lnTo>
                <a:lnTo>
                  <a:pt x="1259" y="3600"/>
                </a:lnTo>
                <a:lnTo>
                  <a:pt x="1302" y="3583"/>
                </a:lnTo>
                <a:lnTo>
                  <a:pt x="1343" y="3564"/>
                </a:lnTo>
                <a:lnTo>
                  <a:pt x="1384" y="3543"/>
                </a:lnTo>
                <a:lnTo>
                  <a:pt x="1422" y="3521"/>
                </a:lnTo>
                <a:lnTo>
                  <a:pt x="1461" y="3496"/>
                </a:lnTo>
                <a:lnTo>
                  <a:pt x="1498" y="3469"/>
                </a:lnTo>
                <a:lnTo>
                  <a:pt x="1533" y="3442"/>
                </a:lnTo>
                <a:lnTo>
                  <a:pt x="1568" y="3412"/>
                </a:lnTo>
                <a:lnTo>
                  <a:pt x="1600" y="3381"/>
                </a:lnTo>
                <a:lnTo>
                  <a:pt x="1631" y="3348"/>
                </a:lnTo>
                <a:lnTo>
                  <a:pt x="1661" y="3313"/>
                </a:lnTo>
                <a:lnTo>
                  <a:pt x="1688" y="3279"/>
                </a:lnTo>
                <a:lnTo>
                  <a:pt x="1715" y="3242"/>
                </a:lnTo>
                <a:lnTo>
                  <a:pt x="1739" y="3204"/>
                </a:lnTo>
                <a:lnTo>
                  <a:pt x="1762" y="3164"/>
                </a:lnTo>
                <a:lnTo>
                  <a:pt x="1782" y="3124"/>
                </a:lnTo>
                <a:lnTo>
                  <a:pt x="1802" y="3081"/>
                </a:lnTo>
                <a:lnTo>
                  <a:pt x="1818" y="3038"/>
                </a:lnTo>
                <a:lnTo>
                  <a:pt x="1833" y="2995"/>
                </a:lnTo>
                <a:lnTo>
                  <a:pt x="1845" y="2950"/>
                </a:lnTo>
                <a:lnTo>
                  <a:pt x="1856" y="2905"/>
                </a:lnTo>
                <a:lnTo>
                  <a:pt x="1865" y="2859"/>
                </a:lnTo>
                <a:lnTo>
                  <a:pt x="1870" y="2812"/>
                </a:lnTo>
                <a:lnTo>
                  <a:pt x="1874" y="2764"/>
                </a:lnTo>
                <a:lnTo>
                  <a:pt x="1875" y="2716"/>
                </a:lnTo>
                <a:lnTo>
                  <a:pt x="1875" y="0"/>
                </a:lnTo>
                <a:close/>
              </a:path>
            </a:pathLst>
          </a:custGeom>
          <a:solidFill>
            <a:schemeClr val="tx2"/>
          </a:solidFill>
          <a:ln>
            <a:noFill/>
          </a:ln>
          <a:effectLst/>
        </p:spPr>
        <p:txBody>
          <a:bodyPr vert="horz" wrap="square" lIns="91440" tIns="45720" rIns="91440" bIns="45720" numCol="1" anchor="t" anchorCtr="0" compatLnSpc="1">
            <a:prstTxWarp prst="textNoShape">
              <a:avLst/>
            </a:prstTxWarp>
          </a:bodyPr>
          <a:lstStyle>
            <a:lvl1pPr>
              <a:defRPr lang="en-US" sz="100"/>
            </a:lvl1pPr>
          </a:lstStyle>
          <a:p>
            <a:pPr lvl="0"/>
            <a:endParaRPr lang="en-US"/>
          </a:p>
        </p:txBody>
      </p:sp>
      <p:sp>
        <p:nvSpPr>
          <p:cNvPr id="6" name="Freeform 7">
            <a:extLst>
              <a:ext uri="{FF2B5EF4-FFF2-40B4-BE49-F238E27FC236}">
                <a16:creationId xmlns:a16="http://schemas.microsoft.com/office/drawing/2014/main" id="{8BEFC6B6-9FA0-CDBF-317C-C9FFC04AF9E4}"/>
              </a:ext>
            </a:extLst>
          </p:cNvPr>
          <p:cNvSpPr>
            <a:spLocks noGrp="1"/>
          </p:cNvSpPr>
          <p:nvPr>
            <p:ph type="pic" sz="quarter" idx="10"/>
          </p:nvPr>
        </p:nvSpPr>
        <p:spPr bwMode="auto">
          <a:xfrm>
            <a:off x="5905786" y="640581"/>
            <a:ext cx="2826537" cy="6217420"/>
          </a:xfrm>
          <a:custGeom>
            <a:avLst/>
            <a:gdLst>
              <a:gd name="T0" fmla="*/ 1875 w 1875"/>
              <a:gd name="T1" fmla="*/ 4126 h 4126"/>
              <a:gd name="T2" fmla="*/ 1874 w 1875"/>
              <a:gd name="T3" fmla="*/ 894 h 4126"/>
              <a:gd name="T4" fmla="*/ 1865 w 1875"/>
              <a:gd name="T5" fmla="*/ 798 h 4126"/>
              <a:gd name="T6" fmla="*/ 1845 w 1875"/>
              <a:gd name="T7" fmla="*/ 707 h 4126"/>
              <a:gd name="T8" fmla="*/ 1818 w 1875"/>
              <a:gd name="T9" fmla="*/ 619 h 4126"/>
              <a:gd name="T10" fmla="*/ 1782 w 1875"/>
              <a:gd name="T11" fmla="*/ 535 h 4126"/>
              <a:gd name="T12" fmla="*/ 1739 w 1875"/>
              <a:gd name="T13" fmla="*/ 455 h 4126"/>
              <a:gd name="T14" fmla="*/ 1688 w 1875"/>
              <a:gd name="T15" fmla="*/ 379 h 4126"/>
              <a:gd name="T16" fmla="*/ 1631 w 1875"/>
              <a:gd name="T17" fmla="*/ 309 h 4126"/>
              <a:gd name="T18" fmla="*/ 1567 w 1875"/>
              <a:gd name="T19" fmla="*/ 245 h 4126"/>
              <a:gd name="T20" fmla="*/ 1498 w 1875"/>
              <a:gd name="T21" fmla="*/ 188 h 4126"/>
              <a:gd name="T22" fmla="*/ 1422 w 1875"/>
              <a:gd name="T23" fmla="*/ 136 h 4126"/>
              <a:gd name="T24" fmla="*/ 1342 w 1875"/>
              <a:gd name="T25" fmla="*/ 93 h 4126"/>
              <a:gd name="T26" fmla="*/ 1259 w 1875"/>
              <a:gd name="T27" fmla="*/ 57 h 4126"/>
              <a:gd name="T28" fmla="*/ 1171 w 1875"/>
              <a:gd name="T29" fmla="*/ 30 h 4126"/>
              <a:gd name="T30" fmla="*/ 1080 w 1875"/>
              <a:gd name="T31" fmla="*/ 10 h 4126"/>
              <a:gd name="T32" fmla="*/ 985 w 1875"/>
              <a:gd name="T33" fmla="*/ 1 h 4126"/>
              <a:gd name="T34" fmla="*/ 889 w 1875"/>
              <a:gd name="T35" fmla="*/ 1 h 4126"/>
              <a:gd name="T36" fmla="*/ 795 w 1875"/>
              <a:gd name="T37" fmla="*/ 10 h 4126"/>
              <a:gd name="T38" fmla="*/ 704 w 1875"/>
              <a:gd name="T39" fmla="*/ 30 h 4126"/>
              <a:gd name="T40" fmla="*/ 616 w 1875"/>
              <a:gd name="T41" fmla="*/ 57 h 4126"/>
              <a:gd name="T42" fmla="*/ 531 w 1875"/>
              <a:gd name="T43" fmla="*/ 93 h 4126"/>
              <a:gd name="T44" fmla="*/ 451 w 1875"/>
              <a:gd name="T45" fmla="*/ 136 h 4126"/>
              <a:gd name="T46" fmla="*/ 377 w 1875"/>
              <a:gd name="T47" fmla="*/ 188 h 4126"/>
              <a:gd name="T48" fmla="*/ 307 w 1875"/>
              <a:gd name="T49" fmla="*/ 245 h 4126"/>
              <a:gd name="T50" fmla="*/ 244 w 1875"/>
              <a:gd name="T51" fmla="*/ 309 h 4126"/>
              <a:gd name="T52" fmla="*/ 186 w 1875"/>
              <a:gd name="T53" fmla="*/ 379 h 4126"/>
              <a:gd name="T54" fmla="*/ 136 w 1875"/>
              <a:gd name="T55" fmla="*/ 455 h 4126"/>
              <a:gd name="T56" fmla="*/ 92 w 1875"/>
              <a:gd name="T57" fmla="*/ 535 h 4126"/>
              <a:gd name="T58" fmla="*/ 56 w 1875"/>
              <a:gd name="T59" fmla="*/ 619 h 4126"/>
              <a:gd name="T60" fmla="*/ 28 w 1875"/>
              <a:gd name="T61" fmla="*/ 707 h 4126"/>
              <a:gd name="T62" fmla="*/ 10 w 1875"/>
              <a:gd name="T63" fmla="*/ 798 h 4126"/>
              <a:gd name="T64" fmla="*/ 1 w 1875"/>
              <a:gd name="T65" fmla="*/ 894 h 4126"/>
              <a:gd name="T66" fmla="*/ 0 w 1875"/>
              <a:gd name="T67" fmla="*/ 4126 h 4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75" h="4126">
                <a:moveTo>
                  <a:pt x="0" y="4126"/>
                </a:moveTo>
                <a:lnTo>
                  <a:pt x="1875" y="4126"/>
                </a:lnTo>
                <a:lnTo>
                  <a:pt x="1875" y="942"/>
                </a:lnTo>
                <a:lnTo>
                  <a:pt x="1874" y="894"/>
                </a:lnTo>
                <a:lnTo>
                  <a:pt x="1870" y="845"/>
                </a:lnTo>
                <a:lnTo>
                  <a:pt x="1865" y="798"/>
                </a:lnTo>
                <a:lnTo>
                  <a:pt x="1855" y="752"/>
                </a:lnTo>
                <a:lnTo>
                  <a:pt x="1845" y="707"/>
                </a:lnTo>
                <a:lnTo>
                  <a:pt x="1833" y="662"/>
                </a:lnTo>
                <a:lnTo>
                  <a:pt x="1818" y="619"/>
                </a:lnTo>
                <a:lnTo>
                  <a:pt x="1801" y="576"/>
                </a:lnTo>
                <a:lnTo>
                  <a:pt x="1782" y="535"/>
                </a:lnTo>
                <a:lnTo>
                  <a:pt x="1761" y="493"/>
                </a:lnTo>
                <a:lnTo>
                  <a:pt x="1739" y="455"/>
                </a:lnTo>
                <a:lnTo>
                  <a:pt x="1714" y="416"/>
                </a:lnTo>
                <a:lnTo>
                  <a:pt x="1688" y="379"/>
                </a:lnTo>
                <a:lnTo>
                  <a:pt x="1660" y="344"/>
                </a:lnTo>
                <a:lnTo>
                  <a:pt x="1631" y="309"/>
                </a:lnTo>
                <a:lnTo>
                  <a:pt x="1600" y="276"/>
                </a:lnTo>
                <a:lnTo>
                  <a:pt x="1567" y="245"/>
                </a:lnTo>
                <a:lnTo>
                  <a:pt x="1532" y="215"/>
                </a:lnTo>
                <a:lnTo>
                  <a:pt x="1498" y="188"/>
                </a:lnTo>
                <a:lnTo>
                  <a:pt x="1461" y="161"/>
                </a:lnTo>
                <a:lnTo>
                  <a:pt x="1422" y="136"/>
                </a:lnTo>
                <a:lnTo>
                  <a:pt x="1383" y="114"/>
                </a:lnTo>
                <a:lnTo>
                  <a:pt x="1342" y="93"/>
                </a:lnTo>
                <a:lnTo>
                  <a:pt x="1301" y="74"/>
                </a:lnTo>
                <a:lnTo>
                  <a:pt x="1259" y="57"/>
                </a:lnTo>
                <a:lnTo>
                  <a:pt x="1215" y="42"/>
                </a:lnTo>
                <a:lnTo>
                  <a:pt x="1171" y="30"/>
                </a:lnTo>
                <a:lnTo>
                  <a:pt x="1126" y="19"/>
                </a:lnTo>
                <a:lnTo>
                  <a:pt x="1080" y="10"/>
                </a:lnTo>
                <a:lnTo>
                  <a:pt x="1033" y="5"/>
                </a:lnTo>
                <a:lnTo>
                  <a:pt x="985" y="1"/>
                </a:lnTo>
                <a:lnTo>
                  <a:pt x="937" y="0"/>
                </a:lnTo>
                <a:lnTo>
                  <a:pt x="889" y="1"/>
                </a:lnTo>
                <a:lnTo>
                  <a:pt x="842" y="5"/>
                </a:lnTo>
                <a:lnTo>
                  <a:pt x="795" y="10"/>
                </a:lnTo>
                <a:lnTo>
                  <a:pt x="749" y="19"/>
                </a:lnTo>
                <a:lnTo>
                  <a:pt x="704" y="30"/>
                </a:lnTo>
                <a:lnTo>
                  <a:pt x="659" y="42"/>
                </a:lnTo>
                <a:lnTo>
                  <a:pt x="616" y="57"/>
                </a:lnTo>
                <a:lnTo>
                  <a:pt x="573" y="74"/>
                </a:lnTo>
                <a:lnTo>
                  <a:pt x="531" y="93"/>
                </a:lnTo>
                <a:lnTo>
                  <a:pt x="491" y="114"/>
                </a:lnTo>
                <a:lnTo>
                  <a:pt x="451" y="136"/>
                </a:lnTo>
                <a:lnTo>
                  <a:pt x="413" y="161"/>
                </a:lnTo>
                <a:lnTo>
                  <a:pt x="377" y="188"/>
                </a:lnTo>
                <a:lnTo>
                  <a:pt x="341" y="215"/>
                </a:lnTo>
                <a:lnTo>
                  <a:pt x="307" y="245"/>
                </a:lnTo>
                <a:lnTo>
                  <a:pt x="275" y="276"/>
                </a:lnTo>
                <a:lnTo>
                  <a:pt x="244" y="309"/>
                </a:lnTo>
                <a:lnTo>
                  <a:pt x="214" y="344"/>
                </a:lnTo>
                <a:lnTo>
                  <a:pt x="186" y="379"/>
                </a:lnTo>
                <a:lnTo>
                  <a:pt x="160" y="416"/>
                </a:lnTo>
                <a:lnTo>
                  <a:pt x="136" y="455"/>
                </a:lnTo>
                <a:lnTo>
                  <a:pt x="113" y="493"/>
                </a:lnTo>
                <a:lnTo>
                  <a:pt x="92" y="535"/>
                </a:lnTo>
                <a:lnTo>
                  <a:pt x="73" y="576"/>
                </a:lnTo>
                <a:lnTo>
                  <a:pt x="56" y="619"/>
                </a:lnTo>
                <a:lnTo>
                  <a:pt x="42" y="662"/>
                </a:lnTo>
                <a:lnTo>
                  <a:pt x="28" y="707"/>
                </a:lnTo>
                <a:lnTo>
                  <a:pt x="18" y="752"/>
                </a:lnTo>
                <a:lnTo>
                  <a:pt x="10" y="798"/>
                </a:lnTo>
                <a:lnTo>
                  <a:pt x="4" y="845"/>
                </a:lnTo>
                <a:lnTo>
                  <a:pt x="1" y="894"/>
                </a:lnTo>
                <a:lnTo>
                  <a:pt x="0" y="942"/>
                </a:lnTo>
                <a:lnTo>
                  <a:pt x="0" y="4126"/>
                </a:lnTo>
                <a:close/>
              </a:path>
            </a:pathLst>
          </a:custGeom>
          <a:solidFill>
            <a:schemeClr val="tx2"/>
          </a:solidFill>
          <a:ln>
            <a:noFill/>
          </a:ln>
          <a:effectLst/>
        </p:spPr>
        <p:txBody>
          <a:bodyPr vert="horz" wrap="square" lIns="91440" tIns="45720" rIns="91440" bIns="45720" numCol="1" anchor="t" anchorCtr="0" compatLnSpc="1">
            <a:prstTxWarp prst="textNoShape">
              <a:avLst/>
            </a:prstTxWarp>
          </a:bodyPr>
          <a:lstStyle>
            <a:lvl1pPr>
              <a:defRPr lang="en-US" sz="100"/>
            </a:lvl1pPr>
          </a:lstStyle>
          <a:p>
            <a:pPr lvl="0"/>
            <a:endParaRPr lang="en-US"/>
          </a:p>
        </p:txBody>
      </p:sp>
      <p:sp>
        <p:nvSpPr>
          <p:cNvPr id="3" name="Footer Placeholder 4">
            <a:extLst>
              <a:ext uri="{FF2B5EF4-FFF2-40B4-BE49-F238E27FC236}">
                <a16:creationId xmlns:a16="http://schemas.microsoft.com/office/drawing/2014/main" id="{C7E11FD4-DD83-4359-4161-6A2B45ACE66A}"/>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2099285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78E1944-02BC-7911-E37D-5AC184D61760}"/>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9" name="think-cell data - do not delete" hidden="1">
                        <a:extLst>
                          <a:ext uri="{FF2B5EF4-FFF2-40B4-BE49-F238E27FC236}">
                            <a16:creationId xmlns:a16="http://schemas.microsoft.com/office/drawing/2014/main" id="{978E1944-02BC-7911-E37D-5AC184D617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5">
            <a:extLst>
              <a:ext uri="{FF2B5EF4-FFF2-40B4-BE49-F238E27FC236}">
                <a16:creationId xmlns:a16="http://schemas.microsoft.com/office/drawing/2014/main" id="{AC6BAF98-5935-86E7-09FE-CA5950DDA697}"/>
              </a:ext>
            </a:extLst>
          </p:cNvPr>
          <p:cNvSpPr>
            <a:spLocks noGrp="1" noRot="1" noMove="1" noResize="1" noEditPoints="1" noAdjustHandles="1" noChangeArrowheads="1" noChangeShapeType="1"/>
          </p:cNvSpPr>
          <p:nvPr>
            <p:ph type="pic" sz="quarter" idx="51"/>
          </p:nvPr>
        </p:nvSpPr>
        <p:spPr>
          <a:xfrm>
            <a:off x="0" y="0"/>
            <a:ext cx="12191999" cy="6858000"/>
          </a:xfrm>
          <a:solidFill>
            <a:schemeClr val="tx1">
              <a:lumMod val="85000"/>
            </a:schemeClr>
          </a:solidFill>
        </p:spPr>
        <p:txBody>
          <a:bodyPr/>
          <a:lstStyle/>
          <a:p>
            <a:endParaRPr lang="en-GB"/>
          </a:p>
        </p:txBody>
      </p:sp>
      <p:sp>
        <p:nvSpPr>
          <p:cNvPr id="6" name="Text Placeholder 5">
            <a:extLst>
              <a:ext uri="{FF2B5EF4-FFF2-40B4-BE49-F238E27FC236}">
                <a16:creationId xmlns:a16="http://schemas.microsoft.com/office/drawing/2014/main" id="{2CF05BCF-3698-5944-0594-6B03E7B10170}"/>
              </a:ext>
            </a:extLst>
          </p:cNvPr>
          <p:cNvSpPr>
            <a:spLocks noGrp="1" noRot="1" noMove="1" noResize="1" noEditPoints="1" noAdjustHandles="1" noChangeArrowheads="1" noChangeShapeType="1"/>
          </p:cNvSpPr>
          <p:nvPr>
            <p:ph type="body" sz="quarter" idx="54"/>
          </p:nvPr>
        </p:nvSpPr>
        <p:spPr>
          <a:xfrm>
            <a:off x="637059" y="829800"/>
            <a:ext cx="5198400" cy="5198400"/>
          </a:xfrm>
          <a:custGeom>
            <a:avLst/>
            <a:gdLst>
              <a:gd name="connsiteX0" fmla="*/ 2599200 w 5198400"/>
              <a:gd name="connsiteY0" fmla="*/ 0 h 5198400"/>
              <a:gd name="connsiteX1" fmla="*/ 5198400 w 5198400"/>
              <a:gd name="connsiteY1" fmla="*/ 2599200 h 5198400"/>
              <a:gd name="connsiteX2" fmla="*/ 2599200 w 5198400"/>
              <a:gd name="connsiteY2" fmla="*/ 5198400 h 5198400"/>
              <a:gd name="connsiteX3" fmla="*/ 0 w 5198400"/>
              <a:gd name="connsiteY3" fmla="*/ 2599200 h 5198400"/>
              <a:gd name="connsiteX4" fmla="*/ 2599200 w 5198400"/>
              <a:gd name="connsiteY4" fmla="*/ 0 h 519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8400" h="5198400">
                <a:moveTo>
                  <a:pt x="2599200" y="0"/>
                </a:moveTo>
                <a:cubicBezTo>
                  <a:pt x="4034699" y="0"/>
                  <a:pt x="5198400" y="1163701"/>
                  <a:pt x="5198400" y="2599200"/>
                </a:cubicBezTo>
                <a:cubicBezTo>
                  <a:pt x="5198400" y="4034699"/>
                  <a:pt x="4034699" y="5198400"/>
                  <a:pt x="2599200" y="5198400"/>
                </a:cubicBezTo>
                <a:cubicBezTo>
                  <a:pt x="1163701" y="5198400"/>
                  <a:pt x="0" y="4034699"/>
                  <a:pt x="0" y="2599200"/>
                </a:cubicBezTo>
                <a:cubicBezTo>
                  <a:pt x="0" y="1163701"/>
                  <a:pt x="1163701" y="0"/>
                  <a:pt x="2599200" y="0"/>
                </a:cubicBezTo>
                <a:close/>
              </a:path>
            </a:pathLst>
          </a:custGeom>
          <a:solidFill>
            <a:schemeClr val="bg1"/>
          </a:solidFill>
        </p:spPr>
        <p:txBody>
          <a:bodyPr wrap="square">
            <a:noAutofit/>
          </a:bodyPr>
          <a:lstStyle>
            <a:lvl1pPr marL="0" indent="0">
              <a:buNone/>
              <a:defRPr>
                <a:noFill/>
              </a:defRPr>
            </a:lvl1pPr>
          </a:lstStyle>
          <a:p>
            <a:pPr lvl="0"/>
            <a:endParaRPr lang="en-GB"/>
          </a:p>
        </p:txBody>
      </p:sp>
      <p:sp>
        <p:nvSpPr>
          <p:cNvPr id="7" name="Text Placeholder 30">
            <a:extLst>
              <a:ext uri="{FF2B5EF4-FFF2-40B4-BE49-F238E27FC236}">
                <a16:creationId xmlns:a16="http://schemas.microsoft.com/office/drawing/2014/main" id="{EF7E5C80-478C-4E0A-C46C-E253CF264B0F}"/>
              </a:ext>
            </a:extLst>
          </p:cNvPr>
          <p:cNvSpPr>
            <a:spLocks noGrp="1" noRot="1" noMove="1" noResize="1" noEditPoints="1" noAdjustHandles="1" noChangeArrowheads="1" noChangeShapeType="1"/>
          </p:cNvSpPr>
          <p:nvPr>
            <p:ph type="body" sz="quarter" idx="35" hasCustomPrompt="1"/>
          </p:nvPr>
        </p:nvSpPr>
        <p:spPr>
          <a:xfrm>
            <a:off x="1090324" y="2820009"/>
            <a:ext cx="4292235" cy="1645920"/>
          </a:xfrm>
          <a:prstGeom prst="rect">
            <a:avLst/>
          </a:prstGeom>
        </p:spPr>
        <p:txBody>
          <a:bodyPr lIns="0" tIns="0" rIns="0" bIns="0"/>
          <a:lstStyle>
            <a:lvl1pPr marL="0" marR="0" indent="0" algn="l" defTabSz="914400" rtl="0" eaLnBrk="1" fontAlgn="auto" latinLnBrk="0" hangingPunct="1">
              <a:lnSpc>
                <a:spcPct val="85000"/>
              </a:lnSpc>
              <a:spcBef>
                <a:spcPts val="1000"/>
              </a:spcBef>
              <a:spcAft>
                <a:spcPts val="600"/>
              </a:spcAft>
              <a:buClrTx/>
              <a:buSzTx/>
              <a:buFont typeface="Arial" panose="020B0604020202020204" pitchFamily="34" charset="0"/>
              <a:buNone/>
              <a:tabLst/>
              <a:defRPr sz="40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auto" latinLnBrk="0" hangingPunct="1">
              <a:lnSpc>
                <a:spcPct val="85000"/>
              </a:lnSpc>
              <a:spcBef>
                <a:spcPts val="1000"/>
              </a:spcBef>
              <a:spcAft>
                <a:spcPts val="600"/>
              </a:spcAft>
              <a:buClrTx/>
              <a:buSzTx/>
              <a:buFont typeface="Arial" panose="020B0604020202020204" pitchFamily="34" charset="0"/>
              <a:buNone/>
              <a:tabLst/>
              <a:defRPr/>
            </a:pPr>
            <a:r>
              <a:rPr lang="en-US"/>
              <a:t>Divider Title Goes Here</a:t>
            </a:r>
            <a:endParaRPr lang="en-DE"/>
          </a:p>
        </p:txBody>
      </p:sp>
      <p:sp>
        <p:nvSpPr>
          <p:cNvPr id="8" name="Text Placeholder 32">
            <a:extLst>
              <a:ext uri="{FF2B5EF4-FFF2-40B4-BE49-F238E27FC236}">
                <a16:creationId xmlns:a16="http://schemas.microsoft.com/office/drawing/2014/main" id="{D70676B5-1F94-4DE2-7607-54BE133DEED0}"/>
              </a:ext>
            </a:extLst>
          </p:cNvPr>
          <p:cNvSpPr>
            <a:spLocks noGrp="1" noRot="1" noMove="1" noResize="1" noEditPoints="1" noAdjustHandles="1" noChangeArrowheads="1" noChangeShapeType="1"/>
          </p:cNvSpPr>
          <p:nvPr>
            <p:ph type="body" sz="quarter" idx="36" hasCustomPrompt="1"/>
          </p:nvPr>
        </p:nvSpPr>
        <p:spPr>
          <a:xfrm>
            <a:off x="1089959" y="2519764"/>
            <a:ext cx="4292600"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a:t>
            </a:r>
            <a:r>
              <a:rPr lang="en-GB"/>
              <a:t> GOES HERE</a:t>
            </a:r>
            <a:endParaRPr lang="en-DE"/>
          </a:p>
        </p:txBody>
      </p:sp>
      <p:sp>
        <p:nvSpPr>
          <p:cNvPr id="10" name="Text Placeholder 9">
            <a:extLst>
              <a:ext uri="{FF2B5EF4-FFF2-40B4-BE49-F238E27FC236}">
                <a16:creationId xmlns:a16="http://schemas.microsoft.com/office/drawing/2014/main" id="{30B7CADB-98B0-A040-DAE4-565E63F6A6EE}"/>
              </a:ext>
            </a:extLst>
          </p:cNvPr>
          <p:cNvSpPr>
            <a:spLocks noGrp="1" noChangeAspect="1"/>
          </p:cNvSpPr>
          <p:nvPr>
            <p:ph type="body" sz="quarter" idx="49"/>
          </p:nvPr>
        </p:nvSpPr>
        <p:spPr>
          <a:xfrm>
            <a:off x="10426077" y="6001667"/>
            <a:ext cx="1303022" cy="457201"/>
          </a:xfrm>
          <a:prstGeom prst="rect">
            <a:avLst/>
          </a:prstGeom>
          <a:blipFill>
            <a:blip>
              <a:extLst>
                <a:ext uri="{96DAC541-7B7A-43D3-8B79-37D633B846F1}">
                  <asvg:svgBlip xmlns:asvg="http://schemas.microsoft.com/office/drawing/2016/SVG/main" r:embed="rId5"/>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lvl1pPr>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2" name="Footer Placeholder 4">
            <a:extLst>
              <a:ext uri="{FF2B5EF4-FFF2-40B4-BE49-F238E27FC236}">
                <a16:creationId xmlns:a16="http://schemas.microsoft.com/office/drawing/2014/main" id="{4BB8EEA7-B904-80B4-66E4-C879D4C46CB5}"/>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328329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0948BE6-F1DB-D3ED-EC42-F0E2BE04E761}"/>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7" progId="TCLayout.ActiveDocument.1">
                  <p:embed/>
                </p:oleObj>
              </mc:Choice>
              <mc:Fallback>
                <p:oleObj name="think-cell Slide" r:id="rId3" imgW="327" imgH="327" progId="TCLayout.ActiveDocument.1">
                  <p:embed/>
                  <p:pic>
                    <p:nvPicPr>
                      <p:cNvPr id="9" name="think-cell data - do not delete" hidden="1">
                        <a:extLst>
                          <a:ext uri="{FF2B5EF4-FFF2-40B4-BE49-F238E27FC236}">
                            <a16:creationId xmlns:a16="http://schemas.microsoft.com/office/drawing/2014/main" id="{00948BE6-F1DB-D3ED-EC42-F0E2BE04E76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28DB22F5-C1FD-07EC-D3A9-86B84CF99CBE}"/>
              </a:ext>
            </a:extLst>
          </p:cNvPr>
          <p:cNvSpPr>
            <a:spLocks noGrp="1"/>
          </p:cNvSpPr>
          <p:nvPr>
            <p:ph type="pic" sz="quarter" idx="51"/>
          </p:nvPr>
        </p:nvSpPr>
        <p:spPr>
          <a:xfrm>
            <a:off x="0" y="0"/>
            <a:ext cx="12191999" cy="6858000"/>
          </a:xfrm>
          <a:solidFill>
            <a:schemeClr val="tx1">
              <a:lumMod val="85000"/>
            </a:schemeClr>
          </a:solidFill>
        </p:spPr>
        <p:txBody>
          <a:bodyPr/>
          <a:lstStyle/>
          <a:p>
            <a:endParaRPr lang="en-GB"/>
          </a:p>
        </p:txBody>
      </p:sp>
      <p:sp>
        <p:nvSpPr>
          <p:cNvPr id="11" name="Text Placeholder 10">
            <a:extLst>
              <a:ext uri="{FF2B5EF4-FFF2-40B4-BE49-F238E27FC236}">
                <a16:creationId xmlns:a16="http://schemas.microsoft.com/office/drawing/2014/main" id="{E11B0B94-6136-9771-5C13-FBAC2F508639}"/>
              </a:ext>
            </a:extLst>
          </p:cNvPr>
          <p:cNvSpPr>
            <a:spLocks noGrp="1"/>
          </p:cNvSpPr>
          <p:nvPr>
            <p:ph type="body" sz="quarter" idx="53"/>
          </p:nvPr>
        </p:nvSpPr>
        <p:spPr>
          <a:xfrm>
            <a:off x="401259" y="594000"/>
            <a:ext cx="5670000" cy="5670000"/>
          </a:xfrm>
          <a:custGeom>
            <a:avLst/>
            <a:gdLst>
              <a:gd name="connsiteX0" fmla="*/ 2835000 w 5670000"/>
              <a:gd name="connsiteY0" fmla="*/ 0 h 5670000"/>
              <a:gd name="connsiteX1" fmla="*/ 5670000 w 5670000"/>
              <a:gd name="connsiteY1" fmla="*/ 2835000 h 5670000"/>
              <a:gd name="connsiteX2" fmla="*/ 2835000 w 5670000"/>
              <a:gd name="connsiteY2" fmla="*/ 5670000 h 5670000"/>
              <a:gd name="connsiteX3" fmla="*/ 0 w 5670000"/>
              <a:gd name="connsiteY3" fmla="*/ 2835000 h 5670000"/>
              <a:gd name="connsiteX4" fmla="*/ 2835000 w 5670000"/>
              <a:gd name="connsiteY4" fmla="*/ 0 h 567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0000" h="5670000">
                <a:moveTo>
                  <a:pt x="2835000" y="0"/>
                </a:moveTo>
                <a:cubicBezTo>
                  <a:pt x="4400727" y="0"/>
                  <a:pt x="5670000" y="1269273"/>
                  <a:pt x="5670000" y="2835000"/>
                </a:cubicBezTo>
                <a:cubicBezTo>
                  <a:pt x="5670000" y="4400727"/>
                  <a:pt x="4400727" y="5670000"/>
                  <a:pt x="2835000" y="5670000"/>
                </a:cubicBezTo>
                <a:cubicBezTo>
                  <a:pt x="1269273" y="5670000"/>
                  <a:pt x="0" y="4400727"/>
                  <a:pt x="0" y="2835000"/>
                </a:cubicBezTo>
                <a:cubicBezTo>
                  <a:pt x="0" y="1269273"/>
                  <a:pt x="1269273" y="0"/>
                  <a:pt x="2835000" y="0"/>
                </a:cubicBezTo>
                <a:close/>
              </a:path>
            </a:pathLst>
          </a:custGeom>
          <a:solidFill>
            <a:schemeClr val="bg1">
              <a:alpha val="25000"/>
            </a:schemeClr>
          </a:solidFill>
        </p:spPr>
        <p:txBody>
          <a:bodyPr wrap="square">
            <a:noAutofit/>
          </a:bodyPr>
          <a:lstStyle>
            <a:lvl1pPr marL="0" indent="0">
              <a:buNone/>
              <a:defRPr>
                <a:noFill/>
              </a:defRPr>
            </a:lvl1pPr>
          </a:lstStyle>
          <a:p>
            <a:pPr lvl="0"/>
            <a:endParaRPr lang="en-GB"/>
          </a:p>
        </p:txBody>
      </p:sp>
      <p:sp>
        <p:nvSpPr>
          <p:cNvPr id="12" name="Text Placeholder 11">
            <a:extLst>
              <a:ext uri="{FF2B5EF4-FFF2-40B4-BE49-F238E27FC236}">
                <a16:creationId xmlns:a16="http://schemas.microsoft.com/office/drawing/2014/main" id="{F101EFFB-7E1B-7179-11B8-49153469FCD1}"/>
              </a:ext>
            </a:extLst>
          </p:cNvPr>
          <p:cNvSpPr>
            <a:spLocks noGrp="1"/>
          </p:cNvSpPr>
          <p:nvPr>
            <p:ph type="body" sz="quarter" idx="54"/>
          </p:nvPr>
        </p:nvSpPr>
        <p:spPr>
          <a:xfrm>
            <a:off x="637059" y="829800"/>
            <a:ext cx="5198400" cy="5198400"/>
          </a:xfrm>
          <a:custGeom>
            <a:avLst/>
            <a:gdLst>
              <a:gd name="connsiteX0" fmla="*/ 2599200 w 5198400"/>
              <a:gd name="connsiteY0" fmla="*/ 0 h 5198400"/>
              <a:gd name="connsiteX1" fmla="*/ 5198400 w 5198400"/>
              <a:gd name="connsiteY1" fmla="*/ 2599200 h 5198400"/>
              <a:gd name="connsiteX2" fmla="*/ 2599200 w 5198400"/>
              <a:gd name="connsiteY2" fmla="*/ 5198400 h 5198400"/>
              <a:gd name="connsiteX3" fmla="*/ 0 w 5198400"/>
              <a:gd name="connsiteY3" fmla="*/ 2599200 h 5198400"/>
              <a:gd name="connsiteX4" fmla="*/ 2599200 w 5198400"/>
              <a:gd name="connsiteY4" fmla="*/ 0 h 519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8400" h="5198400">
                <a:moveTo>
                  <a:pt x="2599200" y="0"/>
                </a:moveTo>
                <a:cubicBezTo>
                  <a:pt x="4034699" y="0"/>
                  <a:pt x="5198400" y="1163701"/>
                  <a:pt x="5198400" y="2599200"/>
                </a:cubicBezTo>
                <a:cubicBezTo>
                  <a:pt x="5198400" y="4034699"/>
                  <a:pt x="4034699" y="5198400"/>
                  <a:pt x="2599200" y="5198400"/>
                </a:cubicBezTo>
                <a:cubicBezTo>
                  <a:pt x="1163701" y="5198400"/>
                  <a:pt x="0" y="4034699"/>
                  <a:pt x="0" y="2599200"/>
                </a:cubicBezTo>
                <a:cubicBezTo>
                  <a:pt x="0" y="1163701"/>
                  <a:pt x="1163701" y="0"/>
                  <a:pt x="2599200" y="0"/>
                </a:cubicBezTo>
                <a:close/>
              </a:path>
            </a:pathLst>
          </a:custGeom>
          <a:solidFill>
            <a:schemeClr val="bg1"/>
          </a:solidFill>
        </p:spPr>
        <p:txBody>
          <a:bodyPr wrap="square">
            <a:noAutofit/>
          </a:bodyPr>
          <a:lstStyle>
            <a:lvl1pPr marL="0" indent="0">
              <a:buNone/>
              <a:defRPr>
                <a:noFill/>
              </a:defRPr>
            </a:lvl1pPr>
          </a:lstStyle>
          <a:p>
            <a:pPr lvl="0"/>
            <a:endParaRPr lang="en-GB"/>
          </a:p>
        </p:txBody>
      </p:sp>
      <p:sp>
        <p:nvSpPr>
          <p:cNvPr id="7" name="Text Placeholder 30">
            <a:extLst>
              <a:ext uri="{FF2B5EF4-FFF2-40B4-BE49-F238E27FC236}">
                <a16:creationId xmlns:a16="http://schemas.microsoft.com/office/drawing/2014/main" id="{EF7E5C80-478C-4E0A-C46C-E253CF264B0F}"/>
              </a:ext>
            </a:extLst>
          </p:cNvPr>
          <p:cNvSpPr>
            <a:spLocks noGrp="1" noRot="1" noMove="1" noResize="1" noEditPoints="1" noAdjustHandles="1" noChangeArrowheads="1" noChangeShapeType="1"/>
          </p:cNvSpPr>
          <p:nvPr>
            <p:ph type="body" sz="quarter" idx="35" hasCustomPrompt="1"/>
          </p:nvPr>
        </p:nvSpPr>
        <p:spPr>
          <a:xfrm>
            <a:off x="1090324" y="2820009"/>
            <a:ext cx="4292235" cy="1645920"/>
          </a:xfrm>
          <a:prstGeom prst="rect">
            <a:avLst/>
          </a:prstGeom>
        </p:spPr>
        <p:txBody>
          <a:bodyPr lIns="0" tIns="0" rIns="0" bIns="0"/>
          <a:lstStyle>
            <a:lvl1pPr marL="0" marR="0" indent="0" algn="l" defTabSz="914400" rtl="0" eaLnBrk="1" fontAlgn="auto" latinLnBrk="0" hangingPunct="1">
              <a:lnSpc>
                <a:spcPct val="85000"/>
              </a:lnSpc>
              <a:spcBef>
                <a:spcPts val="1000"/>
              </a:spcBef>
              <a:spcAft>
                <a:spcPts val="600"/>
              </a:spcAft>
              <a:buClrTx/>
              <a:buSzTx/>
              <a:buFont typeface="Arial" panose="020B0604020202020204" pitchFamily="34" charset="0"/>
              <a:buNone/>
              <a:tabLst/>
              <a:defRPr sz="40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auto" latinLnBrk="0" hangingPunct="1">
              <a:lnSpc>
                <a:spcPct val="85000"/>
              </a:lnSpc>
              <a:spcBef>
                <a:spcPts val="1000"/>
              </a:spcBef>
              <a:spcAft>
                <a:spcPts val="600"/>
              </a:spcAft>
              <a:buClrTx/>
              <a:buSzTx/>
              <a:buFont typeface="Arial" panose="020B0604020202020204" pitchFamily="34" charset="0"/>
              <a:buNone/>
              <a:tabLst/>
              <a:defRPr/>
            </a:pPr>
            <a:r>
              <a:rPr lang="en-US"/>
              <a:t>Divider Title Goes Here</a:t>
            </a:r>
            <a:endParaRPr lang="en-DE"/>
          </a:p>
        </p:txBody>
      </p:sp>
      <p:sp>
        <p:nvSpPr>
          <p:cNvPr id="8" name="Text Placeholder 32">
            <a:extLst>
              <a:ext uri="{FF2B5EF4-FFF2-40B4-BE49-F238E27FC236}">
                <a16:creationId xmlns:a16="http://schemas.microsoft.com/office/drawing/2014/main" id="{D70676B5-1F94-4DE2-7607-54BE133DEED0}"/>
              </a:ext>
            </a:extLst>
          </p:cNvPr>
          <p:cNvSpPr>
            <a:spLocks noGrp="1" noRot="1" noMove="1" noResize="1" noEditPoints="1" noAdjustHandles="1" noChangeArrowheads="1" noChangeShapeType="1"/>
          </p:cNvSpPr>
          <p:nvPr>
            <p:ph type="body" sz="quarter" idx="36" hasCustomPrompt="1"/>
          </p:nvPr>
        </p:nvSpPr>
        <p:spPr>
          <a:xfrm>
            <a:off x="1089959" y="2519764"/>
            <a:ext cx="4292600"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a:t>
            </a:r>
            <a:r>
              <a:rPr lang="en-GB"/>
              <a:t> GOES HERE</a:t>
            </a:r>
            <a:endParaRPr lang="en-DE"/>
          </a:p>
        </p:txBody>
      </p:sp>
      <p:sp>
        <p:nvSpPr>
          <p:cNvPr id="10" name="Text Placeholder 9">
            <a:extLst>
              <a:ext uri="{FF2B5EF4-FFF2-40B4-BE49-F238E27FC236}">
                <a16:creationId xmlns:a16="http://schemas.microsoft.com/office/drawing/2014/main" id="{30B7CADB-98B0-A040-DAE4-565E63F6A6EE}"/>
              </a:ext>
            </a:extLst>
          </p:cNvPr>
          <p:cNvSpPr>
            <a:spLocks noGrp="1" noChangeAspect="1"/>
          </p:cNvSpPr>
          <p:nvPr>
            <p:ph type="body" sz="quarter" idx="49"/>
          </p:nvPr>
        </p:nvSpPr>
        <p:spPr>
          <a:xfrm>
            <a:off x="10426077" y="6001667"/>
            <a:ext cx="1303022" cy="457201"/>
          </a:xfrm>
          <a:prstGeom prst="rect">
            <a:avLst/>
          </a:prstGeom>
          <a:blipFill>
            <a:blip>
              <a:extLst>
                <a:ext uri="{96DAC541-7B7A-43D3-8B79-37D633B846F1}">
                  <asvg:svgBlip xmlns:asvg="http://schemas.microsoft.com/office/drawing/2016/SVG/main" r:embed="rId5"/>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lvl1pPr>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5" name="Footer Placeholder 4">
            <a:extLst>
              <a:ext uri="{FF2B5EF4-FFF2-40B4-BE49-F238E27FC236}">
                <a16:creationId xmlns:a16="http://schemas.microsoft.com/office/drawing/2014/main" id="{CE5B1466-147D-8040-4B01-10F9FFD9856A}"/>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2666659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D8F07111-D7B3-3471-5E87-8A53230F728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65944" y="4618363"/>
            <a:ext cx="1300975" cy="456845"/>
          </a:xfrm>
          <a:prstGeom prst="rect">
            <a:avLst/>
          </a:prstGeom>
        </p:spPr>
      </p:pic>
      <p:sp>
        <p:nvSpPr>
          <p:cNvPr id="4" name="Slide Number Placeholder 3">
            <a:extLst>
              <a:ext uri="{FF2B5EF4-FFF2-40B4-BE49-F238E27FC236}">
                <a16:creationId xmlns:a16="http://schemas.microsoft.com/office/drawing/2014/main" id="{21F606B4-330D-8ECD-9E27-9F411DDB76D9}"/>
              </a:ext>
            </a:extLst>
          </p:cNvPr>
          <p:cNvSpPr>
            <a:spLocks noGrp="1"/>
          </p:cNvSpPr>
          <p:nvPr>
            <p:ph type="sldNum" sz="quarter" idx="11"/>
          </p:nvPr>
        </p:nvSpPr>
        <p:spPr>
          <a:xfrm>
            <a:off x="479425" y="6339948"/>
            <a:ext cx="173038" cy="169200"/>
          </a:xfrm>
          <a:prstGeom prst="rect">
            <a:avLst/>
          </a:prstGeom>
        </p:spPr>
        <p:txBody>
          <a:bodyPr/>
          <a:lstStyle>
            <a:lvl1pPr>
              <a:spcAft>
                <a:spcPts val="600"/>
              </a:spcAft>
              <a:defRPr/>
            </a:lvl1pPr>
          </a:lstStyle>
          <a:p>
            <a:fld id="{E4C2AD82-1025-4508-97C1-6F7EE5C92734}" type="slidenum">
              <a:rPr lang="en-AU" smtClean="0"/>
              <a:pPr/>
              <a:t>‹#›</a:t>
            </a:fld>
            <a:endParaRPr lang="en-AU"/>
          </a:p>
        </p:txBody>
      </p:sp>
      <p:sp>
        <p:nvSpPr>
          <p:cNvPr id="7" name="Title 1">
            <a:extLst>
              <a:ext uri="{FF2B5EF4-FFF2-40B4-BE49-F238E27FC236}">
                <a16:creationId xmlns:a16="http://schemas.microsoft.com/office/drawing/2014/main" id="{D7BE758A-5128-ACD4-DD9E-ACA3B721D2E6}"/>
              </a:ext>
            </a:extLst>
          </p:cNvPr>
          <p:cNvSpPr>
            <a:spLocks noGrp="1"/>
          </p:cNvSpPr>
          <p:nvPr>
            <p:ph type="title" hasCustomPrompt="1"/>
          </p:nvPr>
        </p:nvSpPr>
        <p:spPr>
          <a:xfrm>
            <a:off x="565944" y="2772040"/>
            <a:ext cx="4139871" cy="1647750"/>
          </a:xfrm>
          <a:prstGeom prst="rect">
            <a:avLst/>
          </a:prstGeom>
        </p:spPr>
        <p:txBody>
          <a:bodyPr lIns="0" tIns="0" rIns="0" bIns="0"/>
          <a:lstStyle>
            <a:lvl1pPr>
              <a:lnSpc>
                <a:spcPct val="85000"/>
              </a:lnSpc>
              <a:spcAft>
                <a:spcPts val="600"/>
              </a:spcAft>
              <a:defRPr sz="4000" b="1">
                <a:solidFill>
                  <a:schemeClr val="bg1"/>
                </a:solidFill>
              </a:defRPr>
            </a:lvl1pPr>
          </a:lstStyle>
          <a:p>
            <a:r>
              <a:rPr lang="en-US"/>
              <a:t>Divider Title </a:t>
            </a:r>
            <a:br>
              <a:rPr lang="en-US"/>
            </a:br>
            <a:r>
              <a:rPr lang="en-US"/>
              <a:t>Goes Here</a:t>
            </a:r>
            <a:endParaRPr lang="en-AU"/>
          </a:p>
        </p:txBody>
      </p:sp>
      <p:sp>
        <p:nvSpPr>
          <p:cNvPr id="8" name="Text Placeholder 9">
            <a:extLst>
              <a:ext uri="{FF2B5EF4-FFF2-40B4-BE49-F238E27FC236}">
                <a16:creationId xmlns:a16="http://schemas.microsoft.com/office/drawing/2014/main" id="{4973D4C6-A608-9D6D-9553-9B006233D035}"/>
              </a:ext>
            </a:extLst>
          </p:cNvPr>
          <p:cNvSpPr>
            <a:spLocks noGrp="1"/>
          </p:cNvSpPr>
          <p:nvPr>
            <p:ph type="body" sz="quarter" idx="44" hasCustomPrompt="1"/>
          </p:nvPr>
        </p:nvSpPr>
        <p:spPr>
          <a:xfrm>
            <a:off x="565945" y="2472935"/>
            <a:ext cx="4139870" cy="224915"/>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22" name="Picture Placeholder 21">
            <a:extLst>
              <a:ext uri="{FF2B5EF4-FFF2-40B4-BE49-F238E27FC236}">
                <a16:creationId xmlns:a16="http://schemas.microsoft.com/office/drawing/2014/main" id="{6464F3CF-DEFC-1108-D859-C43695EA0712}"/>
              </a:ext>
            </a:extLst>
          </p:cNvPr>
          <p:cNvSpPr>
            <a:spLocks noGrp="1"/>
          </p:cNvSpPr>
          <p:nvPr>
            <p:ph type="pic" sz="quarter" idx="45"/>
          </p:nvPr>
        </p:nvSpPr>
        <p:spPr>
          <a:xfrm>
            <a:off x="5494959" y="147462"/>
            <a:ext cx="6565966" cy="6522593"/>
          </a:xfrm>
          <a:custGeom>
            <a:avLst/>
            <a:gdLst>
              <a:gd name="connsiteX0" fmla="*/ 5922615 w 6565966"/>
              <a:gd name="connsiteY0" fmla="*/ 5235891 h 6522593"/>
              <a:gd name="connsiteX1" fmla="*/ 6565966 w 6565966"/>
              <a:gd name="connsiteY1" fmla="*/ 5879242 h 6522593"/>
              <a:gd name="connsiteX2" fmla="*/ 5922615 w 6565966"/>
              <a:gd name="connsiteY2" fmla="*/ 6522593 h 6522593"/>
              <a:gd name="connsiteX3" fmla="*/ 5279264 w 6565966"/>
              <a:gd name="connsiteY3" fmla="*/ 5879242 h 6522593"/>
              <a:gd name="connsiteX4" fmla="*/ 5922615 w 6565966"/>
              <a:gd name="connsiteY4" fmla="*/ 5235891 h 6522593"/>
              <a:gd name="connsiteX5" fmla="*/ 4616990 w 6565966"/>
              <a:gd name="connsiteY5" fmla="*/ 5235891 h 6522593"/>
              <a:gd name="connsiteX6" fmla="*/ 5260341 w 6565966"/>
              <a:gd name="connsiteY6" fmla="*/ 5879242 h 6522593"/>
              <a:gd name="connsiteX7" fmla="*/ 4616990 w 6565966"/>
              <a:gd name="connsiteY7" fmla="*/ 6522593 h 6522593"/>
              <a:gd name="connsiteX8" fmla="*/ 3973639 w 6565966"/>
              <a:gd name="connsiteY8" fmla="*/ 5879242 h 6522593"/>
              <a:gd name="connsiteX9" fmla="*/ 4616990 w 6565966"/>
              <a:gd name="connsiteY9" fmla="*/ 5235891 h 6522593"/>
              <a:gd name="connsiteX10" fmla="*/ 3311366 w 6565966"/>
              <a:gd name="connsiteY10" fmla="*/ 5235891 h 6522593"/>
              <a:gd name="connsiteX11" fmla="*/ 3954717 w 6565966"/>
              <a:gd name="connsiteY11" fmla="*/ 5879242 h 6522593"/>
              <a:gd name="connsiteX12" fmla="*/ 3311366 w 6565966"/>
              <a:gd name="connsiteY12" fmla="*/ 6522593 h 6522593"/>
              <a:gd name="connsiteX13" fmla="*/ 2668015 w 6565966"/>
              <a:gd name="connsiteY13" fmla="*/ 5879242 h 6522593"/>
              <a:gd name="connsiteX14" fmla="*/ 3311366 w 6565966"/>
              <a:gd name="connsiteY14" fmla="*/ 5235891 h 6522593"/>
              <a:gd name="connsiteX15" fmla="*/ 2005741 w 6565966"/>
              <a:gd name="connsiteY15" fmla="*/ 5235891 h 6522593"/>
              <a:gd name="connsiteX16" fmla="*/ 2649092 w 6565966"/>
              <a:gd name="connsiteY16" fmla="*/ 5879242 h 6522593"/>
              <a:gd name="connsiteX17" fmla="*/ 2005741 w 6565966"/>
              <a:gd name="connsiteY17" fmla="*/ 6522593 h 6522593"/>
              <a:gd name="connsiteX18" fmla="*/ 1362390 w 6565966"/>
              <a:gd name="connsiteY18" fmla="*/ 5879242 h 6522593"/>
              <a:gd name="connsiteX19" fmla="*/ 2005741 w 6565966"/>
              <a:gd name="connsiteY19" fmla="*/ 5235891 h 6522593"/>
              <a:gd name="connsiteX20" fmla="*/ 700117 w 6565966"/>
              <a:gd name="connsiteY20" fmla="*/ 5235891 h 6522593"/>
              <a:gd name="connsiteX21" fmla="*/ 1343468 w 6565966"/>
              <a:gd name="connsiteY21" fmla="*/ 5879242 h 6522593"/>
              <a:gd name="connsiteX22" fmla="*/ 700117 w 6565966"/>
              <a:gd name="connsiteY22" fmla="*/ 6522593 h 6522593"/>
              <a:gd name="connsiteX23" fmla="*/ 56766 w 6565966"/>
              <a:gd name="connsiteY23" fmla="*/ 5879242 h 6522593"/>
              <a:gd name="connsiteX24" fmla="*/ 700117 w 6565966"/>
              <a:gd name="connsiteY24" fmla="*/ 5235891 h 6522593"/>
              <a:gd name="connsiteX25" fmla="*/ 5903693 w 6565966"/>
              <a:gd name="connsiteY25" fmla="*/ 3934399 h 6522593"/>
              <a:gd name="connsiteX26" fmla="*/ 6547044 w 6565966"/>
              <a:gd name="connsiteY26" fmla="*/ 4577750 h 6522593"/>
              <a:gd name="connsiteX27" fmla="*/ 5903693 w 6565966"/>
              <a:gd name="connsiteY27" fmla="*/ 5221101 h 6522593"/>
              <a:gd name="connsiteX28" fmla="*/ 5260342 w 6565966"/>
              <a:gd name="connsiteY28" fmla="*/ 4577750 h 6522593"/>
              <a:gd name="connsiteX29" fmla="*/ 5903693 w 6565966"/>
              <a:gd name="connsiteY29" fmla="*/ 3934399 h 6522593"/>
              <a:gd name="connsiteX30" fmla="*/ 4598068 w 6565966"/>
              <a:gd name="connsiteY30" fmla="*/ 3934399 h 6522593"/>
              <a:gd name="connsiteX31" fmla="*/ 5241419 w 6565966"/>
              <a:gd name="connsiteY31" fmla="*/ 4577750 h 6522593"/>
              <a:gd name="connsiteX32" fmla="*/ 4598068 w 6565966"/>
              <a:gd name="connsiteY32" fmla="*/ 5221101 h 6522593"/>
              <a:gd name="connsiteX33" fmla="*/ 3954717 w 6565966"/>
              <a:gd name="connsiteY33" fmla="*/ 4577750 h 6522593"/>
              <a:gd name="connsiteX34" fmla="*/ 4598068 w 6565966"/>
              <a:gd name="connsiteY34" fmla="*/ 3934399 h 6522593"/>
              <a:gd name="connsiteX35" fmla="*/ 3292444 w 6565966"/>
              <a:gd name="connsiteY35" fmla="*/ 3934399 h 6522593"/>
              <a:gd name="connsiteX36" fmla="*/ 3935795 w 6565966"/>
              <a:gd name="connsiteY36" fmla="*/ 4577750 h 6522593"/>
              <a:gd name="connsiteX37" fmla="*/ 3292444 w 6565966"/>
              <a:gd name="connsiteY37" fmla="*/ 5221101 h 6522593"/>
              <a:gd name="connsiteX38" fmla="*/ 2649093 w 6565966"/>
              <a:gd name="connsiteY38" fmla="*/ 4577750 h 6522593"/>
              <a:gd name="connsiteX39" fmla="*/ 3292444 w 6565966"/>
              <a:gd name="connsiteY39" fmla="*/ 3934399 h 6522593"/>
              <a:gd name="connsiteX40" fmla="*/ 1986819 w 6565966"/>
              <a:gd name="connsiteY40" fmla="*/ 3934399 h 6522593"/>
              <a:gd name="connsiteX41" fmla="*/ 2630170 w 6565966"/>
              <a:gd name="connsiteY41" fmla="*/ 4577750 h 6522593"/>
              <a:gd name="connsiteX42" fmla="*/ 1986819 w 6565966"/>
              <a:gd name="connsiteY42" fmla="*/ 5221101 h 6522593"/>
              <a:gd name="connsiteX43" fmla="*/ 1343468 w 6565966"/>
              <a:gd name="connsiteY43" fmla="*/ 4577750 h 6522593"/>
              <a:gd name="connsiteX44" fmla="*/ 1986819 w 6565966"/>
              <a:gd name="connsiteY44" fmla="*/ 3934399 h 6522593"/>
              <a:gd name="connsiteX45" fmla="*/ 681195 w 6565966"/>
              <a:gd name="connsiteY45" fmla="*/ 3934399 h 6522593"/>
              <a:gd name="connsiteX46" fmla="*/ 1324546 w 6565966"/>
              <a:gd name="connsiteY46" fmla="*/ 4577750 h 6522593"/>
              <a:gd name="connsiteX47" fmla="*/ 681195 w 6565966"/>
              <a:gd name="connsiteY47" fmla="*/ 5221101 h 6522593"/>
              <a:gd name="connsiteX48" fmla="*/ 37844 w 6565966"/>
              <a:gd name="connsiteY48" fmla="*/ 4577750 h 6522593"/>
              <a:gd name="connsiteX49" fmla="*/ 681195 w 6565966"/>
              <a:gd name="connsiteY49" fmla="*/ 3934399 h 6522593"/>
              <a:gd name="connsiteX50" fmla="*/ 5903693 w 6565966"/>
              <a:gd name="connsiteY50" fmla="*/ 2614252 h 6522593"/>
              <a:gd name="connsiteX51" fmla="*/ 6547044 w 6565966"/>
              <a:gd name="connsiteY51" fmla="*/ 3257601 h 6522593"/>
              <a:gd name="connsiteX52" fmla="*/ 5903693 w 6565966"/>
              <a:gd name="connsiteY52" fmla="*/ 3900952 h 6522593"/>
              <a:gd name="connsiteX53" fmla="*/ 5260342 w 6565966"/>
              <a:gd name="connsiteY53" fmla="*/ 3257601 h 6522593"/>
              <a:gd name="connsiteX54" fmla="*/ 5903693 w 6565966"/>
              <a:gd name="connsiteY54" fmla="*/ 2614252 h 6522593"/>
              <a:gd name="connsiteX55" fmla="*/ 4598068 w 6565966"/>
              <a:gd name="connsiteY55" fmla="*/ 2614252 h 6522593"/>
              <a:gd name="connsiteX56" fmla="*/ 5241419 w 6565966"/>
              <a:gd name="connsiteY56" fmla="*/ 3257601 h 6522593"/>
              <a:gd name="connsiteX57" fmla="*/ 4598068 w 6565966"/>
              <a:gd name="connsiteY57" fmla="*/ 3900952 h 6522593"/>
              <a:gd name="connsiteX58" fmla="*/ 3954717 w 6565966"/>
              <a:gd name="connsiteY58" fmla="*/ 3257601 h 6522593"/>
              <a:gd name="connsiteX59" fmla="*/ 4598068 w 6565966"/>
              <a:gd name="connsiteY59" fmla="*/ 2614252 h 6522593"/>
              <a:gd name="connsiteX60" fmla="*/ 3292444 w 6565966"/>
              <a:gd name="connsiteY60" fmla="*/ 2614252 h 6522593"/>
              <a:gd name="connsiteX61" fmla="*/ 3935795 w 6565966"/>
              <a:gd name="connsiteY61" fmla="*/ 3257601 h 6522593"/>
              <a:gd name="connsiteX62" fmla="*/ 3292444 w 6565966"/>
              <a:gd name="connsiteY62" fmla="*/ 3900952 h 6522593"/>
              <a:gd name="connsiteX63" fmla="*/ 2649093 w 6565966"/>
              <a:gd name="connsiteY63" fmla="*/ 3257601 h 6522593"/>
              <a:gd name="connsiteX64" fmla="*/ 3292444 w 6565966"/>
              <a:gd name="connsiteY64" fmla="*/ 2614252 h 6522593"/>
              <a:gd name="connsiteX65" fmla="*/ 1986819 w 6565966"/>
              <a:gd name="connsiteY65" fmla="*/ 2614252 h 6522593"/>
              <a:gd name="connsiteX66" fmla="*/ 2630170 w 6565966"/>
              <a:gd name="connsiteY66" fmla="*/ 3257601 h 6522593"/>
              <a:gd name="connsiteX67" fmla="*/ 1986819 w 6565966"/>
              <a:gd name="connsiteY67" fmla="*/ 3900952 h 6522593"/>
              <a:gd name="connsiteX68" fmla="*/ 1343468 w 6565966"/>
              <a:gd name="connsiteY68" fmla="*/ 3257601 h 6522593"/>
              <a:gd name="connsiteX69" fmla="*/ 1986819 w 6565966"/>
              <a:gd name="connsiteY69" fmla="*/ 2614252 h 6522593"/>
              <a:gd name="connsiteX70" fmla="*/ 681195 w 6565966"/>
              <a:gd name="connsiteY70" fmla="*/ 2614252 h 6522593"/>
              <a:gd name="connsiteX71" fmla="*/ 1324546 w 6565966"/>
              <a:gd name="connsiteY71" fmla="*/ 3257601 h 6522593"/>
              <a:gd name="connsiteX72" fmla="*/ 681195 w 6565966"/>
              <a:gd name="connsiteY72" fmla="*/ 3900952 h 6522593"/>
              <a:gd name="connsiteX73" fmla="*/ 37844 w 6565966"/>
              <a:gd name="connsiteY73" fmla="*/ 3257601 h 6522593"/>
              <a:gd name="connsiteX74" fmla="*/ 681195 w 6565966"/>
              <a:gd name="connsiteY74" fmla="*/ 2614252 h 6522593"/>
              <a:gd name="connsiteX75" fmla="*/ 5884771 w 6565966"/>
              <a:gd name="connsiteY75" fmla="*/ 1307126 h 6522593"/>
              <a:gd name="connsiteX76" fmla="*/ 6528122 w 6565966"/>
              <a:gd name="connsiteY76" fmla="*/ 1950476 h 6522593"/>
              <a:gd name="connsiteX77" fmla="*/ 5884771 w 6565966"/>
              <a:gd name="connsiteY77" fmla="*/ 2593830 h 6522593"/>
              <a:gd name="connsiteX78" fmla="*/ 5241420 w 6565966"/>
              <a:gd name="connsiteY78" fmla="*/ 1950476 h 6522593"/>
              <a:gd name="connsiteX79" fmla="*/ 5884771 w 6565966"/>
              <a:gd name="connsiteY79" fmla="*/ 1307126 h 6522593"/>
              <a:gd name="connsiteX80" fmla="*/ 4579146 w 6565966"/>
              <a:gd name="connsiteY80" fmla="*/ 1307126 h 6522593"/>
              <a:gd name="connsiteX81" fmla="*/ 5222497 w 6565966"/>
              <a:gd name="connsiteY81" fmla="*/ 1950476 h 6522593"/>
              <a:gd name="connsiteX82" fmla="*/ 4579146 w 6565966"/>
              <a:gd name="connsiteY82" fmla="*/ 2593830 h 6522593"/>
              <a:gd name="connsiteX83" fmla="*/ 3935795 w 6565966"/>
              <a:gd name="connsiteY83" fmla="*/ 1950476 h 6522593"/>
              <a:gd name="connsiteX84" fmla="*/ 4579146 w 6565966"/>
              <a:gd name="connsiteY84" fmla="*/ 1307126 h 6522593"/>
              <a:gd name="connsiteX85" fmla="*/ 3273522 w 6565966"/>
              <a:gd name="connsiteY85" fmla="*/ 1307126 h 6522593"/>
              <a:gd name="connsiteX86" fmla="*/ 3916873 w 6565966"/>
              <a:gd name="connsiteY86" fmla="*/ 1950476 h 6522593"/>
              <a:gd name="connsiteX87" fmla="*/ 3273522 w 6565966"/>
              <a:gd name="connsiteY87" fmla="*/ 2593828 h 6522593"/>
              <a:gd name="connsiteX88" fmla="*/ 2630171 w 6565966"/>
              <a:gd name="connsiteY88" fmla="*/ 1950476 h 6522593"/>
              <a:gd name="connsiteX89" fmla="*/ 3273522 w 6565966"/>
              <a:gd name="connsiteY89" fmla="*/ 1307126 h 6522593"/>
              <a:gd name="connsiteX90" fmla="*/ 1967897 w 6565966"/>
              <a:gd name="connsiteY90" fmla="*/ 1307126 h 6522593"/>
              <a:gd name="connsiteX91" fmla="*/ 2611248 w 6565966"/>
              <a:gd name="connsiteY91" fmla="*/ 1950476 h 6522593"/>
              <a:gd name="connsiteX92" fmla="*/ 1967897 w 6565966"/>
              <a:gd name="connsiteY92" fmla="*/ 2593828 h 6522593"/>
              <a:gd name="connsiteX93" fmla="*/ 1324546 w 6565966"/>
              <a:gd name="connsiteY93" fmla="*/ 1950476 h 6522593"/>
              <a:gd name="connsiteX94" fmla="*/ 1967897 w 6565966"/>
              <a:gd name="connsiteY94" fmla="*/ 1307126 h 6522593"/>
              <a:gd name="connsiteX95" fmla="*/ 662273 w 6565966"/>
              <a:gd name="connsiteY95" fmla="*/ 1307126 h 6522593"/>
              <a:gd name="connsiteX96" fmla="*/ 1305624 w 6565966"/>
              <a:gd name="connsiteY96" fmla="*/ 1950476 h 6522593"/>
              <a:gd name="connsiteX97" fmla="*/ 662273 w 6565966"/>
              <a:gd name="connsiteY97" fmla="*/ 2593828 h 6522593"/>
              <a:gd name="connsiteX98" fmla="*/ 18922 w 6565966"/>
              <a:gd name="connsiteY98" fmla="*/ 1950476 h 6522593"/>
              <a:gd name="connsiteX99" fmla="*/ 662273 w 6565966"/>
              <a:gd name="connsiteY99" fmla="*/ 1307126 h 6522593"/>
              <a:gd name="connsiteX100" fmla="*/ 5865849 w 6565966"/>
              <a:gd name="connsiteY100" fmla="*/ 0 h 6522593"/>
              <a:gd name="connsiteX101" fmla="*/ 6509200 w 6565966"/>
              <a:gd name="connsiteY101" fmla="*/ 643351 h 6522593"/>
              <a:gd name="connsiteX102" fmla="*/ 5865849 w 6565966"/>
              <a:gd name="connsiteY102" fmla="*/ 1286703 h 6522593"/>
              <a:gd name="connsiteX103" fmla="*/ 5222498 w 6565966"/>
              <a:gd name="connsiteY103" fmla="*/ 643351 h 6522593"/>
              <a:gd name="connsiteX104" fmla="*/ 5865849 w 6565966"/>
              <a:gd name="connsiteY104" fmla="*/ 0 h 6522593"/>
              <a:gd name="connsiteX105" fmla="*/ 4560224 w 6565966"/>
              <a:gd name="connsiteY105" fmla="*/ 0 h 6522593"/>
              <a:gd name="connsiteX106" fmla="*/ 5203575 w 6565966"/>
              <a:gd name="connsiteY106" fmla="*/ 643351 h 6522593"/>
              <a:gd name="connsiteX107" fmla="*/ 4560224 w 6565966"/>
              <a:gd name="connsiteY107" fmla="*/ 1286703 h 6522593"/>
              <a:gd name="connsiteX108" fmla="*/ 3916873 w 6565966"/>
              <a:gd name="connsiteY108" fmla="*/ 643351 h 6522593"/>
              <a:gd name="connsiteX109" fmla="*/ 4560224 w 6565966"/>
              <a:gd name="connsiteY109" fmla="*/ 0 h 6522593"/>
              <a:gd name="connsiteX110" fmla="*/ 3254600 w 6565966"/>
              <a:gd name="connsiteY110" fmla="*/ 0 h 6522593"/>
              <a:gd name="connsiteX111" fmla="*/ 3897951 w 6565966"/>
              <a:gd name="connsiteY111" fmla="*/ 643351 h 6522593"/>
              <a:gd name="connsiteX112" fmla="*/ 3254600 w 6565966"/>
              <a:gd name="connsiteY112" fmla="*/ 1286703 h 6522593"/>
              <a:gd name="connsiteX113" fmla="*/ 2611249 w 6565966"/>
              <a:gd name="connsiteY113" fmla="*/ 643351 h 6522593"/>
              <a:gd name="connsiteX114" fmla="*/ 3254600 w 6565966"/>
              <a:gd name="connsiteY114" fmla="*/ 0 h 6522593"/>
              <a:gd name="connsiteX115" fmla="*/ 1948975 w 6565966"/>
              <a:gd name="connsiteY115" fmla="*/ 0 h 6522593"/>
              <a:gd name="connsiteX116" fmla="*/ 2592326 w 6565966"/>
              <a:gd name="connsiteY116" fmla="*/ 643351 h 6522593"/>
              <a:gd name="connsiteX117" fmla="*/ 1948975 w 6565966"/>
              <a:gd name="connsiteY117" fmla="*/ 1286703 h 6522593"/>
              <a:gd name="connsiteX118" fmla="*/ 1305624 w 6565966"/>
              <a:gd name="connsiteY118" fmla="*/ 643351 h 6522593"/>
              <a:gd name="connsiteX119" fmla="*/ 1948975 w 6565966"/>
              <a:gd name="connsiteY119" fmla="*/ 0 h 6522593"/>
              <a:gd name="connsiteX120" fmla="*/ 643351 w 6565966"/>
              <a:gd name="connsiteY120" fmla="*/ 0 h 6522593"/>
              <a:gd name="connsiteX121" fmla="*/ 1286702 w 6565966"/>
              <a:gd name="connsiteY121" fmla="*/ 643351 h 6522593"/>
              <a:gd name="connsiteX122" fmla="*/ 643351 w 6565966"/>
              <a:gd name="connsiteY122" fmla="*/ 1286702 h 6522593"/>
              <a:gd name="connsiteX123" fmla="*/ 0 w 6565966"/>
              <a:gd name="connsiteY123" fmla="*/ 643351 h 6522593"/>
              <a:gd name="connsiteX124" fmla="*/ 643351 w 6565966"/>
              <a:gd name="connsiteY124" fmla="*/ 0 h 652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565966" h="6522593">
                <a:moveTo>
                  <a:pt x="5922615" y="5235891"/>
                </a:moveTo>
                <a:cubicBezTo>
                  <a:pt x="6277928" y="5235891"/>
                  <a:pt x="6565966" y="5523929"/>
                  <a:pt x="6565966" y="5879242"/>
                </a:cubicBezTo>
                <a:cubicBezTo>
                  <a:pt x="6565966" y="6234555"/>
                  <a:pt x="6277928" y="6522593"/>
                  <a:pt x="5922615" y="6522593"/>
                </a:cubicBezTo>
                <a:cubicBezTo>
                  <a:pt x="5567302" y="6522593"/>
                  <a:pt x="5279264" y="6234555"/>
                  <a:pt x="5279264" y="5879242"/>
                </a:cubicBezTo>
                <a:cubicBezTo>
                  <a:pt x="5279264" y="5523929"/>
                  <a:pt x="5567302" y="5235891"/>
                  <a:pt x="5922615" y="5235891"/>
                </a:cubicBezTo>
                <a:close/>
                <a:moveTo>
                  <a:pt x="4616990" y="5235891"/>
                </a:moveTo>
                <a:cubicBezTo>
                  <a:pt x="4972303" y="5235891"/>
                  <a:pt x="5260341" y="5523929"/>
                  <a:pt x="5260341" y="5879242"/>
                </a:cubicBezTo>
                <a:cubicBezTo>
                  <a:pt x="5260341" y="6234555"/>
                  <a:pt x="4972303" y="6522593"/>
                  <a:pt x="4616990" y="6522593"/>
                </a:cubicBezTo>
                <a:cubicBezTo>
                  <a:pt x="4261677" y="6522593"/>
                  <a:pt x="3973639" y="6234555"/>
                  <a:pt x="3973639" y="5879242"/>
                </a:cubicBezTo>
                <a:cubicBezTo>
                  <a:pt x="3973639" y="5523929"/>
                  <a:pt x="4261677" y="5235891"/>
                  <a:pt x="4616990" y="5235891"/>
                </a:cubicBezTo>
                <a:close/>
                <a:moveTo>
                  <a:pt x="3311366" y="5235891"/>
                </a:moveTo>
                <a:cubicBezTo>
                  <a:pt x="3666679" y="5235891"/>
                  <a:pt x="3954717" y="5523929"/>
                  <a:pt x="3954717" y="5879242"/>
                </a:cubicBezTo>
                <a:cubicBezTo>
                  <a:pt x="3954717" y="6234555"/>
                  <a:pt x="3666679" y="6522593"/>
                  <a:pt x="3311366" y="6522593"/>
                </a:cubicBezTo>
                <a:cubicBezTo>
                  <a:pt x="2956053" y="6522593"/>
                  <a:pt x="2668015" y="6234555"/>
                  <a:pt x="2668015" y="5879242"/>
                </a:cubicBezTo>
                <a:cubicBezTo>
                  <a:pt x="2668015" y="5523929"/>
                  <a:pt x="2956053" y="5235891"/>
                  <a:pt x="3311366" y="5235891"/>
                </a:cubicBezTo>
                <a:close/>
                <a:moveTo>
                  <a:pt x="2005741" y="5235891"/>
                </a:moveTo>
                <a:cubicBezTo>
                  <a:pt x="2361054" y="5235891"/>
                  <a:pt x="2649092" y="5523929"/>
                  <a:pt x="2649092" y="5879242"/>
                </a:cubicBezTo>
                <a:cubicBezTo>
                  <a:pt x="2649092" y="6234555"/>
                  <a:pt x="2361054" y="6522593"/>
                  <a:pt x="2005741" y="6522593"/>
                </a:cubicBezTo>
                <a:cubicBezTo>
                  <a:pt x="1650428" y="6522593"/>
                  <a:pt x="1362390" y="6234555"/>
                  <a:pt x="1362390" y="5879242"/>
                </a:cubicBezTo>
                <a:cubicBezTo>
                  <a:pt x="1362390" y="5523929"/>
                  <a:pt x="1650428" y="5235891"/>
                  <a:pt x="2005741" y="5235891"/>
                </a:cubicBezTo>
                <a:close/>
                <a:moveTo>
                  <a:pt x="700117" y="5235891"/>
                </a:moveTo>
                <a:cubicBezTo>
                  <a:pt x="1055430" y="5235891"/>
                  <a:pt x="1343468" y="5523929"/>
                  <a:pt x="1343468" y="5879242"/>
                </a:cubicBezTo>
                <a:cubicBezTo>
                  <a:pt x="1343468" y="6234555"/>
                  <a:pt x="1055430" y="6522593"/>
                  <a:pt x="700117" y="6522593"/>
                </a:cubicBezTo>
                <a:cubicBezTo>
                  <a:pt x="344804" y="6522593"/>
                  <a:pt x="56766" y="6234555"/>
                  <a:pt x="56766" y="5879242"/>
                </a:cubicBezTo>
                <a:cubicBezTo>
                  <a:pt x="56766" y="5523929"/>
                  <a:pt x="344804" y="5235891"/>
                  <a:pt x="700117" y="5235891"/>
                </a:cubicBezTo>
                <a:close/>
                <a:moveTo>
                  <a:pt x="5903693" y="3934399"/>
                </a:moveTo>
                <a:cubicBezTo>
                  <a:pt x="6259006" y="3934399"/>
                  <a:pt x="6547044" y="4222437"/>
                  <a:pt x="6547044" y="4577750"/>
                </a:cubicBezTo>
                <a:cubicBezTo>
                  <a:pt x="6547044" y="4933063"/>
                  <a:pt x="6259006" y="5221101"/>
                  <a:pt x="5903693" y="5221101"/>
                </a:cubicBezTo>
                <a:cubicBezTo>
                  <a:pt x="5548380" y="5221101"/>
                  <a:pt x="5260342" y="4933063"/>
                  <a:pt x="5260342" y="4577750"/>
                </a:cubicBezTo>
                <a:cubicBezTo>
                  <a:pt x="5260342" y="4222437"/>
                  <a:pt x="5548380" y="3934399"/>
                  <a:pt x="5903693" y="3934399"/>
                </a:cubicBezTo>
                <a:close/>
                <a:moveTo>
                  <a:pt x="4598068" y="3934399"/>
                </a:moveTo>
                <a:cubicBezTo>
                  <a:pt x="4953381" y="3934399"/>
                  <a:pt x="5241419" y="4222437"/>
                  <a:pt x="5241419" y="4577750"/>
                </a:cubicBezTo>
                <a:cubicBezTo>
                  <a:pt x="5241419" y="4933063"/>
                  <a:pt x="4953381" y="5221101"/>
                  <a:pt x="4598068" y="5221101"/>
                </a:cubicBezTo>
                <a:cubicBezTo>
                  <a:pt x="4242755" y="5221101"/>
                  <a:pt x="3954717" y="4933063"/>
                  <a:pt x="3954717" y="4577750"/>
                </a:cubicBezTo>
                <a:cubicBezTo>
                  <a:pt x="3954717" y="4222437"/>
                  <a:pt x="4242755" y="3934399"/>
                  <a:pt x="4598068" y="3934399"/>
                </a:cubicBezTo>
                <a:close/>
                <a:moveTo>
                  <a:pt x="3292444" y="3934399"/>
                </a:moveTo>
                <a:cubicBezTo>
                  <a:pt x="3647757" y="3934399"/>
                  <a:pt x="3935795" y="4222437"/>
                  <a:pt x="3935795" y="4577750"/>
                </a:cubicBezTo>
                <a:cubicBezTo>
                  <a:pt x="3935795" y="4933063"/>
                  <a:pt x="3647757" y="5221101"/>
                  <a:pt x="3292444" y="5221101"/>
                </a:cubicBezTo>
                <a:cubicBezTo>
                  <a:pt x="2937131" y="5221101"/>
                  <a:pt x="2649093" y="4933063"/>
                  <a:pt x="2649093" y="4577750"/>
                </a:cubicBezTo>
                <a:cubicBezTo>
                  <a:pt x="2649093" y="4222437"/>
                  <a:pt x="2937131" y="3934399"/>
                  <a:pt x="3292444" y="3934399"/>
                </a:cubicBezTo>
                <a:close/>
                <a:moveTo>
                  <a:pt x="1986819" y="3934399"/>
                </a:moveTo>
                <a:cubicBezTo>
                  <a:pt x="2342132" y="3934399"/>
                  <a:pt x="2630170" y="4222437"/>
                  <a:pt x="2630170" y="4577750"/>
                </a:cubicBezTo>
                <a:cubicBezTo>
                  <a:pt x="2630170" y="4933063"/>
                  <a:pt x="2342132" y="5221101"/>
                  <a:pt x="1986819" y="5221101"/>
                </a:cubicBezTo>
                <a:cubicBezTo>
                  <a:pt x="1631506" y="5221101"/>
                  <a:pt x="1343468" y="4933063"/>
                  <a:pt x="1343468" y="4577750"/>
                </a:cubicBezTo>
                <a:cubicBezTo>
                  <a:pt x="1343468" y="4222437"/>
                  <a:pt x="1631506" y="3934399"/>
                  <a:pt x="1986819" y="3934399"/>
                </a:cubicBezTo>
                <a:close/>
                <a:moveTo>
                  <a:pt x="681195" y="3934399"/>
                </a:moveTo>
                <a:cubicBezTo>
                  <a:pt x="1036508" y="3934399"/>
                  <a:pt x="1324546" y="4222437"/>
                  <a:pt x="1324546" y="4577750"/>
                </a:cubicBezTo>
                <a:cubicBezTo>
                  <a:pt x="1324546" y="4933063"/>
                  <a:pt x="1036508" y="5221101"/>
                  <a:pt x="681195" y="5221101"/>
                </a:cubicBezTo>
                <a:cubicBezTo>
                  <a:pt x="325882" y="5221101"/>
                  <a:pt x="37844" y="4933063"/>
                  <a:pt x="37844" y="4577750"/>
                </a:cubicBezTo>
                <a:cubicBezTo>
                  <a:pt x="37844" y="4222437"/>
                  <a:pt x="325882" y="3934399"/>
                  <a:pt x="681195" y="3934399"/>
                </a:cubicBezTo>
                <a:close/>
                <a:moveTo>
                  <a:pt x="5903693" y="2614252"/>
                </a:moveTo>
                <a:cubicBezTo>
                  <a:pt x="6259006" y="2614252"/>
                  <a:pt x="6547044" y="2902289"/>
                  <a:pt x="6547044" y="3257601"/>
                </a:cubicBezTo>
                <a:cubicBezTo>
                  <a:pt x="6547044" y="3612914"/>
                  <a:pt x="6259006" y="3900952"/>
                  <a:pt x="5903693" y="3900952"/>
                </a:cubicBezTo>
                <a:cubicBezTo>
                  <a:pt x="5548380" y="3900952"/>
                  <a:pt x="5260342" y="3612914"/>
                  <a:pt x="5260342" y="3257601"/>
                </a:cubicBezTo>
                <a:cubicBezTo>
                  <a:pt x="5260342" y="2902289"/>
                  <a:pt x="5548380" y="2614252"/>
                  <a:pt x="5903693" y="2614252"/>
                </a:cubicBezTo>
                <a:close/>
                <a:moveTo>
                  <a:pt x="4598068" y="2614252"/>
                </a:moveTo>
                <a:cubicBezTo>
                  <a:pt x="4953381" y="2614252"/>
                  <a:pt x="5241419" y="2902289"/>
                  <a:pt x="5241419" y="3257601"/>
                </a:cubicBezTo>
                <a:cubicBezTo>
                  <a:pt x="5241419" y="3612914"/>
                  <a:pt x="4953381" y="3900952"/>
                  <a:pt x="4598068" y="3900952"/>
                </a:cubicBezTo>
                <a:cubicBezTo>
                  <a:pt x="4242755" y="3900952"/>
                  <a:pt x="3954717" y="3612914"/>
                  <a:pt x="3954717" y="3257601"/>
                </a:cubicBezTo>
                <a:cubicBezTo>
                  <a:pt x="3954717" y="2902289"/>
                  <a:pt x="4242755" y="2614252"/>
                  <a:pt x="4598068" y="2614252"/>
                </a:cubicBezTo>
                <a:close/>
                <a:moveTo>
                  <a:pt x="3292444" y="2614252"/>
                </a:moveTo>
                <a:cubicBezTo>
                  <a:pt x="3647757" y="2614252"/>
                  <a:pt x="3935795" y="2902289"/>
                  <a:pt x="3935795" y="3257601"/>
                </a:cubicBezTo>
                <a:cubicBezTo>
                  <a:pt x="3935795" y="3612914"/>
                  <a:pt x="3647757" y="3900952"/>
                  <a:pt x="3292444" y="3900952"/>
                </a:cubicBezTo>
                <a:cubicBezTo>
                  <a:pt x="2937131" y="3900952"/>
                  <a:pt x="2649093" y="3612914"/>
                  <a:pt x="2649093" y="3257601"/>
                </a:cubicBezTo>
                <a:cubicBezTo>
                  <a:pt x="2649093" y="2902289"/>
                  <a:pt x="2937131" y="2614252"/>
                  <a:pt x="3292444" y="2614252"/>
                </a:cubicBezTo>
                <a:close/>
                <a:moveTo>
                  <a:pt x="1986819" y="2614252"/>
                </a:moveTo>
                <a:cubicBezTo>
                  <a:pt x="2342132" y="2614252"/>
                  <a:pt x="2630170" y="2902289"/>
                  <a:pt x="2630170" y="3257601"/>
                </a:cubicBezTo>
                <a:cubicBezTo>
                  <a:pt x="2630170" y="3612914"/>
                  <a:pt x="2342132" y="3900952"/>
                  <a:pt x="1986819" y="3900952"/>
                </a:cubicBezTo>
                <a:cubicBezTo>
                  <a:pt x="1631506" y="3900952"/>
                  <a:pt x="1343468" y="3612914"/>
                  <a:pt x="1343468" y="3257601"/>
                </a:cubicBezTo>
                <a:cubicBezTo>
                  <a:pt x="1343468" y="2902289"/>
                  <a:pt x="1631506" y="2614252"/>
                  <a:pt x="1986819" y="2614252"/>
                </a:cubicBezTo>
                <a:close/>
                <a:moveTo>
                  <a:pt x="681195" y="2614252"/>
                </a:moveTo>
                <a:cubicBezTo>
                  <a:pt x="1036508" y="2614252"/>
                  <a:pt x="1324546" y="2902289"/>
                  <a:pt x="1324546" y="3257601"/>
                </a:cubicBezTo>
                <a:cubicBezTo>
                  <a:pt x="1324546" y="3612914"/>
                  <a:pt x="1036508" y="3900952"/>
                  <a:pt x="681195" y="3900952"/>
                </a:cubicBezTo>
                <a:cubicBezTo>
                  <a:pt x="325882" y="3900952"/>
                  <a:pt x="37844" y="3612914"/>
                  <a:pt x="37844" y="3257601"/>
                </a:cubicBezTo>
                <a:cubicBezTo>
                  <a:pt x="37844" y="2902289"/>
                  <a:pt x="325882" y="2614252"/>
                  <a:pt x="681195" y="2614252"/>
                </a:cubicBezTo>
                <a:close/>
                <a:moveTo>
                  <a:pt x="5884771" y="1307126"/>
                </a:moveTo>
                <a:cubicBezTo>
                  <a:pt x="6240084" y="1307126"/>
                  <a:pt x="6528122" y="1595164"/>
                  <a:pt x="6528122" y="1950476"/>
                </a:cubicBezTo>
                <a:cubicBezTo>
                  <a:pt x="6528122" y="2305790"/>
                  <a:pt x="6240084" y="2593830"/>
                  <a:pt x="5884771" y="2593830"/>
                </a:cubicBezTo>
                <a:cubicBezTo>
                  <a:pt x="5529458" y="2593830"/>
                  <a:pt x="5241420" y="2305790"/>
                  <a:pt x="5241420" y="1950476"/>
                </a:cubicBezTo>
                <a:cubicBezTo>
                  <a:pt x="5241420" y="1595164"/>
                  <a:pt x="5529458" y="1307126"/>
                  <a:pt x="5884771" y="1307126"/>
                </a:cubicBezTo>
                <a:close/>
                <a:moveTo>
                  <a:pt x="4579146" y="1307126"/>
                </a:moveTo>
                <a:cubicBezTo>
                  <a:pt x="4934459" y="1307126"/>
                  <a:pt x="5222497" y="1595164"/>
                  <a:pt x="5222497" y="1950476"/>
                </a:cubicBezTo>
                <a:cubicBezTo>
                  <a:pt x="5222497" y="2305790"/>
                  <a:pt x="4934459" y="2593830"/>
                  <a:pt x="4579146" y="2593830"/>
                </a:cubicBezTo>
                <a:cubicBezTo>
                  <a:pt x="4223833" y="2593830"/>
                  <a:pt x="3935795" y="2305790"/>
                  <a:pt x="3935795" y="1950476"/>
                </a:cubicBezTo>
                <a:cubicBezTo>
                  <a:pt x="3935795" y="1595164"/>
                  <a:pt x="4223833" y="1307126"/>
                  <a:pt x="4579146" y="1307126"/>
                </a:cubicBezTo>
                <a:close/>
                <a:moveTo>
                  <a:pt x="3273522" y="1307126"/>
                </a:moveTo>
                <a:cubicBezTo>
                  <a:pt x="3628835" y="1307126"/>
                  <a:pt x="3916873" y="1595164"/>
                  <a:pt x="3916873" y="1950476"/>
                </a:cubicBezTo>
                <a:cubicBezTo>
                  <a:pt x="3916873" y="2305790"/>
                  <a:pt x="3628835" y="2593828"/>
                  <a:pt x="3273522" y="2593828"/>
                </a:cubicBezTo>
                <a:cubicBezTo>
                  <a:pt x="2918209" y="2593828"/>
                  <a:pt x="2630171" y="2305790"/>
                  <a:pt x="2630171" y="1950476"/>
                </a:cubicBezTo>
                <a:cubicBezTo>
                  <a:pt x="2630171" y="1595164"/>
                  <a:pt x="2918209" y="1307126"/>
                  <a:pt x="3273522" y="1307126"/>
                </a:cubicBezTo>
                <a:close/>
                <a:moveTo>
                  <a:pt x="1967897" y="1307126"/>
                </a:moveTo>
                <a:cubicBezTo>
                  <a:pt x="2323210" y="1307126"/>
                  <a:pt x="2611248" y="1595164"/>
                  <a:pt x="2611248" y="1950476"/>
                </a:cubicBezTo>
                <a:cubicBezTo>
                  <a:pt x="2611248" y="2305790"/>
                  <a:pt x="2323210" y="2593828"/>
                  <a:pt x="1967897" y="2593828"/>
                </a:cubicBezTo>
                <a:cubicBezTo>
                  <a:pt x="1612584" y="2593828"/>
                  <a:pt x="1324546" y="2305790"/>
                  <a:pt x="1324546" y="1950476"/>
                </a:cubicBezTo>
                <a:cubicBezTo>
                  <a:pt x="1324546" y="1595164"/>
                  <a:pt x="1612584" y="1307126"/>
                  <a:pt x="1967897" y="1307126"/>
                </a:cubicBezTo>
                <a:close/>
                <a:moveTo>
                  <a:pt x="662273" y="1307126"/>
                </a:moveTo>
                <a:cubicBezTo>
                  <a:pt x="1017586" y="1307126"/>
                  <a:pt x="1305624" y="1595164"/>
                  <a:pt x="1305624" y="1950476"/>
                </a:cubicBezTo>
                <a:cubicBezTo>
                  <a:pt x="1305624" y="2305789"/>
                  <a:pt x="1017586" y="2593828"/>
                  <a:pt x="662273" y="2593828"/>
                </a:cubicBezTo>
                <a:cubicBezTo>
                  <a:pt x="306960" y="2593828"/>
                  <a:pt x="18922" y="2305789"/>
                  <a:pt x="18922" y="1950476"/>
                </a:cubicBezTo>
                <a:cubicBezTo>
                  <a:pt x="18922" y="1595164"/>
                  <a:pt x="306960" y="1307126"/>
                  <a:pt x="662273" y="1307126"/>
                </a:cubicBezTo>
                <a:close/>
                <a:moveTo>
                  <a:pt x="5865849" y="0"/>
                </a:moveTo>
                <a:cubicBezTo>
                  <a:pt x="6221162" y="0"/>
                  <a:pt x="6509200" y="288038"/>
                  <a:pt x="6509200" y="643351"/>
                </a:cubicBezTo>
                <a:cubicBezTo>
                  <a:pt x="6509200" y="998665"/>
                  <a:pt x="6221162" y="1286703"/>
                  <a:pt x="5865849" y="1286703"/>
                </a:cubicBezTo>
                <a:cubicBezTo>
                  <a:pt x="5510536" y="1286703"/>
                  <a:pt x="5222498" y="998665"/>
                  <a:pt x="5222498" y="643351"/>
                </a:cubicBezTo>
                <a:cubicBezTo>
                  <a:pt x="5222498" y="288038"/>
                  <a:pt x="5510536" y="0"/>
                  <a:pt x="5865849" y="0"/>
                </a:cubicBezTo>
                <a:close/>
                <a:moveTo>
                  <a:pt x="4560224" y="0"/>
                </a:moveTo>
                <a:cubicBezTo>
                  <a:pt x="4915537" y="0"/>
                  <a:pt x="5203575" y="288038"/>
                  <a:pt x="5203575" y="643351"/>
                </a:cubicBezTo>
                <a:cubicBezTo>
                  <a:pt x="5203575" y="998664"/>
                  <a:pt x="4915537" y="1286703"/>
                  <a:pt x="4560224" y="1286703"/>
                </a:cubicBezTo>
                <a:cubicBezTo>
                  <a:pt x="4204911" y="1286703"/>
                  <a:pt x="3916873" y="998664"/>
                  <a:pt x="3916873" y="643351"/>
                </a:cubicBezTo>
                <a:cubicBezTo>
                  <a:pt x="3916873" y="288038"/>
                  <a:pt x="4204911" y="0"/>
                  <a:pt x="4560224" y="0"/>
                </a:cubicBezTo>
                <a:close/>
                <a:moveTo>
                  <a:pt x="3254600" y="0"/>
                </a:moveTo>
                <a:cubicBezTo>
                  <a:pt x="3609913" y="0"/>
                  <a:pt x="3897951" y="288038"/>
                  <a:pt x="3897951" y="643351"/>
                </a:cubicBezTo>
                <a:cubicBezTo>
                  <a:pt x="3897951" y="998664"/>
                  <a:pt x="3609913" y="1286703"/>
                  <a:pt x="3254600" y="1286703"/>
                </a:cubicBezTo>
                <a:cubicBezTo>
                  <a:pt x="2899287" y="1286703"/>
                  <a:pt x="2611249" y="998664"/>
                  <a:pt x="2611249" y="643351"/>
                </a:cubicBezTo>
                <a:cubicBezTo>
                  <a:pt x="2611249" y="288038"/>
                  <a:pt x="2899287" y="0"/>
                  <a:pt x="3254600" y="0"/>
                </a:cubicBezTo>
                <a:close/>
                <a:moveTo>
                  <a:pt x="1948975" y="0"/>
                </a:moveTo>
                <a:cubicBezTo>
                  <a:pt x="2304288" y="0"/>
                  <a:pt x="2592326" y="288038"/>
                  <a:pt x="2592326" y="643351"/>
                </a:cubicBezTo>
                <a:cubicBezTo>
                  <a:pt x="2592326" y="998664"/>
                  <a:pt x="2304288" y="1286703"/>
                  <a:pt x="1948975" y="1286703"/>
                </a:cubicBezTo>
                <a:cubicBezTo>
                  <a:pt x="1593662" y="1286703"/>
                  <a:pt x="1305624" y="998664"/>
                  <a:pt x="1305624" y="643351"/>
                </a:cubicBezTo>
                <a:cubicBezTo>
                  <a:pt x="1305624" y="288038"/>
                  <a:pt x="1593662" y="0"/>
                  <a:pt x="1948975" y="0"/>
                </a:cubicBezTo>
                <a:close/>
                <a:moveTo>
                  <a:pt x="643351" y="0"/>
                </a:moveTo>
                <a:cubicBezTo>
                  <a:pt x="998664" y="0"/>
                  <a:pt x="1286702" y="288038"/>
                  <a:pt x="1286702" y="643351"/>
                </a:cubicBezTo>
                <a:cubicBezTo>
                  <a:pt x="1286702" y="998664"/>
                  <a:pt x="998664" y="1286702"/>
                  <a:pt x="643351" y="1286702"/>
                </a:cubicBezTo>
                <a:cubicBezTo>
                  <a:pt x="288038" y="1286702"/>
                  <a:pt x="0" y="998664"/>
                  <a:pt x="0" y="643351"/>
                </a:cubicBezTo>
                <a:cubicBezTo>
                  <a:pt x="0" y="288038"/>
                  <a:pt x="288038" y="0"/>
                  <a:pt x="643351" y="0"/>
                </a:cubicBezTo>
                <a:close/>
              </a:path>
            </a:pathLst>
          </a:custGeom>
          <a:solidFill>
            <a:schemeClr val="tx2"/>
          </a:solidFill>
        </p:spPr>
        <p:txBody>
          <a:bodyPr wrap="square">
            <a:noAutofit/>
          </a:bodyPr>
          <a:lstStyle/>
          <a:p>
            <a:endParaRPr lang="en-US"/>
          </a:p>
        </p:txBody>
      </p:sp>
      <p:sp>
        <p:nvSpPr>
          <p:cNvPr id="2" name="Footer Placeholder 4">
            <a:extLst>
              <a:ext uri="{FF2B5EF4-FFF2-40B4-BE49-F238E27FC236}">
                <a16:creationId xmlns:a16="http://schemas.microsoft.com/office/drawing/2014/main" id="{895540EA-12FF-27D1-8874-59DF527E1DBC}"/>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1035126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6971ADB-BAF7-5013-4A10-A467EF15AD2E}"/>
              </a:ext>
            </a:extLst>
          </p:cNvPr>
          <p:cNvCxnSpPr>
            <a:cxnSpLocks/>
          </p:cNvCxnSpPr>
          <p:nvPr userDrawn="1"/>
        </p:nvCxnSpPr>
        <p:spPr>
          <a:xfrm>
            <a:off x="6786373" y="-4517"/>
            <a:ext cx="0" cy="6858000"/>
          </a:xfrm>
          <a:prstGeom prst="line">
            <a:avLst/>
          </a:prstGeom>
          <a:ln w="12700">
            <a:solidFill>
              <a:schemeClr val="accent3"/>
            </a:solidFill>
          </a:ln>
        </p:spPr>
        <p:style>
          <a:lnRef idx="2">
            <a:schemeClr val="dk1"/>
          </a:lnRef>
          <a:fillRef idx="0">
            <a:schemeClr val="dk1"/>
          </a:fillRef>
          <a:effectRef idx="1">
            <a:schemeClr val="dk1"/>
          </a:effectRef>
          <a:fontRef idx="minor">
            <a:schemeClr val="tx1"/>
          </a:fontRef>
        </p:style>
      </p:cxnSp>
      <p:sp>
        <p:nvSpPr>
          <p:cNvPr id="5" name="Rectangle 4">
            <a:extLst>
              <a:ext uri="{FF2B5EF4-FFF2-40B4-BE49-F238E27FC236}">
                <a16:creationId xmlns:a16="http://schemas.microsoft.com/office/drawing/2014/main" id="{CCDAE18D-974C-F70F-CFCD-3A25CF010F3D}"/>
              </a:ext>
            </a:extLst>
          </p:cNvPr>
          <p:cNvSpPr/>
          <p:nvPr userDrawn="1"/>
        </p:nvSpPr>
        <p:spPr>
          <a:xfrm>
            <a:off x="-1" y="0"/>
            <a:ext cx="6095993" cy="6853484"/>
          </a:xfrm>
          <a:prstGeom prst="rect">
            <a:avLst/>
          </a:prstGeom>
          <a:solidFill>
            <a:schemeClr val="tx2"/>
          </a:solidFill>
          <a:ln w="12748" cap="flat">
            <a:noFill/>
            <a:prstDash val="solid"/>
            <a:miter/>
          </a:ln>
        </p:spPr>
        <p:txBody>
          <a:bodyPr wrap="square" rtlCol="0" anchor="ctr">
            <a:noAutofit/>
          </a:bodyPr>
          <a:lstStyle/>
          <a:p>
            <a:pPr algn="ctr"/>
            <a:endParaRPr lang="en-US">
              <a:solidFill>
                <a:schemeClr val="bg1"/>
              </a:solidFill>
            </a:endParaRPr>
          </a:p>
        </p:txBody>
      </p:sp>
      <p:sp>
        <p:nvSpPr>
          <p:cNvPr id="6" name="Title 6">
            <a:extLst>
              <a:ext uri="{FF2B5EF4-FFF2-40B4-BE49-F238E27FC236}">
                <a16:creationId xmlns:a16="http://schemas.microsoft.com/office/drawing/2014/main" id="{FFC90E52-4CCA-12D6-5B74-BA59F8EEFBAF}"/>
              </a:ext>
            </a:extLst>
          </p:cNvPr>
          <p:cNvSpPr>
            <a:spLocks noGrp="1"/>
          </p:cNvSpPr>
          <p:nvPr>
            <p:ph type="title" hasCustomPrompt="1"/>
          </p:nvPr>
        </p:nvSpPr>
        <p:spPr>
          <a:xfrm>
            <a:off x="479427" y="788705"/>
            <a:ext cx="5098396" cy="457200"/>
          </a:xfrm>
          <a:prstGeom prst="rect">
            <a:avLst/>
          </a:prstGeom>
        </p:spPr>
        <p:txBody>
          <a:bodyPr lIns="0" tIns="0" rIns="0" bIns="0"/>
          <a:lstStyle>
            <a:lvl1pPr>
              <a:lnSpc>
                <a:spcPct val="85000"/>
              </a:lnSpc>
              <a:spcAft>
                <a:spcPts val="600"/>
              </a:spcAft>
              <a:defRPr sz="3200" b="1">
                <a:solidFill>
                  <a:schemeClr val="bg1"/>
                </a:solidFill>
              </a:defRPr>
            </a:lvl1pPr>
          </a:lstStyle>
          <a:p>
            <a:r>
              <a:rPr lang="en-US"/>
              <a:t>Slide title goes here</a:t>
            </a:r>
            <a:endParaRPr lang="en-GB"/>
          </a:p>
        </p:txBody>
      </p:sp>
      <p:sp>
        <p:nvSpPr>
          <p:cNvPr id="9" name="Picture Placeholder 20">
            <a:extLst>
              <a:ext uri="{FF2B5EF4-FFF2-40B4-BE49-F238E27FC236}">
                <a16:creationId xmlns:a16="http://schemas.microsoft.com/office/drawing/2014/main" id="{6480EC74-1DB9-84EF-29B4-EE75D9469A7B}"/>
              </a:ext>
            </a:extLst>
          </p:cNvPr>
          <p:cNvSpPr>
            <a:spLocks noGrp="1"/>
          </p:cNvSpPr>
          <p:nvPr>
            <p:ph type="pic" sz="quarter" idx="17"/>
          </p:nvPr>
        </p:nvSpPr>
        <p:spPr>
          <a:xfrm>
            <a:off x="446376" y="1515991"/>
            <a:ext cx="5131446" cy="4948761"/>
          </a:xfrm>
          <a:prstGeom prst="rect">
            <a:avLst/>
          </a:prstGeom>
        </p:spPr>
        <p:txBody>
          <a:bodyPr/>
          <a:lstStyle/>
          <a:p>
            <a:endParaRPr lang="en-US"/>
          </a:p>
        </p:txBody>
      </p:sp>
      <p:sp>
        <p:nvSpPr>
          <p:cNvPr id="10" name="Text Placeholder 9">
            <a:extLst>
              <a:ext uri="{FF2B5EF4-FFF2-40B4-BE49-F238E27FC236}">
                <a16:creationId xmlns:a16="http://schemas.microsoft.com/office/drawing/2014/main" id="{6E3F2CDB-46FD-B1FD-2236-9C8BC26AB98C}"/>
              </a:ext>
            </a:extLst>
          </p:cNvPr>
          <p:cNvSpPr>
            <a:spLocks noGrp="1"/>
          </p:cNvSpPr>
          <p:nvPr>
            <p:ph type="body" sz="quarter" idx="44" hasCustomPrompt="1"/>
          </p:nvPr>
        </p:nvSpPr>
        <p:spPr>
          <a:xfrm>
            <a:off x="479424" y="489600"/>
            <a:ext cx="5098396"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11" name="Text Placeholder 8">
            <a:extLst>
              <a:ext uri="{FF2B5EF4-FFF2-40B4-BE49-F238E27FC236}">
                <a16:creationId xmlns:a16="http://schemas.microsoft.com/office/drawing/2014/main" id="{66874B55-33F2-21F7-D775-48249144D530}"/>
              </a:ext>
            </a:extLst>
          </p:cNvPr>
          <p:cNvSpPr>
            <a:spLocks noGrp="1"/>
          </p:cNvSpPr>
          <p:nvPr>
            <p:ph type="body" sz="quarter" idx="45" hasCustomPrompt="1"/>
          </p:nvPr>
        </p:nvSpPr>
        <p:spPr>
          <a:xfrm>
            <a:off x="6591946" y="1515991"/>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rgbClr val="3366FF"/>
              </a:buClr>
              <a:buSzPct val="100000"/>
              <a:tabLst/>
              <a:defRPr sz="1800" b="1">
                <a:solidFill>
                  <a:schemeClr val="bg1"/>
                </a:solidFill>
              </a:defRPr>
            </a:lvl1pPr>
          </a:lstStyle>
          <a:p>
            <a:pPr lvl="0"/>
            <a:r>
              <a:rPr lang="en-US"/>
              <a:t>First agenda item</a:t>
            </a:r>
          </a:p>
        </p:txBody>
      </p:sp>
      <p:sp>
        <p:nvSpPr>
          <p:cNvPr id="12" name="Text Placeholder 9">
            <a:extLst>
              <a:ext uri="{FF2B5EF4-FFF2-40B4-BE49-F238E27FC236}">
                <a16:creationId xmlns:a16="http://schemas.microsoft.com/office/drawing/2014/main" id="{35C656E0-B0E9-260A-3FD2-8E31CFB9B114}"/>
              </a:ext>
            </a:extLst>
          </p:cNvPr>
          <p:cNvSpPr>
            <a:spLocks noGrp="1"/>
          </p:cNvSpPr>
          <p:nvPr>
            <p:ph type="body" sz="quarter" idx="46" hasCustomPrompt="1"/>
          </p:nvPr>
        </p:nvSpPr>
        <p:spPr>
          <a:xfrm>
            <a:off x="6591946" y="2227838"/>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rgbClr val="3366FF"/>
              </a:buClr>
              <a:buSzPct val="100000"/>
              <a:tabLst/>
              <a:defRPr sz="1800" b="1">
                <a:solidFill>
                  <a:schemeClr val="bg1"/>
                </a:solidFill>
              </a:defRPr>
            </a:lvl1pPr>
          </a:lstStyle>
          <a:p>
            <a:pPr lvl="0"/>
            <a:r>
              <a:rPr lang="en-US"/>
              <a:t>Second agenda item</a:t>
            </a:r>
          </a:p>
        </p:txBody>
      </p:sp>
      <p:sp>
        <p:nvSpPr>
          <p:cNvPr id="13" name="Text Placeholder 10">
            <a:extLst>
              <a:ext uri="{FF2B5EF4-FFF2-40B4-BE49-F238E27FC236}">
                <a16:creationId xmlns:a16="http://schemas.microsoft.com/office/drawing/2014/main" id="{835F2869-962E-47A3-D8AF-B733AD28953F}"/>
              </a:ext>
            </a:extLst>
          </p:cNvPr>
          <p:cNvSpPr>
            <a:spLocks noGrp="1"/>
          </p:cNvSpPr>
          <p:nvPr>
            <p:ph type="body" sz="quarter" idx="47" hasCustomPrompt="1"/>
          </p:nvPr>
        </p:nvSpPr>
        <p:spPr>
          <a:xfrm>
            <a:off x="6591946" y="2939685"/>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rgbClr val="3366FF"/>
              </a:buClr>
              <a:buSzPct val="100000"/>
              <a:tabLst/>
              <a:defRPr sz="1800" b="1">
                <a:solidFill>
                  <a:schemeClr val="bg1"/>
                </a:solidFill>
              </a:defRPr>
            </a:lvl1pPr>
          </a:lstStyle>
          <a:p>
            <a:pPr lvl="0"/>
            <a:r>
              <a:rPr lang="en-US"/>
              <a:t>Third agenda item</a:t>
            </a:r>
          </a:p>
        </p:txBody>
      </p:sp>
      <p:sp>
        <p:nvSpPr>
          <p:cNvPr id="15" name="Text Placeholder 11">
            <a:extLst>
              <a:ext uri="{FF2B5EF4-FFF2-40B4-BE49-F238E27FC236}">
                <a16:creationId xmlns:a16="http://schemas.microsoft.com/office/drawing/2014/main" id="{98439B3D-7AD0-D929-6B36-A873FC79F67D}"/>
              </a:ext>
            </a:extLst>
          </p:cNvPr>
          <p:cNvSpPr>
            <a:spLocks noGrp="1"/>
          </p:cNvSpPr>
          <p:nvPr>
            <p:ph type="body" sz="quarter" idx="48" hasCustomPrompt="1"/>
          </p:nvPr>
        </p:nvSpPr>
        <p:spPr>
          <a:xfrm>
            <a:off x="6591946" y="3651532"/>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rgbClr val="3366FF"/>
              </a:buClr>
              <a:buSzPct val="100000"/>
              <a:tabLst/>
              <a:defRPr sz="1800" b="1">
                <a:solidFill>
                  <a:schemeClr val="bg1"/>
                </a:solidFill>
              </a:defRPr>
            </a:lvl1pPr>
          </a:lstStyle>
          <a:p>
            <a:pPr lvl="0"/>
            <a:r>
              <a:rPr lang="en-US"/>
              <a:t>Fourth agenda item</a:t>
            </a:r>
          </a:p>
        </p:txBody>
      </p:sp>
      <p:sp>
        <p:nvSpPr>
          <p:cNvPr id="16" name="Text Placeholder 12">
            <a:extLst>
              <a:ext uri="{FF2B5EF4-FFF2-40B4-BE49-F238E27FC236}">
                <a16:creationId xmlns:a16="http://schemas.microsoft.com/office/drawing/2014/main" id="{5AADF5DE-A8B2-51DA-4F60-6E57A4A7FD02}"/>
              </a:ext>
            </a:extLst>
          </p:cNvPr>
          <p:cNvSpPr>
            <a:spLocks noGrp="1"/>
          </p:cNvSpPr>
          <p:nvPr>
            <p:ph type="body" sz="quarter" idx="49" hasCustomPrompt="1"/>
          </p:nvPr>
        </p:nvSpPr>
        <p:spPr>
          <a:xfrm>
            <a:off x="6591946" y="4363379"/>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rgbClr val="3366FF"/>
              </a:buClr>
              <a:buSzPct val="100000"/>
              <a:tabLst/>
              <a:defRPr sz="1800" b="1">
                <a:solidFill>
                  <a:schemeClr val="bg1"/>
                </a:solidFill>
              </a:defRPr>
            </a:lvl1pPr>
          </a:lstStyle>
          <a:p>
            <a:pPr lvl="0"/>
            <a:r>
              <a:rPr lang="en-US"/>
              <a:t>Fifth agenda item</a:t>
            </a:r>
          </a:p>
        </p:txBody>
      </p:sp>
      <p:sp>
        <p:nvSpPr>
          <p:cNvPr id="17" name="Text Placeholder 13">
            <a:extLst>
              <a:ext uri="{FF2B5EF4-FFF2-40B4-BE49-F238E27FC236}">
                <a16:creationId xmlns:a16="http://schemas.microsoft.com/office/drawing/2014/main" id="{8E40ADE1-F0BE-7B96-C7C3-A47BBA839866}"/>
              </a:ext>
            </a:extLst>
          </p:cNvPr>
          <p:cNvSpPr>
            <a:spLocks noGrp="1"/>
          </p:cNvSpPr>
          <p:nvPr>
            <p:ph type="body" sz="quarter" idx="50" hasCustomPrompt="1"/>
          </p:nvPr>
        </p:nvSpPr>
        <p:spPr>
          <a:xfrm>
            <a:off x="6591946" y="5075225"/>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rgbClr val="3366FF"/>
              </a:buClr>
              <a:buSzPct val="100000"/>
              <a:tabLst/>
              <a:defRPr sz="1800" b="1">
                <a:solidFill>
                  <a:schemeClr val="bg1"/>
                </a:solidFill>
              </a:defRPr>
            </a:lvl1pPr>
          </a:lstStyle>
          <a:p>
            <a:pPr lvl="0"/>
            <a:r>
              <a:rPr lang="en-US"/>
              <a:t>Sixth agenda item</a:t>
            </a:r>
          </a:p>
        </p:txBody>
      </p:sp>
      <p:pic>
        <p:nvPicPr>
          <p:cNvPr id="18" name="Graphic 17">
            <a:extLst>
              <a:ext uri="{FF2B5EF4-FFF2-40B4-BE49-F238E27FC236}">
                <a16:creationId xmlns:a16="http://schemas.microsoft.com/office/drawing/2014/main" id="{281C58D9-913E-70CB-2C30-22632856D7E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7" name="Slide Number Placeholder 1">
            <a:extLst>
              <a:ext uri="{FF2B5EF4-FFF2-40B4-BE49-F238E27FC236}">
                <a16:creationId xmlns:a16="http://schemas.microsoft.com/office/drawing/2014/main" id="{41E0072A-F2BF-BE7E-BEFC-5825293A413B}"/>
              </a:ext>
            </a:extLst>
          </p:cNvPr>
          <p:cNvSpPr>
            <a:spLocks noGrp="1"/>
          </p:cNvSpPr>
          <p:nvPr>
            <p:ph type="sldNum" sz="quarter" idx="12"/>
          </p:nvPr>
        </p:nvSpPr>
        <p:spPr>
          <a:xfrm>
            <a:off x="7045045" y="6339948"/>
            <a:ext cx="173038" cy="169200"/>
          </a:xfrm>
          <a:prstGeom prst="rect">
            <a:avLst/>
          </a:prstGeom>
        </p:spPr>
        <p:txBody>
          <a:bodyPr/>
          <a:lstStyle>
            <a:lvl1pPr>
              <a:spcAft>
                <a:spcPts val="600"/>
              </a:spcAft>
              <a:defRPr>
                <a:solidFill>
                  <a:schemeClr val="bg1"/>
                </a:solidFill>
              </a:defRPr>
            </a:lvl1pPr>
          </a:lstStyle>
          <a:p>
            <a:fld id="{E4C2AD82-1025-4508-97C1-6F7EE5C92734}" type="slidenum">
              <a:rPr lang="en-AU" smtClean="0"/>
              <a:pPr/>
              <a:t>‹#›</a:t>
            </a:fld>
            <a:endParaRPr lang="en-AU"/>
          </a:p>
        </p:txBody>
      </p:sp>
      <p:sp>
        <p:nvSpPr>
          <p:cNvPr id="8" name="Footer Placeholder 4">
            <a:extLst>
              <a:ext uri="{FF2B5EF4-FFF2-40B4-BE49-F238E27FC236}">
                <a16:creationId xmlns:a16="http://schemas.microsoft.com/office/drawing/2014/main" id="{BADF2135-949F-94B3-ECFE-48A39413A17F}"/>
              </a:ext>
            </a:extLst>
          </p:cNvPr>
          <p:cNvSpPr>
            <a:spLocks noGrp="1"/>
          </p:cNvSpPr>
          <p:nvPr>
            <p:ph type="ftr" sz="quarter" idx="3"/>
          </p:nvPr>
        </p:nvSpPr>
        <p:spPr>
          <a:xfrm>
            <a:off x="7333489" y="6339948"/>
            <a:ext cx="3293614" cy="16920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p>
        </p:txBody>
      </p:sp>
    </p:spTree>
    <p:extLst>
      <p:ext uri="{BB962C8B-B14F-4D97-AF65-F5344CB8AC3E}">
        <p14:creationId xmlns:p14="http://schemas.microsoft.com/office/powerpoint/2010/main" val="25989427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281C58D9-913E-70CB-2C30-22632856D7E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4" name="Slide Number Placeholder 1">
            <a:extLst>
              <a:ext uri="{FF2B5EF4-FFF2-40B4-BE49-F238E27FC236}">
                <a16:creationId xmlns:a16="http://schemas.microsoft.com/office/drawing/2014/main" id="{E15EABF3-5F18-87E1-7D35-DB45A0AE07E2}"/>
              </a:ext>
            </a:extLst>
          </p:cNvPr>
          <p:cNvSpPr>
            <a:spLocks noGrp="1"/>
          </p:cNvSpPr>
          <p:nvPr>
            <p:ph type="sldNum" sz="quarter" idx="12"/>
          </p:nvPr>
        </p:nvSpPr>
        <p:spPr>
          <a:xfrm>
            <a:off x="4312227" y="6339948"/>
            <a:ext cx="173038" cy="169200"/>
          </a:xfrm>
          <a:prstGeom prst="rect">
            <a:avLst/>
          </a:prstGeom>
        </p:spPr>
        <p:txBody>
          <a:bodyPr/>
          <a:lstStyle>
            <a:lvl1pPr>
              <a:spcAft>
                <a:spcPts val="600"/>
              </a:spcAft>
              <a:defRPr/>
            </a:lvl1pPr>
          </a:lstStyle>
          <a:p>
            <a:fld id="{E4C2AD82-1025-4508-97C1-6F7EE5C92734}" type="slidenum">
              <a:rPr lang="en-AU" smtClean="0"/>
              <a:pPr/>
              <a:t>‹#›</a:t>
            </a:fld>
            <a:endParaRPr lang="en-AU"/>
          </a:p>
        </p:txBody>
      </p:sp>
      <p:sp>
        <p:nvSpPr>
          <p:cNvPr id="7" name="Picture Placeholder 10">
            <a:extLst>
              <a:ext uri="{FF2B5EF4-FFF2-40B4-BE49-F238E27FC236}">
                <a16:creationId xmlns:a16="http://schemas.microsoft.com/office/drawing/2014/main" id="{C40B47FB-5C54-AF59-3BE6-2F0BEC42ACF4}"/>
              </a:ext>
            </a:extLst>
          </p:cNvPr>
          <p:cNvSpPr>
            <a:spLocks noGrp="1"/>
          </p:cNvSpPr>
          <p:nvPr>
            <p:ph type="pic" sz="quarter" idx="34" hasCustomPrompt="1"/>
          </p:nvPr>
        </p:nvSpPr>
        <p:spPr>
          <a:xfrm>
            <a:off x="0" y="0"/>
            <a:ext cx="3794125" cy="6858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rIns="0" anchor="b" anchorCtr="1">
            <a:noAutofit/>
          </a:bodyPr>
          <a:lstStyle>
            <a:lvl1pPr marL="0" indent="0" algn="ctr">
              <a:lnSpc>
                <a:spcPct val="100000"/>
              </a:lnSpc>
              <a:spcAft>
                <a:spcPts val="600"/>
              </a:spcAft>
              <a:buNone/>
              <a:defRPr sz="1200">
                <a:solidFill>
                  <a:schemeClr val="tx1"/>
                </a:solidFill>
              </a:defRPr>
            </a:lvl1pPr>
          </a:lstStyle>
          <a:p>
            <a:r>
              <a:rPr lang="en-AU"/>
              <a:t>Click on icon to insert image and send to back</a:t>
            </a:r>
          </a:p>
        </p:txBody>
      </p:sp>
      <p:sp>
        <p:nvSpPr>
          <p:cNvPr id="14" name="Title 6">
            <a:extLst>
              <a:ext uri="{FF2B5EF4-FFF2-40B4-BE49-F238E27FC236}">
                <a16:creationId xmlns:a16="http://schemas.microsoft.com/office/drawing/2014/main" id="{4F6E1831-7395-3CDF-0F42-D596543D6D41}"/>
              </a:ext>
            </a:extLst>
          </p:cNvPr>
          <p:cNvSpPr>
            <a:spLocks noGrp="1"/>
          </p:cNvSpPr>
          <p:nvPr>
            <p:ph type="title" hasCustomPrompt="1"/>
          </p:nvPr>
        </p:nvSpPr>
        <p:spPr>
          <a:xfrm>
            <a:off x="4312226" y="788705"/>
            <a:ext cx="7416872" cy="457200"/>
          </a:xfrm>
          <a:prstGeom prst="rect">
            <a:avLst/>
          </a:prstGeom>
        </p:spPr>
        <p:txBody>
          <a:bodyPr lIns="0" tIns="0" rIns="0" bIns="0"/>
          <a:lstStyle>
            <a:lvl1pPr>
              <a:lnSpc>
                <a:spcPct val="85000"/>
              </a:lnSpc>
              <a:spcAft>
                <a:spcPts val="600"/>
              </a:spcAft>
              <a:defRPr sz="3200" b="1">
                <a:solidFill>
                  <a:schemeClr val="bg1"/>
                </a:solidFill>
              </a:defRPr>
            </a:lvl1pPr>
          </a:lstStyle>
          <a:p>
            <a:r>
              <a:rPr lang="en-US"/>
              <a:t>Slide title goes here</a:t>
            </a:r>
            <a:endParaRPr lang="en-GB"/>
          </a:p>
        </p:txBody>
      </p:sp>
      <p:sp>
        <p:nvSpPr>
          <p:cNvPr id="19" name="Text Placeholder 9">
            <a:extLst>
              <a:ext uri="{FF2B5EF4-FFF2-40B4-BE49-F238E27FC236}">
                <a16:creationId xmlns:a16="http://schemas.microsoft.com/office/drawing/2014/main" id="{D9AB780A-0CDF-AB36-F856-F2923317D8A8}"/>
              </a:ext>
            </a:extLst>
          </p:cNvPr>
          <p:cNvSpPr>
            <a:spLocks noGrp="1"/>
          </p:cNvSpPr>
          <p:nvPr>
            <p:ph type="body" sz="quarter" idx="44" hasCustomPrompt="1"/>
          </p:nvPr>
        </p:nvSpPr>
        <p:spPr>
          <a:xfrm>
            <a:off x="4312226" y="489600"/>
            <a:ext cx="7416872"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22" name="Text Placeholder 21">
            <a:extLst>
              <a:ext uri="{FF2B5EF4-FFF2-40B4-BE49-F238E27FC236}">
                <a16:creationId xmlns:a16="http://schemas.microsoft.com/office/drawing/2014/main" id="{32B64389-1B8C-C5EE-C82D-106E43DD943F}"/>
              </a:ext>
            </a:extLst>
          </p:cNvPr>
          <p:cNvSpPr>
            <a:spLocks noGrp="1"/>
          </p:cNvSpPr>
          <p:nvPr>
            <p:ph type="body" sz="quarter" idx="45" hasCustomPrompt="1"/>
          </p:nvPr>
        </p:nvSpPr>
        <p:spPr>
          <a:xfrm>
            <a:off x="4312226" y="1637063"/>
            <a:ext cx="7416871" cy="4432231"/>
          </a:xfrm>
          <a:prstGeom prst="rect">
            <a:avLst/>
          </a:prstGeom>
        </p:spPr>
        <p:txBody>
          <a:bodyPr/>
          <a:lstStyle>
            <a:lvl1pPr>
              <a:spcBef>
                <a:spcPts val="0"/>
              </a:spcBef>
              <a:spcAft>
                <a:spcPts val="2000"/>
              </a:spcAft>
              <a:buClr>
                <a:schemeClr val="accent4"/>
              </a:buClr>
              <a:buFont typeface="Arial" panose="020B0604020202020204" pitchFamily="34" charset="0"/>
              <a:buChar char="•"/>
              <a:defRPr sz="1800" b="1">
                <a:solidFill>
                  <a:schemeClr val="bg1"/>
                </a:solidFill>
              </a:defRPr>
            </a:lvl1pPr>
          </a:lstStyle>
          <a:p>
            <a:pPr lvl="0"/>
            <a:r>
              <a:rPr lang="en-US"/>
              <a:t>First agenda item</a:t>
            </a:r>
          </a:p>
          <a:p>
            <a:pPr lvl="0"/>
            <a:r>
              <a:rPr lang="en-US"/>
              <a:t>Second agenda item</a:t>
            </a:r>
          </a:p>
          <a:p>
            <a:pPr lvl="0"/>
            <a:r>
              <a:rPr lang="en-US"/>
              <a:t>Third agenda item</a:t>
            </a:r>
          </a:p>
          <a:p>
            <a:pPr lvl="0"/>
            <a:r>
              <a:rPr lang="en-US"/>
              <a:t>Fourth agenda item</a:t>
            </a:r>
          </a:p>
          <a:p>
            <a:pPr lvl="0"/>
            <a:r>
              <a:rPr lang="en-US"/>
              <a:t>Fifth agenda item</a:t>
            </a:r>
          </a:p>
          <a:p>
            <a:pPr lvl="0"/>
            <a:r>
              <a:rPr lang="en-US"/>
              <a:t>Sixth agenda item</a:t>
            </a:r>
          </a:p>
        </p:txBody>
      </p:sp>
      <p:sp>
        <p:nvSpPr>
          <p:cNvPr id="2" name="Footer Placeholder 4">
            <a:extLst>
              <a:ext uri="{FF2B5EF4-FFF2-40B4-BE49-F238E27FC236}">
                <a16:creationId xmlns:a16="http://schemas.microsoft.com/office/drawing/2014/main" id="{64EE622E-C8E3-CE2F-0EE2-86EE460BFA97}"/>
              </a:ext>
            </a:extLst>
          </p:cNvPr>
          <p:cNvSpPr>
            <a:spLocks noGrp="1"/>
          </p:cNvSpPr>
          <p:nvPr>
            <p:ph type="ftr" sz="quarter" idx="3"/>
          </p:nvPr>
        </p:nvSpPr>
        <p:spPr>
          <a:xfrm>
            <a:off x="4485265"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3439586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66BEDF-06D7-3E42-1D1D-848E59AC0CFD}"/>
              </a:ext>
            </a:extLst>
          </p:cNvPr>
          <p:cNvSpPr>
            <a:spLocks noGrp="1" noRot="1" noMove="1" noResize="1" noEditPoints="1" noAdjustHandles="1" noChangeArrowheads="1" noChangeShapeType="1"/>
          </p:cNvSpPr>
          <p:nvPr>
            <p:ph type="title" hasCustomPrompt="1"/>
          </p:nvPr>
        </p:nvSpPr>
        <p:spPr>
          <a:xfrm>
            <a:off x="675638" y="1719000"/>
            <a:ext cx="3420000" cy="3420000"/>
          </a:xfrm>
          <a:prstGeom prst="ellipse">
            <a:avLst/>
          </a:prstGeom>
          <a:solidFill>
            <a:schemeClr val="bg1"/>
          </a:solidFill>
          <a:ln>
            <a:noFill/>
          </a:ln>
        </p:spPr>
        <p:txBody>
          <a:bodyPr wrap="none" lIns="0" tIns="0" rIns="0" bIns="0" anchor="ctr" anchorCtr="1"/>
          <a:lstStyle>
            <a:lvl1pPr>
              <a:spcAft>
                <a:spcPts val="600"/>
              </a:spcAft>
              <a:defRPr sz="4800" b="1">
                <a:solidFill>
                  <a:schemeClr val="tx1"/>
                </a:solidFill>
              </a:defRPr>
            </a:lvl1pPr>
          </a:lstStyle>
          <a:p>
            <a:r>
              <a:rPr lang="en-US"/>
              <a:t>Agenda</a:t>
            </a:r>
            <a:endParaRPr lang="en-AU"/>
          </a:p>
        </p:txBody>
      </p:sp>
      <p:sp>
        <p:nvSpPr>
          <p:cNvPr id="5" name="Slide Number Placeholder 1">
            <a:extLst>
              <a:ext uri="{FF2B5EF4-FFF2-40B4-BE49-F238E27FC236}">
                <a16:creationId xmlns:a16="http://schemas.microsoft.com/office/drawing/2014/main" id="{88EEF4D5-551B-54B5-7E86-E028F8918EFB}"/>
              </a:ext>
            </a:extLst>
          </p:cNvPr>
          <p:cNvSpPr>
            <a:spLocks noGrp="1"/>
          </p:cNvSpPr>
          <p:nvPr>
            <p:ph type="sldNum" sz="quarter" idx="12"/>
          </p:nvPr>
        </p:nvSpPr>
        <p:spPr>
          <a:xfrm>
            <a:off x="479425" y="6339948"/>
            <a:ext cx="173038" cy="169200"/>
          </a:xfrm>
          <a:prstGeom prst="rect">
            <a:avLst/>
          </a:prstGeom>
        </p:spPr>
        <p:txBody>
          <a:bodyPr/>
          <a:lstStyle>
            <a:lvl1pPr>
              <a:spcAft>
                <a:spcPts val="600"/>
              </a:spcAft>
              <a:defRPr>
                <a:solidFill>
                  <a:schemeClr val="bg1"/>
                </a:solidFill>
              </a:defRPr>
            </a:lvl1pPr>
          </a:lstStyle>
          <a:p>
            <a:fld id="{E4C2AD82-1025-4508-97C1-6F7EE5C92734}" type="slidenum">
              <a:rPr lang="en-AU" smtClean="0"/>
              <a:pPr/>
              <a:t>‹#›</a:t>
            </a:fld>
            <a:endParaRPr lang="en-AU"/>
          </a:p>
        </p:txBody>
      </p:sp>
      <p:pic>
        <p:nvPicPr>
          <p:cNvPr id="3" name="Graphic 2">
            <a:extLst>
              <a:ext uri="{FF2B5EF4-FFF2-40B4-BE49-F238E27FC236}">
                <a16:creationId xmlns:a16="http://schemas.microsoft.com/office/drawing/2014/main" id="{5314FB75-8176-05AE-6FF1-87094240762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12" name="Text Placeholder 33">
            <a:extLst>
              <a:ext uri="{FF2B5EF4-FFF2-40B4-BE49-F238E27FC236}">
                <a16:creationId xmlns:a16="http://schemas.microsoft.com/office/drawing/2014/main" id="{F50FDF39-2D9C-EE10-7B21-1C23E8DB06DF}"/>
              </a:ext>
            </a:extLst>
          </p:cNvPr>
          <p:cNvSpPr>
            <a:spLocks noGrp="1"/>
          </p:cNvSpPr>
          <p:nvPr>
            <p:ph type="body" sz="quarter" idx="45" hasCustomPrompt="1"/>
          </p:nvPr>
        </p:nvSpPr>
        <p:spPr>
          <a:xfrm>
            <a:off x="6096000" y="1420171"/>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chemeClr val="accent1"/>
              </a:buClr>
              <a:buSzPct val="100000"/>
              <a:tabLst/>
              <a:defRPr sz="1800" b="1">
                <a:solidFill>
                  <a:schemeClr val="bg1"/>
                </a:solidFill>
              </a:defRPr>
            </a:lvl1pPr>
          </a:lstStyle>
          <a:p>
            <a:pPr lvl="0"/>
            <a:r>
              <a:rPr lang="en-US"/>
              <a:t>First agenda item</a:t>
            </a:r>
          </a:p>
        </p:txBody>
      </p:sp>
      <p:sp>
        <p:nvSpPr>
          <p:cNvPr id="13" name="Text Placeholder 34">
            <a:extLst>
              <a:ext uri="{FF2B5EF4-FFF2-40B4-BE49-F238E27FC236}">
                <a16:creationId xmlns:a16="http://schemas.microsoft.com/office/drawing/2014/main" id="{057169BB-9983-11C4-22F4-07410B48626B}"/>
              </a:ext>
            </a:extLst>
          </p:cNvPr>
          <p:cNvSpPr>
            <a:spLocks noGrp="1"/>
          </p:cNvSpPr>
          <p:nvPr>
            <p:ph type="body" sz="quarter" idx="46" hasCustomPrompt="1"/>
          </p:nvPr>
        </p:nvSpPr>
        <p:spPr>
          <a:xfrm>
            <a:off x="6096000" y="2142197"/>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chemeClr val="accent1"/>
              </a:buClr>
              <a:buSzPct val="100000"/>
              <a:tabLst/>
              <a:defRPr sz="1800" b="1">
                <a:solidFill>
                  <a:schemeClr val="bg1"/>
                </a:solidFill>
              </a:defRPr>
            </a:lvl1pPr>
          </a:lstStyle>
          <a:p>
            <a:pPr lvl="0"/>
            <a:r>
              <a:rPr lang="en-US"/>
              <a:t>First agenda item</a:t>
            </a:r>
          </a:p>
        </p:txBody>
      </p:sp>
      <p:sp>
        <p:nvSpPr>
          <p:cNvPr id="14" name="Text Placeholder 35">
            <a:extLst>
              <a:ext uri="{FF2B5EF4-FFF2-40B4-BE49-F238E27FC236}">
                <a16:creationId xmlns:a16="http://schemas.microsoft.com/office/drawing/2014/main" id="{5310C444-B003-8A6E-51C8-544EA4B5DAA2}"/>
              </a:ext>
            </a:extLst>
          </p:cNvPr>
          <p:cNvSpPr>
            <a:spLocks noGrp="1"/>
          </p:cNvSpPr>
          <p:nvPr>
            <p:ph type="body" sz="quarter" idx="47" hasCustomPrompt="1"/>
          </p:nvPr>
        </p:nvSpPr>
        <p:spPr>
          <a:xfrm>
            <a:off x="6096000" y="2864223"/>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chemeClr val="accent1"/>
              </a:buClr>
              <a:buSzPct val="100000"/>
              <a:tabLst/>
              <a:defRPr sz="1800" b="1">
                <a:solidFill>
                  <a:schemeClr val="bg1"/>
                </a:solidFill>
              </a:defRPr>
            </a:lvl1pPr>
          </a:lstStyle>
          <a:p>
            <a:pPr lvl="0"/>
            <a:r>
              <a:rPr lang="en-US"/>
              <a:t>First agenda item</a:t>
            </a:r>
          </a:p>
        </p:txBody>
      </p:sp>
      <p:sp>
        <p:nvSpPr>
          <p:cNvPr id="15" name="Text Placeholder 36">
            <a:extLst>
              <a:ext uri="{FF2B5EF4-FFF2-40B4-BE49-F238E27FC236}">
                <a16:creationId xmlns:a16="http://schemas.microsoft.com/office/drawing/2014/main" id="{999079B5-CEDE-97DC-1636-8BD39AEF125A}"/>
              </a:ext>
            </a:extLst>
          </p:cNvPr>
          <p:cNvSpPr>
            <a:spLocks noGrp="1"/>
          </p:cNvSpPr>
          <p:nvPr>
            <p:ph type="body" sz="quarter" idx="48" hasCustomPrompt="1"/>
          </p:nvPr>
        </p:nvSpPr>
        <p:spPr>
          <a:xfrm>
            <a:off x="6096000" y="3586249"/>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chemeClr val="accent1"/>
              </a:buClr>
              <a:buSzPct val="100000"/>
              <a:tabLst/>
              <a:defRPr sz="1800" b="1">
                <a:solidFill>
                  <a:schemeClr val="bg1"/>
                </a:solidFill>
              </a:defRPr>
            </a:lvl1pPr>
          </a:lstStyle>
          <a:p>
            <a:pPr lvl="0"/>
            <a:r>
              <a:rPr lang="en-US"/>
              <a:t>First agenda item</a:t>
            </a:r>
          </a:p>
        </p:txBody>
      </p:sp>
      <p:sp>
        <p:nvSpPr>
          <p:cNvPr id="16" name="Text Placeholder 38">
            <a:extLst>
              <a:ext uri="{FF2B5EF4-FFF2-40B4-BE49-F238E27FC236}">
                <a16:creationId xmlns:a16="http://schemas.microsoft.com/office/drawing/2014/main" id="{4A2496C5-65D9-DFE1-4D6F-13C9AA9B2A75}"/>
              </a:ext>
            </a:extLst>
          </p:cNvPr>
          <p:cNvSpPr>
            <a:spLocks noGrp="1"/>
          </p:cNvSpPr>
          <p:nvPr>
            <p:ph type="body" sz="quarter" idx="49" hasCustomPrompt="1"/>
          </p:nvPr>
        </p:nvSpPr>
        <p:spPr>
          <a:xfrm>
            <a:off x="6096000" y="4303741"/>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chemeClr val="accent1"/>
              </a:buClr>
              <a:buSzPct val="100000"/>
              <a:tabLst/>
              <a:defRPr sz="1800" b="1">
                <a:solidFill>
                  <a:schemeClr val="bg1"/>
                </a:solidFill>
              </a:defRPr>
            </a:lvl1pPr>
          </a:lstStyle>
          <a:p>
            <a:pPr lvl="0"/>
            <a:r>
              <a:rPr lang="en-US"/>
              <a:t>First agenda item</a:t>
            </a:r>
          </a:p>
        </p:txBody>
      </p:sp>
      <p:sp>
        <p:nvSpPr>
          <p:cNvPr id="17" name="Text Placeholder 39">
            <a:extLst>
              <a:ext uri="{FF2B5EF4-FFF2-40B4-BE49-F238E27FC236}">
                <a16:creationId xmlns:a16="http://schemas.microsoft.com/office/drawing/2014/main" id="{6BDCF432-773E-E4DC-988A-4B70EB5DEEDD}"/>
              </a:ext>
            </a:extLst>
          </p:cNvPr>
          <p:cNvSpPr>
            <a:spLocks noGrp="1"/>
          </p:cNvSpPr>
          <p:nvPr>
            <p:ph type="body" sz="quarter" idx="50" hasCustomPrompt="1"/>
          </p:nvPr>
        </p:nvSpPr>
        <p:spPr>
          <a:xfrm>
            <a:off x="6096000" y="5021233"/>
            <a:ext cx="5153678" cy="457200"/>
          </a:xfrm>
          <a:custGeom>
            <a:avLst/>
            <a:gdLst>
              <a:gd name="connsiteX0" fmla="*/ 228600 w 5216709"/>
              <a:gd name="connsiteY0" fmla="*/ 0 h 457200"/>
              <a:gd name="connsiteX1" fmla="*/ 4988109 w 5216709"/>
              <a:gd name="connsiteY1" fmla="*/ 0 h 457200"/>
              <a:gd name="connsiteX2" fmla="*/ 5216709 w 5216709"/>
              <a:gd name="connsiteY2" fmla="*/ 228600 h 457200"/>
              <a:gd name="connsiteX3" fmla="*/ 4988109 w 5216709"/>
              <a:gd name="connsiteY3" fmla="*/ 457200 h 457200"/>
              <a:gd name="connsiteX4" fmla="*/ 228600 w 5216709"/>
              <a:gd name="connsiteY4" fmla="*/ 457200 h 457200"/>
              <a:gd name="connsiteX5" fmla="*/ 0 w 5216709"/>
              <a:gd name="connsiteY5" fmla="*/ 228600 h 457200"/>
              <a:gd name="connsiteX6" fmla="*/ 228600 w 5216709"/>
              <a:gd name="connsiteY6" fmla="*/ 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6709" h="457200">
                <a:moveTo>
                  <a:pt x="228600" y="0"/>
                </a:moveTo>
                <a:lnTo>
                  <a:pt x="4988109" y="0"/>
                </a:lnTo>
                <a:cubicBezTo>
                  <a:pt x="5114361" y="0"/>
                  <a:pt x="5216709" y="102348"/>
                  <a:pt x="5216709" y="228600"/>
                </a:cubicBezTo>
                <a:cubicBezTo>
                  <a:pt x="5216709" y="354852"/>
                  <a:pt x="5114361" y="457200"/>
                  <a:pt x="4988109" y="457200"/>
                </a:cubicBezTo>
                <a:lnTo>
                  <a:pt x="228600" y="457200"/>
                </a:lnTo>
                <a:cubicBezTo>
                  <a:pt x="102348" y="457200"/>
                  <a:pt x="0" y="354852"/>
                  <a:pt x="0" y="228600"/>
                </a:cubicBezTo>
                <a:cubicBezTo>
                  <a:pt x="0" y="102348"/>
                  <a:pt x="102348" y="0"/>
                  <a:pt x="228600" y="0"/>
                </a:cubicBezTo>
                <a:close/>
              </a:path>
            </a:pathLst>
          </a:custGeom>
          <a:solidFill>
            <a:schemeClr val="tx2">
              <a:lumMod val="90000"/>
            </a:schemeClr>
          </a:solidFill>
        </p:spPr>
        <p:txBody>
          <a:bodyPr wrap="square" anchor="ctr" anchorCtr="0">
            <a:noAutofit/>
          </a:bodyPr>
          <a:lstStyle>
            <a:lvl1pPr marL="287338" indent="-227013">
              <a:buClr>
                <a:schemeClr val="accent1"/>
              </a:buClr>
              <a:buSzPct val="100000"/>
              <a:tabLst/>
              <a:defRPr sz="1800" b="1">
                <a:solidFill>
                  <a:schemeClr val="bg1"/>
                </a:solidFill>
              </a:defRPr>
            </a:lvl1pPr>
          </a:lstStyle>
          <a:p>
            <a:pPr lvl="0"/>
            <a:r>
              <a:rPr lang="en-US"/>
              <a:t>First agenda item</a:t>
            </a:r>
          </a:p>
        </p:txBody>
      </p:sp>
      <p:sp>
        <p:nvSpPr>
          <p:cNvPr id="2" name="Footer Placeholder 4">
            <a:extLst>
              <a:ext uri="{FF2B5EF4-FFF2-40B4-BE49-F238E27FC236}">
                <a16:creationId xmlns:a16="http://schemas.microsoft.com/office/drawing/2014/main" id="{FCC4469F-F296-CC31-2450-36EDF72275E2}"/>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1092748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peakers Pag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F0CC2A0-B783-1503-DA49-15CDB44287AE}"/>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2" name="Title 6">
            <a:extLst>
              <a:ext uri="{FF2B5EF4-FFF2-40B4-BE49-F238E27FC236}">
                <a16:creationId xmlns:a16="http://schemas.microsoft.com/office/drawing/2014/main" id="{8AB1EF1E-6A02-F5BD-CAAF-39FB0E9DC490}"/>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3" name="Title 6">
            <a:extLst>
              <a:ext uri="{FF2B5EF4-FFF2-40B4-BE49-F238E27FC236}">
                <a16:creationId xmlns:a16="http://schemas.microsoft.com/office/drawing/2014/main" id="{67F0061E-FDAD-F60E-2516-5C7E912D76AC}"/>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tx2">
                    <a:lumMod val="10000"/>
                  </a:schemeClr>
                </a:solidFill>
              </a:defRPr>
            </a:lvl1pPr>
          </a:lstStyle>
          <a:p>
            <a:r>
              <a:rPr lang="en-US"/>
              <a:t>Slide title goes here</a:t>
            </a:r>
            <a:endParaRPr lang="en-GB"/>
          </a:p>
        </p:txBody>
      </p:sp>
      <p:sp>
        <p:nvSpPr>
          <p:cNvPr id="8" name="Text Placeholder 9">
            <a:extLst>
              <a:ext uri="{FF2B5EF4-FFF2-40B4-BE49-F238E27FC236}">
                <a16:creationId xmlns:a16="http://schemas.microsoft.com/office/drawing/2014/main" id="{513021F6-47B9-76F0-91A9-FA8E0AC18725}"/>
              </a:ext>
            </a:extLst>
          </p:cNvPr>
          <p:cNvSpPr>
            <a:spLocks noGrp="1"/>
          </p:cNvSpPr>
          <p:nvPr>
            <p:ph type="body" sz="quarter" idx="5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000" b="1"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5" name="Graphic 4">
            <a:extLst>
              <a:ext uri="{FF2B5EF4-FFF2-40B4-BE49-F238E27FC236}">
                <a16:creationId xmlns:a16="http://schemas.microsoft.com/office/drawing/2014/main" id="{2375E043-05C9-CC55-0589-1B851FC2516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6" name="Footer Placeholder 4">
            <a:extLst>
              <a:ext uri="{FF2B5EF4-FFF2-40B4-BE49-F238E27FC236}">
                <a16:creationId xmlns:a16="http://schemas.microsoft.com/office/drawing/2014/main" id="{24E2CA9D-ED0B-90F6-3B0D-FB925064DFA5}"/>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7" name="Rounded Rectangle 17">
            <a:extLst>
              <a:ext uri="{FF2B5EF4-FFF2-40B4-BE49-F238E27FC236}">
                <a16:creationId xmlns:a16="http://schemas.microsoft.com/office/drawing/2014/main" id="{F78B879C-C224-1875-BBCB-033033FCF062}"/>
              </a:ext>
            </a:extLst>
          </p:cNvPr>
          <p:cNvSpPr/>
          <p:nvPr userDrawn="1"/>
        </p:nvSpPr>
        <p:spPr>
          <a:xfrm>
            <a:off x="473180" y="1420752"/>
            <a:ext cx="11233148" cy="4748734"/>
          </a:xfrm>
          <a:prstGeom prst="roundRect">
            <a:avLst>
              <a:gd name="adj" fmla="val 1415"/>
            </a:avLst>
          </a:prstGeom>
          <a:solidFill>
            <a:schemeClr val="tx1">
              <a:lumMod val="95000"/>
            </a:schemeClr>
          </a:solidFill>
          <a:ln w="6350" cap="flat">
            <a:noFill/>
            <a:prstDash val="solid"/>
            <a:miter/>
          </a:ln>
        </p:spPr>
        <p:txBody>
          <a:bodyPr wrap="square" rtlCol="0" anchor="t">
            <a:noAutofit/>
          </a:bodyPr>
          <a:lstStyle/>
          <a:p>
            <a:pPr algn="l"/>
            <a:endParaRPr lang="en-MX" sz="1400">
              <a:solidFill>
                <a:schemeClr val="tx2"/>
              </a:solidFill>
            </a:endParaRPr>
          </a:p>
        </p:txBody>
      </p:sp>
      <p:sp>
        <p:nvSpPr>
          <p:cNvPr id="11" name="Picture Placeholder 9">
            <a:extLst>
              <a:ext uri="{FF2B5EF4-FFF2-40B4-BE49-F238E27FC236}">
                <a16:creationId xmlns:a16="http://schemas.microsoft.com/office/drawing/2014/main" id="{7ADA018B-456E-D177-A36D-B8F57240468A}"/>
              </a:ext>
            </a:extLst>
          </p:cNvPr>
          <p:cNvSpPr>
            <a:spLocks noGrp="1" noChangeAspect="1"/>
          </p:cNvSpPr>
          <p:nvPr>
            <p:ph type="pic" sz="quarter" idx="43"/>
          </p:nvPr>
        </p:nvSpPr>
        <p:spPr>
          <a:xfrm>
            <a:off x="1980749" y="1617134"/>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12" name="Text Placeholder 7">
            <a:extLst>
              <a:ext uri="{FF2B5EF4-FFF2-40B4-BE49-F238E27FC236}">
                <a16:creationId xmlns:a16="http://schemas.microsoft.com/office/drawing/2014/main" id="{468F141E-AE2A-12F3-7046-48F97BAEA5AB}"/>
              </a:ext>
            </a:extLst>
          </p:cNvPr>
          <p:cNvSpPr>
            <a:spLocks noGrp="1"/>
          </p:cNvSpPr>
          <p:nvPr>
            <p:ph type="body" sz="quarter" idx="49" hasCustomPrompt="1"/>
          </p:nvPr>
        </p:nvSpPr>
        <p:spPr>
          <a:xfrm>
            <a:off x="1636897" y="2950107"/>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14" name="Picture Placeholder 9">
            <a:extLst>
              <a:ext uri="{FF2B5EF4-FFF2-40B4-BE49-F238E27FC236}">
                <a16:creationId xmlns:a16="http://schemas.microsoft.com/office/drawing/2014/main" id="{959F6FE2-4AEF-BCF0-255B-A601F98F46DF}"/>
              </a:ext>
            </a:extLst>
          </p:cNvPr>
          <p:cNvSpPr>
            <a:spLocks noGrp="1" noChangeAspect="1"/>
          </p:cNvSpPr>
          <p:nvPr>
            <p:ph type="pic" sz="quarter" idx="55"/>
          </p:nvPr>
        </p:nvSpPr>
        <p:spPr>
          <a:xfrm>
            <a:off x="4256205" y="1617134"/>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16" name="Picture Placeholder 9">
            <a:extLst>
              <a:ext uri="{FF2B5EF4-FFF2-40B4-BE49-F238E27FC236}">
                <a16:creationId xmlns:a16="http://schemas.microsoft.com/office/drawing/2014/main" id="{4B223194-C9E3-4307-5389-2836338E813F}"/>
              </a:ext>
            </a:extLst>
          </p:cNvPr>
          <p:cNvSpPr>
            <a:spLocks noGrp="1" noChangeAspect="1"/>
          </p:cNvSpPr>
          <p:nvPr>
            <p:ph type="pic" sz="quarter" idx="57"/>
          </p:nvPr>
        </p:nvSpPr>
        <p:spPr>
          <a:xfrm>
            <a:off x="6531787" y="1617134"/>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17" name="Picture Placeholder 9">
            <a:extLst>
              <a:ext uri="{FF2B5EF4-FFF2-40B4-BE49-F238E27FC236}">
                <a16:creationId xmlns:a16="http://schemas.microsoft.com/office/drawing/2014/main" id="{642891CA-B630-24A1-9594-37EF0E49BA69}"/>
              </a:ext>
            </a:extLst>
          </p:cNvPr>
          <p:cNvSpPr>
            <a:spLocks noGrp="1" noChangeAspect="1"/>
          </p:cNvSpPr>
          <p:nvPr>
            <p:ph type="pic" sz="quarter" idx="65"/>
          </p:nvPr>
        </p:nvSpPr>
        <p:spPr>
          <a:xfrm>
            <a:off x="8807306" y="1617134"/>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18" name="Text Placeholder 7">
            <a:extLst>
              <a:ext uri="{FF2B5EF4-FFF2-40B4-BE49-F238E27FC236}">
                <a16:creationId xmlns:a16="http://schemas.microsoft.com/office/drawing/2014/main" id="{E9C828DC-3C70-49D4-1F1E-8CB447A83903}"/>
              </a:ext>
            </a:extLst>
          </p:cNvPr>
          <p:cNvSpPr>
            <a:spLocks noGrp="1"/>
          </p:cNvSpPr>
          <p:nvPr>
            <p:ph type="body" sz="quarter" idx="73" hasCustomPrompt="1"/>
          </p:nvPr>
        </p:nvSpPr>
        <p:spPr>
          <a:xfrm>
            <a:off x="1636897" y="3281575"/>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
        <p:nvSpPr>
          <p:cNvPr id="19" name="Text Placeholder 7">
            <a:extLst>
              <a:ext uri="{FF2B5EF4-FFF2-40B4-BE49-F238E27FC236}">
                <a16:creationId xmlns:a16="http://schemas.microsoft.com/office/drawing/2014/main" id="{A44F92CE-FCDF-55D4-E695-E8901391927E}"/>
              </a:ext>
            </a:extLst>
          </p:cNvPr>
          <p:cNvSpPr>
            <a:spLocks noGrp="1"/>
          </p:cNvSpPr>
          <p:nvPr>
            <p:ph type="body" sz="quarter" idx="74" hasCustomPrompt="1"/>
          </p:nvPr>
        </p:nvSpPr>
        <p:spPr>
          <a:xfrm>
            <a:off x="3912353" y="2950107"/>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26" name="Text Placeholder 7">
            <a:extLst>
              <a:ext uri="{FF2B5EF4-FFF2-40B4-BE49-F238E27FC236}">
                <a16:creationId xmlns:a16="http://schemas.microsoft.com/office/drawing/2014/main" id="{D91B738D-96E1-DFC0-C0E8-DE6F8296B72E}"/>
              </a:ext>
            </a:extLst>
          </p:cNvPr>
          <p:cNvSpPr>
            <a:spLocks noGrp="1"/>
          </p:cNvSpPr>
          <p:nvPr>
            <p:ph type="body" sz="quarter" idx="75" hasCustomPrompt="1"/>
          </p:nvPr>
        </p:nvSpPr>
        <p:spPr>
          <a:xfrm>
            <a:off x="3912353" y="3281575"/>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
        <p:nvSpPr>
          <p:cNvPr id="27" name="Text Placeholder 7">
            <a:extLst>
              <a:ext uri="{FF2B5EF4-FFF2-40B4-BE49-F238E27FC236}">
                <a16:creationId xmlns:a16="http://schemas.microsoft.com/office/drawing/2014/main" id="{A3E4F2AC-07F6-8D1E-76AD-73DE7ACAF805}"/>
              </a:ext>
            </a:extLst>
          </p:cNvPr>
          <p:cNvSpPr>
            <a:spLocks noGrp="1"/>
          </p:cNvSpPr>
          <p:nvPr>
            <p:ph type="body" sz="quarter" idx="76" hasCustomPrompt="1"/>
          </p:nvPr>
        </p:nvSpPr>
        <p:spPr>
          <a:xfrm>
            <a:off x="6187934" y="2950107"/>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28" name="Text Placeholder 7">
            <a:extLst>
              <a:ext uri="{FF2B5EF4-FFF2-40B4-BE49-F238E27FC236}">
                <a16:creationId xmlns:a16="http://schemas.microsoft.com/office/drawing/2014/main" id="{F45DB1BC-2BC7-77D0-3338-F7353B441C8A}"/>
              </a:ext>
            </a:extLst>
          </p:cNvPr>
          <p:cNvSpPr>
            <a:spLocks noGrp="1"/>
          </p:cNvSpPr>
          <p:nvPr>
            <p:ph type="body" sz="quarter" idx="77" hasCustomPrompt="1"/>
          </p:nvPr>
        </p:nvSpPr>
        <p:spPr>
          <a:xfrm>
            <a:off x="6187934" y="3281575"/>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
        <p:nvSpPr>
          <p:cNvPr id="29" name="Text Placeholder 7">
            <a:extLst>
              <a:ext uri="{FF2B5EF4-FFF2-40B4-BE49-F238E27FC236}">
                <a16:creationId xmlns:a16="http://schemas.microsoft.com/office/drawing/2014/main" id="{C233236E-B713-0753-C499-A059C5005FC9}"/>
              </a:ext>
            </a:extLst>
          </p:cNvPr>
          <p:cNvSpPr>
            <a:spLocks noGrp="1"/>
          </p:cNvSpPr>
          <p:nvPr>
            <p:ph type="body" sz="quarter" idx="78" hasCustomPrompt="1"/>
          </p:nvPr>
        </p:nvSpPr>
        <p:spPr>
          <a:xfrm>
            <a:off x="8463453" y="2950107"/>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40" name="Text Placeholder 7">
            <a:extLst>
              <a:ext uri="{FF2B5EF4-FFF2-40B4-BE49-F238E27FC236}">
                <a16:creationId xmlns:a16="http://schemas.microsoft.com/office/drawing/2014/main" id="{6F575A87-6654-662C-83F4-D435AECF886D}"/>
              </a:ext>
            </a:extLst>
          </p:cNvPr>
          <p:cNvSpPr>
            <a:spLocks noGrp="1"/>
          </p:cNvSpPr>
          <p:nvPr>
            <p:ph type="body" sz="quarter" idx="79" hasCustomPrompt="1"/>
          </p:nvPr>
        </p:nvSpPr>
        <p:spPr>
          <a:xfrm>
            <a:off x="8463453" y="3281575"/>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
        <p:nvSpPr>
          <p:cNvPr id="41" name="Picture Placeholder 9">
            <a:extLst>
              <a:ext uri="{FF2B5EF4-FFF2-40B4-BE49-F238E27FC236}">
                <a16:creationId xmlns:a16="http://schemas.microsoft.com/office/drawing/2014/main" id="{1098B2FA-0615-A858-F7C8-08F46881E8AC}"/>
              </a:ext>
            </a:extLst>
          </p:cNvPr>
          <p:cNvSpPr>
            <a:spLocks noGrp="1" noChangeAspect="1"/>
          </p:cNvSpPr>
          <p:nvPr>
            <p:ph type="pic" sz="quarter" idx="80"/>
          </p:nvPr>
        </p:nvSpPr>
        <p:spPr>
          <a:xfrm>
            <a:off x="1980749" y="3929436"/>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42" name="Text Placeholder 7">
            <a:extLst>
              <a:ext uri="{FF2B5EF4-FFF2-40B4-BE49-F238E27FC236}">
                <a16:creationId xmlns:a16="http://schemas.microsoft.com/office/drawing/2014/main" id="{3E67510D-682A-2399-2A7F-02152034BA28}"/>
              </a:ext>
            </a:extLst>
          </p:cNvPr>
          <p:cNvSpPr>
            <a:spLocks noGrp="1"/>
          </p:cNvSpPr>
          <p:nvPr>
            <p:ph type="body" sz="quarter" idx="81" hasCustomPrompt="1"/>
          </p:nvPr>
        </p:nvSpPr>
        <p:spPr>
          <a:xfrm>
            <a:off x="1636897" y="5262409"/>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43" name="Picture Placeholder 9">
            <a:extLst>
              <a:ext uri="{FF2B5EF4-FFF2-40B4-BE49-F238E27FC236}">
                <a16:creationId xmlns:a16="http://schemas.microsoft.com/office/drawing/2014/main" id="{680EDDCC-0778-4438-3AB1-94E69360E37F}"/>
              </a:ext>
            </a:extLst>
          </p:cNvPr>
          <p:cNvSpPr>
            <a:spLocks noGrp="1" noChangeAspect="1"/>
          </p:cNvSpPr>
          <p:nvPr>
            <p:ph type="pic" sz="quarter" idx="82"/>
          </p:nvPr>
        </p:nvSpPr>
        <p:spPr>
          <a:xfrm>
            <a:off x="4256205" y="3929436"/>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44" name="Picture Placeholder 9">
            <a:extLst>
              <a:ext uri="{FF2B5EF4-FFF2-40B4-BE49-F238E27FC236}">
                <a16:creationId xmlns:a16="http://schemas.microsoft.com/office/drawing/2014/main" id="{0F286CCE-C05D-9ABE-CB85-701C5579DA60}"/>
              </a:ext>
            </a:extLst>
          </p:cNvPr>
          <p:cNvSpPr>
            <a:spLocks noGrp="1" noChangeAspect="1"/>
          </p:cNvSpPr>
          <p:nvPr>
            <p:ph type="pic" sz="quarter" idx="83"/>
          </p:nvPr>
        </p:nvSpPr>
        <p:spPr>
          <a:xfrm>
            <a:off x="6531787" y="3929436"/>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45" name="Picture Placeholder 9">
            <a:extLst>
              <a:ext uri="{FF2B5EF4-FFF2-40B4-BE49-F238E27FC236}">
                <a16:creationId xmlns:a16="http://schemas.microsoft.com/office/drawing/2014/main" id="{522CFD64-D74B-AC3F-A7DE-7D713E71363F}"/>
              </a:ext>
            </a:extLst>
          </p:cNvPr>
          <p:cNvSpPr>
            <a:spLocks noGrp="1" noChangeAspect="1"/>
          </p:cNvSpPr>
          <p:nvPr>
            <p:ph type="pic" sz="quarter" idx="84"/>
          </p:nvPr>
        </p:nvSpPr>
        <p:spPr>
          <a:xfrm>
            <a:off x="8807306" y="3929436"/>
            <a:ext cx="1188720" cy="1188720"/>
          </a:xfrm>
          <a:prstGeom prst="ellipse">
            <a:avLst/>
          </a:prstGeom>
          <a:solidFill>
            <a:schemeClr val="tx2">
              <a:lumMod val="90000"/>
            </a:schemeClr>
          </a:solidFill>
        </p:spPr>
        <p:txBody>
          <a:bodyPr wrap="square" anchor="ctr" anchorCtr="1">
            <a:noAutofit/>
          </a:bodyPr>
          <a:lstStyle>
            <a:lvl1pPr marL="0" indent="0" algn="ctr">
              <a:lnSpc>
                <a:spcPct val="100000"/>
              </a:lnSpc>
              <a:spcAft>
                <a:spcPts val="600"/>
              </a:spcAft>
              <a:buNone/>
              <a:defRPr sz="1200">
                <a:solidFill>
                  <a:schemeClr val="tx1"/>
                </a:solidFill>
              </a:defRPr>
            </a:lvl1pPr>
          </a:lstStyle>
          <a:p>
            <a:r>
              <a:rPr lang="en-US"/>
              <a:t>Click icon to add picture</a:t>
            </a:r>
            <a:endParaRPr lang="en-AU"/>
          </a:p>
        </p:txBody>
      </p:sp>
      <p:sp>
        <p:nvSpPr>
          <p:cNvPr id="46" name="Text Placeholder 7">
            <a:extLst>
              <a:ext uri="{FF2B5EF4-FFF2-40B4-BE49-F238E27FC236}">
                <a16:creationId xmlns:a16="http://schemas.microsoft.com/office/drawing/2014/main" id="{491DC740-B581-348A-8D34-F58E9D9ECEB1}"/>
              </a:ext>
            </a:extLst>
          </p:cNvPr>
          <p:cNvSpPr>
            <a:spLocks noGrp="1"/>
          </p:cNvSpPr>
          <p:nvPr>
            <p:ph type="body" sz="quarter" idx="85" hasCustomPrompt="1"/>
          </p:nvPr>
        </p:nvSpPr>
        <p:spPr>
          <a:xfrm>
            <a:off x="1636897" y="5593877"/>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
        <p:nvSpPr>
          <p:cNvPr id="47" name="Text Placeholder 7">
            <a:extLst>
              <a:ext uri="{FF2B5EF4-FFF2-40B4-BE49-F238E27FC236}">
                <a16:creationId xmlns:a16="http://schemas.microsoft.com/office/drawing/2014/main" id="{743B88D7-36B2-0EBC-EE89-ACCE182694F4}"/>
              </a:ext>
            </a:extLst>
          </p:cNvPr>
          <p:cNvSpPr>
            <a:spLocks noGrp="1"/>
          </p:cNvSpPr>
          <p:nvPr>
            <p:ph type="body" sz="quarter" idx="86" hasCustomPrompt="1"/>
          </p:nvPr>
        </p:nvSpPr>
        <p:spPr>
          <a:xfrm>
            <a:off x="3912353" y="5262409"/>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48" name="Text Placeholder 7">
            <a:extLst>
              <a:ext uri="{FF2B5EF4-FFF2-40B4-BE49-F238E27FC236}">
                <a16:creationId xmlns:a16="http://schemas.microsoft.com/office/drawing/2014/main" id="{EB432B1C-FBEB-6DAB-CA5E-BD7A4A59709A}"/>
              </a:ext>
            </a:extLst>
          </p:cNvPr>
          <p:cNvSpPr>
            <a:spLocks noGrp="1"/>
          </p:cNvSpPr>
          <p:nvPr>
            <p:ph type="body" sz="quarter" idx="87" hasCustomPrompt="1"/>
          </p:nvPr>
        </p:nvSpPr>
        <p:spPr>
          <a:xfrm>
            <a:off x="3912353" y="5593877"/>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
        <p:nvSpPr>
          <p:cNvPr id="49" name="Text Placeholder 7">
            <a:extLst>
              <a:ext uri="{FF2B5EF4-FFF2-40B4-BE49-F238E27FC236}">
                <a16:creationId xmlns:a16="http://schemas.microsoft.com/office/drawing/2014/main" id="{EDCA37C1-10B0-CCB3-8622-73FAF3ED059E}"/>
              </a:ext>
            </a:extLst>
          </p:cNvPr>
          <p:cNvSpPr>
            <a:spLocks noGrp="1"/>
          </p:cNvSpPr>
          <p:nvPr>
            <p:ph type="body" sz="quarter" idx="88" hasCustomPrompt="1"/>
          </p:nvPr>
        </p:nvSpPr>
        <p:spPr>
          <a:xfrm>
            <a:off x="6187934" y="5262409"/>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50" name="Text Placeholder 7">
            <a:extLst>
              <a:ext uri="{FF2B5EF4-FFF2-40B4-BE49-F238E27FC236}">
                <a16:creationId xmlns:a16="http://schemas.microsoft.com/office/drawing/2014/main" id="{A27F8B85-4D75-ABF0-DC33-2B1C0952527D}"/>
              </a:ext>
            </a:extLst>
          </p:cNvPr>
          <p:cNvSpPr>
            <a:spLocks noGrp="1"/>
          </p:cNvSpPr>
          <p:nvPr>
            <p:ph type="body" sz="quarter" idx="89" hasCustomPrompt="1"/>
          </p:nvPr>
        </p:nvSpPr>
        <p:spPr>
          <a:xfrm>
            <a:off x="6187934" y="5593877"/>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
        <p:nvSpPr>
          <p:cNvPr id="51" name="Text Placeholder 7">
            <a:extLst>
              <a:ext uri="{FF2B5EF4-FFF2-40B4-BE49-F238E27FC236}">
                <a16:creationId xmlns:a16="http://schemas.microsoft.com/office/drawing/2014/main" id="{D5FBC44E-577B-42A6-3579-A0D09A2AA2A7}"/>
              </a:ext>
            </a:extLst>
          </p:cNvPr>
          <p:cNvSpPr>
            <a:spLocks noGrp="1"/>
          </p:cNvSpPr>
          <p:nvPr>
            <p:ph type="body" sz="quarter" idx="90" hasCustomPrompt="1"/>
          </p:nvPr>
        </p:nvSpPr>
        <p:spPr>
          <a:xfrm>
            <a:off x="8463453" y="5262409"/>
            <a:ext cx="1876425" cy="228601"/>
          </a:xfrm>
          <a:prstGeom prst="rect">
            <a:avLst/>
          </a:prstGeom>
        </p:spPr>
        <p:txBody>
          <a:bodyPr lIns="0" tIns="0" rIns="0" bIns="0" anchor="t" anchorCtr="0"/>
          <a:lstStyle>
            <a:lvl1pPr marL="0" indent="0" algn="ctr">
              <a:lnSpc>
                <a:spcPct val="100000"/>
              </a:lnSpc>
              <a:spcAft>
                <a:spcPts val="0"/>
              </a:spcAft>
              <a:buNone/>
              <a:defRPr sz="1600" b="1">
                <a:solidFill>
                  <a:schemeClr val="bg1"/>
                </a:solidFill>
                <a:latin typeface="+mn-lt"/>
                <a:cs typeface="Arial" panose="020B0604020202020204" pitchFamily="34" charset="0"/>
              </a:defRPr>
            </a:lvl1pPr>
            <a:lvl2pPr marL="0" indent="0" algn="ctr">
              <a:lnSpc>
                <a:spcPct val="100000"/>
              </a:lnSpc>
              <a:spcAft>
                <a:spcPts val="0"/>
              </a:spcAft>
              <a:buNone/>
              <a:defRPr sz="1400" b="0">
                <a:solidFill>
                  <a:schemeClr val="accent2">
                    <a:lumMod val="60000"/>
                    <a:lumOff val="40000"/>
                  </a:schemeClr>
                </a:solidFill>
                <a:latin typeface="+mn-lt"/>
              </a:defRPr>
            </a:lvl2pPr>
          </a:lstStyle>
          <a:p>
            <a:pPr lvl="0"/>
            <a:r>
              <a:rPr lang="en-US"/>
              <a:t>Name Surname</a:t>
            </a:r>
          </a:p>
        </p:txBody>
      </p:sp>
      <p:sp>
        <p:nvSpPr>
          <p:cNvPr id="52" name="Text Placeholder 7">
            <a:extLst>
              <a:ext uri="{FF2B5EF4-FFF2-40B4-BE49-F238E27FC236}">
                <a16:creationId xmlns:a16="http://schemas.microsoft.com/office/drawing/2014/main" id="{C3CEEC3B-1BE7-9BA2-45D6-8ABA10510C45}"/>
              </a:ext>
            </a:extLst>
          </p:cNvPr>
          <p:cNvSpPr>
            <a:spLocks noGrp="1"/>
          </p:cNvSpPr>
          <p:nvPr>
            <p:ph type="body" sz="quarter" idx="91" hasCustomPrompt="1"/>
          </p:nvPr>
        </p:nvSpPr>
        <p:spPr>
          <a:xfrm>
            <a:off x="8463453" y="5593877"/>
            <a:ext cx="1876425" cy="387450"/>
          </a:xfrm>
          <a:prstGeom prst="rect">
            <a:avLst/>
          </a:prstGeom>
        </p:spPr>
        <p:txBody>
          <a:bodyPr lIns="0" tIns="0" rIns="0" bIns="0" anchor="t" anchorCtr="0"/>
          <a:lstStyle>
            <a:lvl1pPr marL="0" indent="0" algn="ctr">
              <a:lnSpc>
                <a:spcPct val="100000"/>
              </a:lnSpc>
              <a:spcAft>
                <a:spcPts val="0"/>
              </a:spcAft>
              <a:buNone/>
              <a:defRPr sz="1600" b="1">
                <a:solidFill>
                  <a:schemeClr val="tx1"/>
                </a:solidFill>
                <a:latin typeface="+mn-lt"/>
                <a:cs typeface="Arial" panose="020B0604020202020204" pitchFamily="34" charset="0"/>
              </a:defRPr>
            </a:lvl1pPr>
            <a:lvl2pPr marL="0" indent="0" algn="ctr">
              <a:lnSpc>
                <a:spcPct val="100000"/>
              </a:lnSpc>
              <a:spcAft>
                <a:spcPts val="0"/>
              </a:spcAft>
              <a:buNone/>
              <a:defRPr sz="1400" b="0">
                <a:solidFill>
                  <a:schemeClr val="accent4"/>
                </a:solidFill>
                <a:latin typeface="+mn-lt"/>
              </a:defRPr>
            </a:lvl2pPr>
          </a:lstStyle>
          <a:p>
            <a:pPr lvl="1"/>
            <a:r>
              <a:rPr lang="en-US"/>
              <a:t>Position</a:t>
            </a:r>
            <a:endParaRPr lang="en-AU"/>
          </a:p>
        </p:txBody>
      </p:sp>
    </p:spTree>
    <p:extLst>
      <p:ext uri="{BB962C8B-B14F-4D97-AF65-F5344CB8AC3E}">
        <p14:creationId xmlns:p14="http://schemas.microsoft.com/office/powerpoint/2010/main" val="1716923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solidFill>
                  <a:schemeClr val="bg2"/>
                </a:solidFill>
              </a:defRPr>
            </a:lvl1pPr>
          </a:lstStyle>
          <a:p>
            <a:fld id="{E4C2AD82-1025-4508-97C1-6F7EE5C92734}" type="slidenum">
              <a:rPr lang="en-AU" smtClean="0"/>
              <a:pPr/>
              <a:t>‹#›</a:t>
            </a:fld>
            <a:endParaRPr lang="en-AU"/>
          </a:p>
        </p:txBody>
      </p:sp>
      <p:pic>
        <p:nvPicPr>
          <p:cNvPr id="5" name="Graphic 4">
            <a:extLst>
              <a:ext uri="{FF2B5EF4-FFF2-40B4-BE49-F238E27FC236}">
                <a16:creationId xmlns:a16="http://schemas.microsoft.com/office/drawing/2014/main" id="{FE4B4014-9923-6934-8BC6-5366F90D322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12" name="Title 6">
            <a:extLst>
              <a:ext uri="{FF2B5EF4-FFF2-40B4-BE49-F238E27FC236}">
                <a16:creationId xmlns:a16="http://schemas.microsoft.com/office/drawing/2014/main" id="{2A64E8E0-928D-C8CA-56AC-32F1D8FA0A63}"/>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3" name="Title 6">
            <a:extLst>
              <a:ext uri="{FF2B5EF4-FFF2-40B4-BE49-F238E27FC236}">
                <a16:creationId xmlns:a16="http://schemas.microsoft.com/office/drawing/2014/main" id="{8A88A8DD-1D73-0E99-136B-9907D7E7830B}"/>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4" name="Text Placeholder 9">
            <a:extLst>
              <a:ext uri="{FF2B5EF4-FFF2-40B4-BE49-F238E27FC236}">
                <a16:creationId xmlns:a16="http://schemas.microsoft.com/office/drawing/2014/main" id="{38E1D4DA-FF21-F632-0E63-1887B42811BA}"/>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000" b="1"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3" name="Footer Placeholder 4">
            <a:extLst>
              <a:ext uri="{FF2B5EF4-FFF2-40B4-BE49-F238E27FC236}">
                <a16:creationId xmlns:a16="http://schemas.microsoft.com/office/drawing/2014/main" id="{1A2BCCA4-30C0-E8A3-C9B5-CD65C5FDEDB9}"/>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777621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image">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4736B0AD-E51E-71E3-297C-FD7F0CFA93E8}"/>
              </a:ext>
            </a:extLst>
          </p:cNvPr>
          <p:cNvSpPr>
            <a:spLocks noGrp="1"/>
          </p:cNvSpPr>
          <p:nvPr>
            <p:ph type="pic" sz="quarter" idx="34" hasCustomPrompt="1"/>
          </p:nvPr>
        </p:nvSpPr>
        <p:spPr>
          <a:xfrm>
            <a:off x="0" y="0"/>
            <a:ext cx="12192000" cy="6858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rIns="0" anchor="ctr" anchorCtr="1">
            <a:noAutofit/>
          </a:bodyPr>
          <a:lstStyle>
            <a:lvl1pPr marL="0" indent="0" algn="ctr">
              <a:lnSpc>
                <a:spcPct val="100000"/>
              </a:lnSpc>
              <a:spcAft>
                <a:spcPts val="600"/>
              </a:spcAft>
              <a:buNone/>
              <a:defRPr sz="1400">
                <a:solidFill>
                  <a:schemeClr val="bg1"/>
                </a:solidFill>
              </a:defRPr>
            </a:lvl1pPr>
          </a:lstStyle>
          <a:p>
            <a:r>
              <a:rPr lang="en-AU"/>
              <a:t>Insert a background image from the ‘Background Images’ folder in Pickit</a:t>
            </a:r>
          </a:p>
          <a:p>
            <a:endParaRPr lang="en-AU"/>
          </a:p>
          <a:p>
            <a:endParaRPr lang="en-AU"/>
          </a:p>
          <a:p>
            <a:endParaRPr lang="en-AU"/>
          </a:p>
          <a:p>
            <a:endParaRPr lang="en-AU"/>
          </a:p>
          <a:p>
            <a:endParaRPr lang="en-AU"/>
          </a:p>
        </p:txBody>
      </p:sp>
      <p:sp>
        <p:nvSpPr>
          <p:cNvPr id="5" name="Slide Number Placeholder 1">
            <a:extLst>
              <a:ext uri="{FF2B5EF4-FFF2-40B4-BE49-F238E27FC236}">
                <a16:creationId xmlns:a16="http://schemas.microsoft.com/office/drawing/2014/main" id="{88EEF4D5-551B-54B5-7E86-E028F8918EFB}"/>
              </a:ext>
            </a:extLst>
          </p:cNvPr>
          <p:cNvSpPr>
            <a:spLocks noGrp="1"/>
          </p:cNvSpPr>
          <p:nvPr>
            <p:ph type="sldNum" sz="quarter" idx="12"/>
          </p:nvPr>
        </p:nvSpPr>
        <p:spPr>
          <a:xfrm>
            <a:off x="451427" y="6339948"/>
            <a:ext cx="173038" cy="169200"/>
          </a:xfrm>
          <a:prstGeom prst="rect">
            <a:avLst/>
          </a:prstGeom>
        </p:spPr>
        <p:txBody>
          <a:bodyPr/>
          <a:lstStyle>
            <a:lvl1pPr>
              <a:spcAft>
                <a:spcPts val="600"/>
              </a:spcAft>
              <a:defRPr/>
            </a:lvl1pPr>
          </a:lstStyle>
          <a:p>
            <a:fld id="{E4C2AD82-1025-4508-97C1-6F7EE5C92734}" type="slidenum">
              <a:rPr lang="en-AU" smtClean="0"/>
              <a:pPr/>
              <a:t>‹#›</a:t>
            </a:fld>
            <a:endParaRPr lang="en-AU"/>
          </a:p>
        </p:txBody>
      </p:sp>
      <p:sp>
        <p:nvSpPr>
          <p:cNvPr id="6" name="Title 6">
            <a:extLst>
              <a:ext uri="{FF2B5EF4-FFF2-40B4-BE49-F238E27FC236}">
                <a16:creationId xmlns:a16="http://schemas.microsoft.com/office/drawing/2014/main" id="{65954C5D-86A2-0690-AE53-9590BD6C3870}"/>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7" name="Title 6">
            <a:extLst>
              <a:ext uri="{FF2B5EF4-FFF2-40B4-BE49-F238E27FC236}">
                <a16:creationId xmlns:a16="http://schemas.microsoft.com/office/drawing/2014/main" id="{FBDC4927-26B0-E8FC-E040-58EDDF2B9985}"/>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9" name="Text Placeholder 9">
            <a:extLst>
              <a:ext uri="{FF2B5EF4-FFF2-40B4-BE49-F238E27FC236}">
                <a16:creationId xmlns:a16="http://schemas.microsoft.com/office/drawing/2014/main" id="{1991B544-0038-6F3B-FE0A-507C9E920F8A}"/>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4" name="Text Placeholder 9">
            <a:extLst>
              <a:ext uri="{FF2B5EF4-FFF2-40B4-BE49-F238E27FC236}">
                <a16:creationId xmlns:a16="http://schemas.microsoft.com/office/drawing/2014/main" id="{1965BBD6-2C96-5503-D864-D797213E4B6B}"/>
              </a:ext>
            </a:extLst>
          </p:cNvPr>
          <p:cNvSpPr>
            <a:spLocks noGrp="1" noChangeAspect="1"/>
          </p:cNvSpPr>
          <p:nvPr>
            <p:ph type="body" sz="quarter" idx="49"/>
          </p:nvPr>
        </p:nvSpPr>
        <p:spPr>
          <a:xfrm>
            <a:off x="10899797" y="6167885"/>
            <a:ext cx="829301" cy="290983"/>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2" name="Footer Placeholder 4">
            <a:extLst>
              <a:ext uri="{FF2B5EF4-FFF2-40B4-BE49-F238E27FC236}">
                <a16:creationId xmlns:a16="http://schemas.microsoft.com/office/drawing/2014/main" id="{41B73C21-FF24-EE28-14B4-CFF42A4DC375}"/>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21157844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pic>
        <p:nvPicPr>
          <p:cNvPr id="5" name="Graphic 4">
            <a:extLst>
              <a:ext uri="{FF2B5EF4-FFF2-40B4-BE49-F238E27FC236}">
                <a16:creationId xmlns:a16="http://schemas.microsoft.com/office/drawing/2014/main" id="{FE4B4014-9923-6934-8BC6-5366F90D322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9" name="Title 6">
            <a:extLst>
              <a:ext uri="{FF2B5EF4-FFF2-40B4-BE49-F238E27FC236}">
                <a16:creationId xmlns:a16="http://schemas.microsoft.com/office/drawing/2014/main" id="{41CA2835-D65C-9D6C-4850-E061F1F24C86}"/>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0" name="Title 6">
            <a:extLst>
              <a:ext uri="{FF2B5EF4-FFF2-40B4-BE49-F238E27FC236}">
                <a16:creationId xmlns:a16="http://schemas.microsoft.com/office/drawing/2014/main" id="{A9F89CC3-ADA6-43EC-BB18-01F8BF2F7A65}"/>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1" name="Text Placeholder 9">
            <a:extLst>
              <a:ext uri="{FF2B5EF4-FFF2-40B4-BE49-F238E27FC236}">
                <a16:creationId xmlns:a16="http://schemas.microsoft.com/office/drawing/2014/main" id="{79530928-090C-0ABD-831D-8E3AA6F16750}"/>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3" name="Footer Placeholder 4">
            <a:extLst>
              <a:ext uri="{FF2B5EF4-FFF2-40B4-BE49-F238E27FC236}">
                <a16:creationId xmlns:a16="http://schemas.microsoft.com/office/drawing/2014/main" id="{24E117AA-3669-ECA4-8536-1DEF09F73BE7}"/>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14" name="Content Placeholder 13">
            <a:extLst>
              <a:ext uri="{FF2B5EF4-FFF2-40B4-BE49-F238E27FC236}">
                <a16:creationId xmlns:a16="http://schemas.microsoft.com/office/drawing/2014/main" id="{6726951F-53DF-C834-2995-9029785257F6}"/>
              </a:ext>
            </a:extLst>
          </p:cNvPr>
          <p:cNvSpPr>
            <a:spLocks noGrp="1"/>
          </p:cNvSpPr>
          <p:nvPr>
            <p:ph sz="quarter" idx="46"/>
          </p:nvPr>
        </p:nvSpPr>
        <p:spPr>
          <a:xfrm>
            <a:off x="480575" y="1575004"/>
            <a:ext cx="112500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48690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pic>
        <p:nvPicPr>
          <p:cNvPr id="3" name="Graphic 2">
            <a:extLst>
              <a:ext uri="{FF2B5EF4-FFF2-40B4-BE49-F238E27FC236}">
                <a16:creationId xmlns:a16="http://schemas.microsoft.com/office/drawing/2014/main" id="{68B9E9EC-38AA-F540-4619-8477F8373B4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5" name="Title 6">
            <a:extLst>
              <a:ext uri="{FF2B5EF4-FFF2-40B4-BE49-F238E27FC236}">
                <a16:creationId xmlns:a16="http://schemas.microsoft.com/office/drawing/2014/main" id="{9A1FA080-A7E0-BBAA-EFE4-0D5F009D42A9}"/>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6" name="Title 6">
            <a:extLst>
              <a:ext uri="{FF2B5EF4-FFF2-40B4-BE49-F238E27FC236}">
                <a16:creationId xmlns:a16="http://schemas.microsoft.com/office/drawing/2014/main" id="{66A95128-994F-801C-4D4F-D7DEE7DD92B5}"/>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8" name="Text Placeholder 9">
            <a:extLst>
              <a:ext uri="{FF2B5EF4-FFF2-40B4-BE49-F238E27FC236}">
                <a16:creationId xmlns:a16="http://schemas.microsoft.com/office/drawing/2014/main" id="{02D333D5-8D32-E571-D0DE-2D3378351FDF}"/>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4" name="Footer Placeholder 4">
            <a:extLst>
              <a:ext uri="{FF2B5EF4-FFF2-40B4-BE49-F238E27FC236}">
                <a16:creationId xmlns:a16="http://schemas.microsoft.com/office/drawing/2014/main" id="{AC0BA9EA-62F2-CC51-F290-C02CB627AA51}"/>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9" name="Content Placeholder 8">
            <a:extLst>
              <a:ext uri="{FF2B5EF4-FFF2-40B4-BE49-F238E27FC236}">
                <a16:creationId xmlns:a16="http://schemas.microsoft.com/office/drawing/2014/main" id="{38B3A166-66F0-9E38-2FE9-92F219DE4A57}"/>
              </a:ext>
            </a:extLst>
          </p:cNvPr>
          <p:cNvSpPr>
            <a:spLocks noGrp="1"/>
          </p:cNvSpPr>
          <p:nvPr>
            <p:ph sz="quarter" idx="47"/>
          </p:nvPr>
        </p:nvSpPr>
        <p:spPr>
          <a:xfrm>
            <a:off x="480575" y="1575004"/>
            <a:ext cx="54864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8">
            <a:extLst>
              <a:ext uri="{FF2B5EF4-FFF2-40B4-BE49-F238E27FC236}">
                <a16:creationId xmlns:a16="http://schemas.microsoft.com/office/drawing/2014/main" id="{67F84F60-323B-EA3E-BDA2-218324AB990F}"/>
              </a:ext>
            </a:extLst>
          </p:cNvPr>
          <p:cNvSpPr>
            <a:spLocks noGrp="1"/>
          </p:cNvSpPr>
          <p:nvPr>
            <p:ph sz="quarter" idx="48"/>
          </p:nvPr>
        </p:nvSpPr>
        <p:spPr>
          <a:xfrm>
            <a:off x="6245099" y="1575004"/>
            <a:ext cx="54864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4851350"/>
      </p:ext>
    </p:extLst>
  </p:cSld>
  <p:clrMapOvr>
    <a:masterClrMapping/>
  </p:clrMapOvr>
  <p:extLst>
    <p:ext uri="{DCECCB84-F9BA-43D5-87BE-67443E8EF086}">
      <p15:sldGuideLst xmlns:p15="http://schemas.microsoft.com/office/powerpoint/2012/main">
        <p15:guide id="3" pos="4042">
          <p15:clr>
            <a:srgbClr val="FBAE40"/>
          </p15:clr>
        </p15:guide>
        <p15:guide id="4" pos="363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6" name="Title 6">
            <a:extLst>
              <a:ext uri="{FF2B5EF4-FFF2-40B4-BE49-F238E27FC236}">
                <a16:creationId xmlns:a16="http://schemas.microsoft.com/office/drawing/2014/main" id="{255270A6-2437-3427-8FB9-5FD4BF09F07C}"/>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7" name="Title 6">
            <a:extLst>
              <a:ext uri="{FF2B5EF4-FFF2-40B4-BE49-F238E27FC236}">
                <a16:creationId xmlns:a16="http://schemas.microsoft.com/office/drawing/2014/main" id="{94B286CF-FB27-5B83-834A-5567AB301AC7}"/>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8" name="Text Placeholder 9">
            <a:extLst>
              <a:ext uri="{FF2B5EF4-FFF2-40B4-BE49-F238E27FC236}">
                <a16:creationId xmlns:a16="http://schemas.microsoft.com/office/drawing/2014/main" id="{DE0C00BA-B3BF-3104-3196-86E59D86D638}"/>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4" name="Graphic 3">
            <a:extLst>
              <a:ext uri="{FF2B5EF4-FFF2-40B4-BE49-F238E27FC236}">
                <a16:creationId xmlns:a16="http://schemas.microsoft.com/office/drawing/2014/main" id="{35B43BE9-CBFF-3BBD-17C6-8EA3985B7E9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CE44CC93-43F6-5BB5-6EAB-D483E165DD79}"/>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5" name="Content Placeholder 8">
            <a:extLst>
              <a:ext uri="{FF2B5EF4-FFF2-40B4-BE49-F238E27FC236}">
                <a16:creationId xmlns:a16="http://schemas.microsoft.com/office/drawing/2014/main" id="{194430E9-5A79-FE7C-37C1-CAF1699684DA}"/>
              </a:ext>
            </a:extLst>
          </p:cNvPr>
          <p:cNvSpPr>
            <a:spLocks noGrp="1"/>
          </p:cNvSpPr>
          <p:nvPr>
            <p:ph sz="quarter" idx="47"/>
          </p:nvPr>
        </p:nvSpPr>
        <p:spPr>
          <a:xfrm>
            <a:off x="480575" y="1575004"/>
            <a:ext cx="356501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8">
            <a:extLst>
              <a:ext uri="{FF2B5EF4-FFF2-40B4-BE49-F238E27FC236}">
                <a16:creationId xmlns:a16="http://schemas.microsoft.com/office/drawing/2014/main" id="{E4EF4947-0179-A38A-F90D-DF108445105B}"/>
              </a:ext>
            </a:extLst>
          </p:cNvPr>
          <p:cNvSpPr>
            <a:spLocks noGrp="1"/>
          </p:cNvSpPr>
          <p:nvPr>
            <p:ph sz="quarter" idx="48"/>
          </p:nvPr>
        </p:nvSpPr>
        <p:spPr>
          <a:xfrm>
            <a:off x="4312920" y="1581120"/>
            <a:ext cx="356501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8">
            <a:extLst>
              <a:ext uri="{FF2B5EF4-FFF2-40B4-BE49-F238E27FC236}">
                <a16:creationId xmlns:a16="http://schemas.microsoft.com/office/drawing/2014/main" id="{87585128-5D68-C598-0925-8C7C53AFCA25}"/>
              </a:ext>
            </a:extLst>
          </p:cNvPr>
          <p:cNvSpPr>
            <a:spLocks noGrp="1"/>
          </p:cNvSpPr>
          <p:nvPr>
            <p:ph sz="quarter" idx="49"/>
          </p:nvPr>
        </p:nvSpPr>
        <p:spPr>
          <a:xfrm>
            <a:off x="8146414" y="1575795"/>
            <a:ext cx="356501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36558625"/>
      </p:ext>
    </p:extLst>
  </p:cSld>
  <p:clrMapOvr>
    <a:masterClrMapping/>
  </p:clrMapOvr>
  <p:extLst>
    <p:ext uri="{DCECCB84-F9BA-43D5-87BE-67443E8EF086}">
      <p15:sldGuideLst xmlns:p15="http://schemas.microsoft.com/office/powerpoint/2012/main">
        <p15:guide id="3" pos="4042">
          <p15:clr>
            <a:srgbClr val="FBAE40"/>
          </p15:clr>
        </p15:guide>
        <p15:guide id="4" pos="363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umn + Header">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6" name="Title 6">
            <a:extLst>
              <a:ext uri="{FF2B5EF4-FFF2-40B4-BE49-F238E27FC236}">
                <a16:creationId xmlns:a16="http://schemas.microsoft.com/office/drawing/2014/main" id="{255270A6-2437-3427-8FB9-5FD4BF09F07C}"/>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7" name="Title 6">
            <a:extLst>
              <a:ext uri="{FF2B5EF4-FFF2-40B4-BE49-F238E27FC236}">
                <a16:creationId xmlns:a16="http://schemas.microsoft.com/office/drawing/2014/main" id="{94B286CF-FB27-5B83-834A-5567AB301AC7}"/>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8" name="Text Placeholder 9">
            <a:extLst>
              <a:ext uri="{FF2B5EF4-FFF2-40B4-BE49-F238E27FC236}">
                <a16:creationId xmlns:a16="http://schemas.microsoft.com/office/drawing/2014/main" id="{DE0C00BA-B3BF-3104-3196-86E59D86D638}"/>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16" name="Text Placeholder 15">
            <a:extLst>
              <a:ext uri="{FF2B5EF4-FFF2-40B4-BE49-F238E27FC236}">
                <a16:creationId xmlns:a16="http://schemas.microsoft.com/office/drawing/2014/main" id="{9C8AC297-354C-C8D7-6FCD-91F493BBE4B6}"/>
              </a:ext>
            </a:extLst>
          </p:cNvPr>
          <p:cNvSpPr>
            <a:spLocks noGrp="1"/>
          </p:cNvSpPr>
          <p:nvPr>
            <p:ph type="body" sz="quarter" idx="48" hasCustomPrompt="1"/>
          </p:nvPr>
        </p:nvSpPr>
        <p:spPr>
          <a:xfrm>
            <a:off x="479425" y="1592617"/>
            <a:ext cx="3566160" cy="378226"/>
          </a:xfrm>
          <a:prstGeom prst="roundRect">
            <a:avLst/>
          </a:prstGeom>
          <a:solidFill>
            <a:srgbClr val="3366FF"/>
          </a:solidFill>
        </p:spPr>
        <p:txBody>
          <a:bodyPr anchor="ctr"/>
          <a:lstStyle>
            <a:lvl1pPr>
              <a:buNone/>
              <a:defRPr sz="1600" b="1">
                <a:solidFill>
                  <a:schemeClr val="tx1"/>
                </a:solidFill>
              </a:defRPr>
            </a:lvl1pPr>
          </a:lstStyle>
          <a:p>
            <a:pPr lvl="0"/>
            <a:r>
              <a:rPr lang="en-US"/>
              <a:t>Click to add text</a:t>
            </a:r>
          </a:p>
        </p:txBody>
      </p:sp>
      <p:sp>
        <p:nvSpPr>
          <p:cNvPr id="17" name="Text Placeholder 15">
            <a:extLst>
              <a:ext uri="{FF2B5EF4-FFF2-40B4-BE49-F238E27FC236}">
                <a16:creationId xmlns:a16="http://schemas.microsoft.com/office/drawing/2014/main" id="{6E638089-72C4-F171-C0FB-E14F56B5D7E3}"/>
              </a:ext>
            </a:extLst>
          </p:cNvPr>
          <p:cNvSpPr>
            <a:spLocks noGrp="1"/>
          </p:cNvSpPr>
          <p:nvPr>
            <p:ph type="body" sz="quarter" idx="49" hasCustomPrompt="1"/>
          </p:nvPr>
        </p:nvSpPr>
        <p:spPr>
          <a:xfrm>
            <a:off x="4312920" y="1592617"/>
            <a:ext cx="3566160" cy="378226"/>
          </a:xfrm>
          <a:prstGeom prst="roundRect">
            <a:avLst/>
          </a:prstGeom>
          <a:solidFill>
            <a:srgbClr val="3366FF"/>
          </a:solidFill>
        </p:spPr>
        <p:txBody>
          <a:bodyPr anchor="ctr"/>
          <a:lstStyle>
            <a:lvl1pPr>
              <a:buNone/>
              <a:defRPr sz="1600" b="1">
                <a:solidFill>
                  <a:schemeClr val="tx1"/>
                </a:solidFill>
              </a:defRPr>
            </a:lvl1pPr>
          </a:lstStyle>
          <a:p>
            <a:pPr lvl="0"/>
            <a:r>
              <a:rPr lang="en-US"/>
              <a:t>Click to add text</a:t>
            </a:r>
          </a:p>
        </p:txBody>
      </p:sp>
      <p:sp>
        <p:nvSpPr>
          <p:cNvPr id="18" name="Text Placeholder 15">
            <a:extLst>
              <a:ext uri="{FF2B5EF4-FFF2-40B4-BE49-F238E27FC236}">
                <a16:creationId xmlns:a16="http://schemas.microsoft.com/office/drawing/2014/main" id="{1DC62695-5A13-3085-E2FE-E9077D2D3D33}"/>
              </a:ext>
            </a:extLst>
          </p:cNvPr>
          <p:cNvSpPr>
            <a:spLocks noGrp="1"/>
          </p:cNvSpPr>
          <p:nvPr>
            <p:ph type="body" sz="quarter" idx="50" hasCustomPrompt="1"/>
          </p:nvPr>
        </p:nvSpPr>
        <p:spPr>
          <a:xfrm>
            <a:off x="8146414" y="1592617"/>
            <a:ext cx="3566160" cy="378226"/>
          </a:xfrm>
          <a:prstGeom prst="roundRect">
            <a:avLst/>
          </a:prstGeom>
          <a:solidFill>
            <a:srgbClr val="3366FF"/>
          </a:solidFill>
        </p:spPr>
        <p:txBody>
          <a:bodyPr anchor="ctr"/>
          <a:lstStyle>
            <a:lvl1pPr>
              <a:buNone/>
              <a:defRPr sz="1600" b="1">
                <a:solidFill>
                  <a:schemeClr val="tx1"/>
                </a:solidFill>
              </a:defRPr>
            </a:lvl1pPr>
          </a:lstStyle>
          <a:p>
            <a:pPr lvl="0"/>
            <a:r>
              <a:rPr lang="en-US"/>
              <a:t>Click to add text</a:t>
            </a:r>
          </a:p>
        </p:txBody>
      </p:sp>
      <p:pic>
        <p:nvPicPr>
          <p:cNvPr id="10" name="Graphic 9">
            <a:extLst>
              <a:ext uri="{FF2B5EF4-FFF2-40B4-BE49-F238E27FC236}">
                <a16:creationId xmlns:a16="http://schemas.microsoft.com/office/drawing/2014/main" id="{888F7A83-1A7F-E477-D00A-F6A07B62969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11" name="Footer Placeholder 4">
            <a:extLst>
              <a:ext uri="{FF2B5EF4-FFF2-40B4-BE49-F238E27FC236}">
                <a16:creationId xmlns:a16="http://schemas.microsoft.com/office/drawing/2014/main" id="{07BA689D-A3C5-D38A-E090-9891922A4E42}"/>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13" name="Content Placeholder 25">
            <a:extLst>
              <a:ext uri="{FF2B5EF4-FFF2-40B4-BE49-F238E27FC236}">
                <a16:creationId xmlns:a16="http://schemas.microsoft.com/office/drawing/2014/main" id="{11D56EF9-3928-7814-07FE-9E78DC5E8835}"/>
              </a:ext>
            </a:extLst>
          </p:cNvPr>
          <p:cNvSpPr>
            <a:spLocks noGrp="1"/>
          </p:cNvSpPr>
          <p:nvPr>
            <p:ph sz="quarter" idx="52"/>
          </p:nvPr>
        </p:nvSpPr>
        <p:spPr>
          <a:xfrm>
            <a:off x="479426" y="2183907"/>
            <a:ext cx="3567600" cy="3816000"/>
          </a:xfrm>
          <a:prstGeom prst="roundRect">
            <a:avLst>
              <a:gd name="adj" fmla="val 2431"/>
            </a:avLst>
          </a:prstGeom>
          <a:solidFill>
            <a:schemeClr val="tx1">
              <a:alpha val="70000"/>
            </a:schemeClr>
          </a:solidFill>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25">
            <a:extLst>
              <a:ext uri="{FF2B5EF4-FFF2-40B4-BE49-F238E27FC236}">
                <a16:creationId xmlns:a16="http://schemas.microsoft.com/office/drawing/2014/main" id="{620F5D7B-39B7-9ECF-6B27-FF0961557775}"/>
              </a:ext>
            </a:extLst>
          </p:cNvPr>
          <p:cNvSpPr>
            <a:spLocks noGrp="1"/>
          </p:cNvSpPr>
          <p:nvPr>
            <p:ph sz="quarter" idx="53"/>
          </p:nvPr>
        </p:nvSpPr>
        <p:spPr>
          <a:xfrm>
            <a:off x="4312920" y="2183907"/>
            <a:ext cx="3567600" cy="3816000"/>
          </a:xfrm>
          <a:prstGeom prst="roundRect">
            <a:avLst>
              <a:gd name="adj" fmla="val 2431"/>
            </a:avLst>
          </a:prstGeom>
          <a:solidFill>
            <a:schemeClr val="tx1">
              <a:alpha val="70000"/>
            </a:schemeClr>
          </a:solidFill>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5">
            <a:extLst>
              <a:ext uri="{FF2B5EF4-FFF2-40B4-BE49-F238E27FC236}">
                <a16:creationId xmlns:a16="http://schemas.microsoft.com/office/drawing/2014/main" id="{1E43EB01-C6B2-7723-44E5-04C1A490C6CC}"/>
              </a:ext>
            </a:extLst>
          </p:cNvPr>
          <p:cNvSpPr>
            <a:spLocks noGrp="1"/>
          </p:cNvSpPr>
          <p:nvPr>
            <p:ph sz="quarter" idx="54"/>
          </p:nvPr>
        </p:nvSpPr>
        <p:spPr>
          <a:xfrm>
            <a:off x="8146414" y="2183907"/>
            <a:ext cx="3567600" cy="3816000"/>
          </a:xfrm>
          <a:prstGeom prst="roundRect">
            <a:avLst>
              <a:gd name="adj" fmla="val 2431"/>
            </a:avLst>
          </a:prstGeom>
          <a:solidFill>
            <a:schemeClr val="tx1">
              <a:alpha val="70000"/>
            </a:schemeClr>
          </a:solidFill>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50943341"/>
      </p:ext>
    </p:extLst>
  </p:cSld>
  <p:clrMapOvr>
    <a:masterClrMapping/>
  </p:clrMapOvr>
  <p:extLst>
    <p:ext uri="{DCECCB84-F9BA-43D5-87BE-67443E8EF086}">
      <p15:sldGuideLst xmlns:p15="http://schemas.microsoft.com/office/powerpoint/2012/main">
        <p15:guide id="3" pos="4042">
          <p15:clr>
            <a:srgbClr val="FBAE40"/>
          </p15:clr>
        </p15:guide>
        <p15:guide id="4" pos="363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 - 1/3">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6" name="Title 6">
            <a:extLst>
              <a:ext uri="{FF2B5EF4-FFF2-40B4-BE49-F238E27FC236}">
                <a16:creationId xmlns:a16="http://schemas.microsoft.com/office/drawing/2014/main" id="{255270A6-2437-3427-8FB9-5FD4BF09F07C}"/>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7" name="Title 6">
            <a:extLst>
              <a:ext uri="{FF2B5EF4-FFF2-40B4-BE49-F238E27FC236}">
                <a16:creationId xmlns:a16="http://schemas.microsoft.com/office/drawing/2014/main" id="{94B286CF-FB27-5B83-834A-5567AB301AC7}"/>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8" name="Text Placeholder 9">
            <a:extLst>
              <a:ext uri="{FF2B5EF4-FFF2-40B4-BE49-F238E27FC236}">
                <a16:creationId xmlns:a16="http://schemas.microsoft.com/office/drawing/2014/main" id="{DE0C00BA-B3BF-3104-3196-86E59D86D638}"/>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4" name="Graphic 3">
            <a:extLst>
              <a:ext uri="{FF2B5EF4-FFF2-40B4-BE49-F238E27FC236}">
                <a16:creationId xmlns:a16="http://schemas.microsoft.com/office/drawing/2014/main" id="{35B43BE9-CBFF-3BBD-17C6-8EA3985B7E9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DACE19E1-3750-0FB7-FE44-942F86011EF9}"/>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5" name="Content Placeholder 15">
            <a:extLst>
              <a:ext uri="{FF2B5EF4-FFF2-40B4-BE49-F238E27FC236}">
                <a16:creationId xmlns:a16="http://schemas.microsoft.com/office/drawing/2014/main" id="{6E912BD5-1031-31E2-5A84-F42A144295CD}"/>
              </a:ext>
            </a:extLst>
          </p:cNvPr>
          <p:cNvSpPr>
            <a:spLocks noGrp="1"/>
          </p:cNvSpPr>
          <p:nvPr>
            <p:ph sz="quarter" idx="46"/>
          </p:nvPr>
        </p:nvSpPr>
        <p:spPr>
          <a:xfrm>
            <a:off x="479426" y="1575004"/>
            <a:ext cx="3566155" cy="44299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15">
            <a:extLst>
              <a:ext uri="{FF2B5EF4-FFF2-40B4-BE49-F238E27FC236}">
                <a16:creationId xmlns:a16="http://schemas.microsoft.com/office/drawing/2014/main" id="{E99FC257-DF02-91C6-9584-88F1DF0D6C46}"/>
              </a:ext>
            </a:extLst>
          </p:cNvPr>
          <p:cNvSpPr>
            <a:spLocks noGrp="1"/>
          </p:cNvSpPr>
          <p:nvPr>
            <p:ph sz="quarter" idx="47"/>
          </p:nvPr>
        </p:nvSpPr>
        <p:spPr>
          <a:xfrm>
            <a:off x="4312920" y="1575004"/>
            <a:ext cx="7399650" cy="44299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62129854"/>
      </p:ext>
    </p:extLst>
  </p:cSld>
  <p:clrMapOvr>
    <a:masterClrMapping/>
  </p:clrMapOvr>
  <p:extLst>
    <p:ext uri="{DCECCB84-F9BA-43D5-87BE-67443E8EF086}">
      <p15:sldGuideLst xmlns:p15="http://schemas.microsoft.com/office/powerpoint/2012/main">
        <p15:guide id="3" pos="4042">
          <p15:clr>
            <a:srgbClr val="FBAE40"/>
          </p15:clr>
        </p15:guide>
        <p15:guide id="4" pos="363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6" name="Title 6">
            <a:extLst>
              <a:ext uri="{FF2B5EF4-FFF2-40B4-BE49-F238E27FC236}">
                <a16:creationId xmlns:a16="http://schemas.microsoft.com/office/drawing/2014/main" id="{255270A6-2437-3427-8FB9-5FD4BF09F07C}"/>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7" name="Title 6">
            <a:extLst>
              <a:ext uri="{FF2B5EF4-FFF2-40B4-BE49-F238E27FC236}">
                <a16:creationId xmlns:a16="http://schemas.microsoft.com/office/drawing/2014/main" id="{94B286CF-FB27-5B83-834A-5567AB301AC7}"/>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8" name="Text Placeholder 9">
            <a:extLst>
              <a:ext uri="{FF2B5EF4-FFF2-40B4-BE49-F238E27FC236}">
                <a16:creationId xmlns:a16="http://schemas.microsoft.com/office/drawing/2014/main" id="{DE0C00BA-B3BF-3104-3196-86E59D86D638}"/>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10" name="Graphic 9">
            <a:extLst>
              <a:ext uri="{FF2B5EF4-FFF2-40B4-BE49-F238E27FC236}">
                <a16:creationId xmlns:a16="http://schemas.microsoft.com/office/drawing/2014/main" id="{1740F9AE-88D7-73BD-9431-1BA67CEB7C6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B515080E-4C5D-FF5C-98BC-8A65903775C4}"/>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11" name="Content Placeholder 15">
            <a:extLst>
              <a:ext uri="{FF2B5EF4-FFF2-40B4-BE49-F238E27FC236}">
                <a16:creationId xmlns:a16="http://schemas.microsoft.com/office/drawing/2014/main" id="{CE4A000C-684B-964A-9F59-68912E014688}"/>
              </a:ext>
            </a:extLst>
          </p:cNvPr>
          <p:cNvSpPr>
            <a:spLocks noGrp="1"/>
          </p:cNvSpPr>
          <p:nvPr>
            <p:ph sz="quarter" idx="46"/>
          </p:nvPr>
        </p:nvSpPr>
        <p:spPr>
          <a:xfrm>
            <a:off x="479427" y="1575004"/>
            <a:ext cx="2606038" cy="44299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15">
            <a:extLst>
              <a:ext uri="{FF2B5EF4-FFF2-40B4-BE49-F238E27FC236}">
                <a16:creationId xmlns:a16="http://schemas.microsoft.com/office/drawing/2014/main" id="{56CEE91B-7B9D-A709-6075-8243DCC25485}"/>
              </a:ext>
            </a:extLst>
          </p:cNvPr>
          <p:cNvSpPr>
            <a:spLocks noGrp="1"/>
          </p:cNvSpPr>
          <p:nvPr>
            <p:ph sz="quarter" idx="47"/>
          </p:nvPr>
        </p:nvSpPr>
        <p:spPr>
          <a:xfrm>
            <a:off x="3355128" y="1575004"/>
            <a:ext cx="2606038" cy="44299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5">
            <a:extLst>
              <a:ext uri="{FF2B5EF4-FFF2-40B4-BE49-F238E27FC236}">
                <a16:creationId xmlns:a16="http://schemas.microsoft.com/office/drawing/2014/main" id="{0A71B47A-B30E-612E-A57B-E0A3EA565BC9}"/>
              </a:ext>
            </a:extLst>
          </p:cNvPr>
          <p:cNvSpPr>
            <a:spLocks noGrp="1"/>
          </p:cNvSpPr>
          <p:nvPr>
            <p:ph sz="quarter" idx="48"/>
          </p:nvPr>
        </p:nvSpPr>
        <p:spPr>
          <a:xfrm>
            <a:off x="6230831" y="1575004"/>
            <a:ext cx="2606038" cy="44299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15">
            <a:extLst>
              <a:ext uri="{FF2B5EF4-FFF2-40B4-BE49-F238E27FC236}">
                <a16:creationId xmlns:a16="http://schemas.microsoft.com/office/drawing/2014/main" id="{62F788D5-C913-5713-7FF9-9843E6DE6B10}"/>
              </a:ext>
            </a:extLst>
          </p:cNvPr>
          <p:cNvSpPr>
            <a:spLocks noGrp="1"/>
          </p:cNvSpPr>
          <p:nvPr>
            <p:ph sz="quarter" idx="49"/>
          </p:nvPr>
        </p:nvSpPr>
        <p:spPr>
          <a:xfrm>
            <a:off x="9106534" y="1575004"/>
            <a:ext cx="2606038" cy="44299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13551780"/>
      </p:ext>
    </p:extLst>
  </p:cSld>
  <p:clrMapOvr>
    <a:masterClrMapping/>
  </p:clrMapOvr>
  <p:extLst>
    <p:ext uri="{DCECCB84-F9BA-43D5-87BE-67443E8EF086}">
      <p15:sldGuideLst xmlns:p15="http://schemas.microsoft.com/office/powerpoint/2012/main">
        <p15:guide id="3" pos="4042">
          <p15:clr>
            <a:srgbClr val="FBAE40"/>
          </p15:clr>
        </p15:guide>
        <p15:guide id="4" pos="363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x2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5" name="Title 6">
            <a:extLst>
              <a:ext uri="{FF2B5EF4-FFF2-40B4-BE49-F238E27FC236}">
                <a16:creationId xmlns:a16="http://schemas.microsoft.com/office/drawing/2014/main" id="{CA39D3FE-10D9-E794-C8DC-0EFF218D8517}"/>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0" name="Title 6">
            <a:extLst>
              <a:ext uri="{FF2B5EF4-FFF2-40B4-BE49-F238E27FC236}">
                <a16:creationId xmlns:a16="http://schemas.microsoft.com/office/drawing/2014/main" id="{0D98CC1B-07B7-9277-BE28-665135EC1DE4}"/>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1" name="Text Placeholder 9">
            <a:extLst>
              <a:ext uri="{FF2B5EF4-FFF2-40B4-BE49-F238E27FC236}">
                <a16:creationId xmlns:a16="http://schemas.microsoft.com/office/drawing/2014/main" id="{B79BA4CE-6147-8056-4E26-76A644AF3139}"/>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8" name="Graphic 7">
            <a:extLst>
              <a:ext uri="{FF2B5EF4-FFF2-40B4-BE49-F238E27FC236}">
                <a16:creationId xmlns:a16="http://schemas.microsoft.com/office/drawing/2014/main" id="{CAAB5CA7-C9A7-2E7F-AFFB-9924AC13CC7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1F99B036-C1E9-F7B0-A972-FD06DFE248FB}"/>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4" name="Content Placeholder 20">
            <a:extLst>
              <a:ext uri="{FF2B5EF4-FFF2-40B4-BE49-F238E27FC236}">
                <a16:creationId xmlns:a16="http://schemas.microsoft.com/office/drawing/2014/main" id="{0819AFC7-940C-9407-BDCF-6F9BEA6F1F5C}"/>
              </a:ext>
            </a:extLst>
          </p:cNvPr>
          <p:cNvSpPr>
            <a:spLocks noGrp="1"/>
          </p:cNvSpPr>
          <p:nvPr>
            <p:ph sz="quarter" idx="45"/>
          </p:nvPr>
        </p:nvSpPr>
        <p:spPr>
          <a:xfrm>
            <a:off x="479426" y="1745198"/>
            <a:ext cx="54756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0">
            <a:extLst>
              <a:ext uri="{FF2B5EF4-FFF2-40B4-BE49-F238E27FC236}">
                <a16:creationId xmlns:a16="http://schemas.microsoft.com/office/drawing/2014/main" id="{261D84A1-9FDD-74FD-29EB-B784E1877DF2}"/>
              </a:ext>
            </a:extLst>
          </p:cNvPr>
          <p:cNvSpPr>
            <a:spLocks noGrp="1"/>
          </p:cNvSpPr>
          <p:nvPr>
            <p:ph sz="quarter" idx="46"/>
          </p:nvPr>
        </p:nvSpPr>
        <p:spPr>
          <a:xfrm>
            <a:off x="6238874" y="1745198"/>
            <a:ext cx="54756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0">
            <a:extLst>
              <a:ext uri="{FF2B5EF4-FFF2-40B4-BE49-F238E27FC236}">
                <a16:creationId xmlns:a16="http://schemas.microsoft.com/office/drawing/2014/main" id="{EA2701DE-64D3-9FBD-A8A5-507FC111BBF3}"/>
              </a:ext>
            </a:extLst>
          </p:cNvPr>
          <p:cNvSpPr>
            <a:spLocks noGrp="1"/>
          </p:cNvSpPr>
          <p:nvPr>
            <p:ph sz="quarter" idx="47"/>
          </p:nvPr>
        </p:nvSpPr>
        <p:spPr>
          <a:xfrm>
            <a:off x="479426" y="3993722"/>
            <a:ext cx="54756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0">
            <a:extLst>
              <a:ext uri="{FF2B5EF4-FFF2-40B4-BE49-F238E27FC236}">
                <a16:creationId xmlns:a16="http://schemas.microsoft.com/office/drawing/2014/main" id="{1C5439EE-6A2F-F06D-7945-194660BF3054}"/>
              </a:ext>
            </a:extLst>
          </p:cNvPr>
          <p:cNvSpPr>
            <a:spLocks noGrp="1"/>
          </p:cNvSpPr>
          <p:nvPr>
            <p:ph sz="quarter" idx="48"/>
          </p:nvPr>
        </p:nvSpPr>
        <p:spPr>
          <a:xfrm>
            <a:off x="6238874" y="3993722"/>
            <a:ext cx="54756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66298480"/>
      </p:ext>
    </p:extLst>
  </p:cSld>
  <p:clrMapOvr>
    <a:masterClrMapping/>
  </p:clrMapOvr>
  <p:extLst>
    <p:ext uri="{DCECCB84-F9BA-43D5-87BE-67443E8EF086}">
      <p15:sldGuideLst xmlns:p15="http://schemas.microsoft.com/office/powerpoint/2012/main">
        <p15:guide id="5" pos="4042">
          <p15:clr>
            <a:srgbClr val="FBAE40"/>
          </p15:clr>
        </p15:guide>
        <p15:guide id="6" pos="3638">
          <p15:clr>
            <a:srgbClr val="FBAE40"/>
          </p15:clr>
        </p15:guide>
        <p15:guide id="7" orient="horz" pos="2368">
          <p15:clr>
            <a:srgbClr val="FBAE40"/>
          </p15:clr>
        </p15:guide>
        <p15:guide id="8" orient="horz" pos="2653">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x2 Colum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5" name="Title 6">
            <a:extLst>
              <a:ext uri="{FF2B5EF4-FFF2-40B4-BE49-F238E27FC236}">
                <a16:creationId xmlns:a16="http://schemas.microsoft.com/office/drawing/2014/main" id="{84687738-C105-5AF8-54F4-53CD7D21CA45}"/>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6" name="Title 6">
            <a:extLst>
              <a:ext uri="{FF2B5EF4-FFF2-40B4-BE49-F238E27FC236}">
                <a16:creationId xmlns:a16="http://schemas.microsoft.com/office/drawing/2014/main" id="{F08F6B43-CC43-7A77-88C7-AA9CFB8A6484}"/>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7" name="Text Placeholder 9">
            <a:extLst>
              <a:ext uri="{FF2B5EF4-FFF2-40B4-BE49-F238E27FC236}">
                <a16:creationId xmlns:a16="http://schemas.microsoft.com/office/drawing/2014/main" id="{4644954B-B8F8-3FA2-F7D3-AF690B68FCAF}"/>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4" name="Graphic 3">
            <a:extLst>
              <a:ext uri="{FF2B5EF4-FFF2-40B4-BE49-F238E27FC236}">
                <a16:creationId xmlns:a16="http://schemas.microsoft.com/office/drawing/2014/main" id="{F621FA0E-B617-81F1-0F4C-95976026559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0753AA52-F7DB-86D1-3CFB-394DAD0B83FA}"/>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8" name="Content Placeholder 24">
            <a:extLst>
              <a:ext uri="{FF2B5EF4-FFF2-40B4-BE49-F238E27FC236}">
                <a16:creationId xmlns:a16="http://schemas.microsoft.com/office/drawing/2014/main" id="{F27C0CAD-5B7A-B042-9CEF-166FA45ED05A}"/>
              </a:ext>
            </a:extLst>
          </p:cNvPr>
          <p:cNvSpPr>
            <a:spLocks noGrp="1"/>
          </p:cNvSpPr>
          <p:nvPr>
            <p:ph sz="quarter" idx="45"/>
          </p:nvPr>
        </p:nvSpPr>
        <p:spPr>
          <a:xfrm>
            <a:off x="479426" y="1745198"/>
            <a:ext cx="35784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4">
            <a:extLst>
              <a:ext uri="{FF2B5EF4-FFF2-40B4-BE49-F238E27FC236}">
                <a16:creationId xmlns:a16="http://schemas.microsoft.com/office/drawing/2014/main" id="{4E07BE59-2A44-FB24-4928-DCC4EA4F8038}"/>
              </a:ext>
            </a:extLst>
          </p:cNvPr>
          <p:cNvSpPr>
            <a:spLocks noGrp="1"/>
          </p:cNvSpPr>
          <p:nvPr>
            <p:ph sz="quarter" idx="46"/>
          </p:nvPr>
        </p:nvSpPr>
        <p:spPr>
          <a:xfrm>
            <a:off x="4306886" y="1745198"/>
            <a:ext cx="35784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24">
            <a:extLst>
              <a:ext uri="{FF2B5EF4-FFF2-40B4-BE49-F238E27FC236}">
                <a16:creationId xmlns:a16="http://schemas.microsoft.com/office/drawing/2014/main" id="{2A1EB50D-0A1A-D8FA-F8ED-61984D58E4C5}"/>
              </a:ext>
            </a:extLst>
          </p:cNvPr>
          <p:cNvSpPr>
            <a:spLocks noGrp="1"/>
          </p:cNvSpPr>
          <p:nvPr>
            <p:ph sz="quarter" idx="47"/>
          </p:nvPr>
        </p:nvSpPr>
        <p:spPr>
          <a:xfrm>
            <a:off x="8134348" y="1745198"/>
            <a:ext cx="35784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24">
            <a:extLst>
              <a:ext uri="{FF2B5EF4-FFF2-40B4-BE49-F238E27FC236}">
                <a16:creationId xmlns:a16="http://schemas.microsoft.com/office/drawing/2014/main" id="{26DD76DC-0148-B1C0-9752-0CE84297BD72}"/>
              </a:ext>
            </a:extLst>
          </p:cNvPr>
          <p:cNvSpPr>
            <a:spLocks noGrp="1"/>
          </p:cNvSpPr>
          <p:nvPr>
            <p:ph sz="quarter" idx="48"/>
          </p:nvPr>
        </p:nvSpPr>
        <p:spPr>
          <a:xfrm>
            <a:off x="479426" y="3993722"/>
            <a:ext cx="35784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4">
            <a:extLst>
              <a:ext uri="{FF2B5EF4-FFF2-40B4-BE49-F238E27FC236}">
                <a16:creationId xmlns:a16="http://schemas.microsoft.com/office/drawing/2014/main" id="{BC23B231-A8CF-D12E-6912-6E37F6654F22}"/>
              </a:ext>
            </a:extLst>
          </p:cNvPr>
          <p:cNvSpPr>
            <a:spLocks noGrp="1"/>
          </p:cNvSpPr>
          <p:nvPr>
            <p:ph sz="quarter" idx="49"/>
          </p:nvPr>
        </p:nvSpPr>
        <p:spPr>
          <a:xfrm>
            <a:off x="4306886" y="3993722"/>
            <a:ext cx="35784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4">
            <a:extLst>
              <a:ext uri="{FF2B5EF4-FFF2-40B4-BE49-F238E27FC236}">
                <a16:creationId xmlns:a16="http://schemas.microsoft.com/office/drawing/2014/main" id="{80CDB73F-E5D9-290C-5418-B1CEBAFA1AC9}"/>
              </a:ext>
            </a:extLst>
          </p:cNvPr>
          <p:cNvSpPr>
            <a:spLocks noGrp="1"/>
          </p:cNvSpPr>
          <p:nvPr>
            <p:ph sz="quarter" idx="50"/>
          </p:nvPr>
        </p:nvSpPr>
        <p:spPr>
          <a:xfrm>
            <a:off x="8134348" y="3993722"/>
            <a:ext cx="3578400" cy="19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97494904"/>
      </p:ext>
    </p:extLst>
  </p:cSld>
  <p:clrMapOvr>
    <a:masterClrMapping/>
  </p:clrMapOvr>
  <p:extLst>
    <p:ext uri="{DCECCB84-F9BA-43D5-87BE-67443E8EF086}">
      <p15:sldGuideLst xmlns:p15="http://schemas.microsoft.com/office/powerpoint/2012/main">
        <p15:guide id="2" pos="5290">
          <p15:clr>
            <a:srgbClr val="FBAE40"/>
          </p15:clr>
        </p15:guide>
        <p15:guide id="3" pos="2400">
          <p15:clr>
            <a:srgbClr val="FBAE40"/>
          </p15:clr>
        </p15:guide>
        <p15:guide id="4" pos="2800">
          <p15:clr>
            <a:srgbClr val="FBAE40"/>
          </p15:clr>
        </p15:guide>
        <p15:guide id="7" pos="4906">
          <p15:clr>
            <a:srgbClr val="FBAE40"/>
          </p15:clr>
        </p15:guide>
        <p15:guide id="8" orient="horz" pos="2455">
          <p15:clr>
            <a:srgbClr val="FBAE40"/>
          </p15:clr>
        </p15:guide>
        <p15:guide id="9" orient="horz" pos="257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 Row">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5" name="Title 6">
            <a:extLst>
              <a:ext uri="{FF2B5EF4-FFF2-40B4-BE49-F238E27FC236}">
                <a16:creationId xmlns:a16="http://schemas.microsoft.com/office/drawing/2014/main" id="{84687738-C105-5AF8-54F4-53CD7D21CA45}"/>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6" name="Title 6">
            <a:extLst>
              <a:ext uri="{FF2B5EF4-FFF2-40B4-BE49-F238E27FC236}">
                <a16:creationId xmlns:a16="http://schemas.microsoft.com/office/drawing/2014/main" id="{F08F6B43-CC43-7A77-88C7-AA9CFB8A6484}"/>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7" name="Text Placeholder 9">
            <a:extLst>
              <a:ext uri="{FF2B5EF4-FFF2-40B4-BE49-F238E27FC236}">
                <a16:creationId xmlns:a16="http://schemas.microsoft.com/office/drawing/2014/main" id="{4644954B-B8F8-3FA2-F7D3-AF690B68FCAF}"/>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4" name="Text Placeholder 10">
            <a:extLst>
              <a:ext uri="{FF2B5EF4-FFF2-40B4-BE49-F238E27FC236}">
                <a16:creationId xmlns:a16="http://schemas.microsoft.com/office/drawing/2014/main" id="{2F55E5C7-63DA-6A54-7FA9-90010E27F86F}"/>
              </a:ext>
            </a:extLst>
          </p:cNvPr>
          <p:cNvSpPr>
            <a:spLocks noGrp="1"/>
          </p:cNvSpPr>
          <p:nvPr>
            <p:ph type="body" sz="quarter" idx="33" hasCustomPrompt="1"/>
          </p:nvPr>
        </p:nvSpPr>
        <p:spPr>
          <a:xfrm>
            <a:off x="1149303" y="1745198"/>
            <a:ext cx="10515600" cy="640080"/>
          </a:xfrm>
          <a:prstGeom prst="rect">
            <a:avLst/>
          </a:prstGeom>
          <a:noFill/>
        </p:spPr>
        <p:txBody>
          <a:bodyPr lIns="25200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8" name="Text Placeholder 10">
            <a:extLst>
              <a:ext uri="{FF2B5EF4-FFF2-40B4-BE49-F238E27FC236}">
                <a16:creationId xmlns:a16="http://schemas.microsoft.com/office/drawing/2014/main" id="{B754A4EF-8ED9-E585-FB92-209FAE3D6571}"/>
              </a:ext>
            </a:extLst>
          </p:cNvPr>
          <p:cNvSpPr>
            <a:spLocks noGrp="1"/>
          </p:cNvSpPr>
          <p:nvPr>
            <p:ph type="body" sz="quarter" idx="36" hasCustomPrompt="1"/>
          </p:nvPr>
        </p:nvSpPr>
        <p:spPr>
          <a:xfrm>
            <a:off x="1149303" y="2648352"/>
            <a:ext cx="10515600" cy="640080"/>
          </a:xfrm>
          <a:prstGeom prst="rect">
            <a:avLst/>
          </a:prstGeom>
          <a:noFill/>
        </p:spPr>
        <p:txBody>
          <a:bodyPr lIns="25200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9" name="Text Placeholder 10">
            <a:extLst>
              <a:ext uri="{FF2B5EF4-FFF2-40B4-BE49-F238E27FC236}">
                <a16:creationId xmlns:a16="http://schemas.microsoft.com/office/drawing/2014/main" id="{A60CE0B1-29B1-75D9-C886-5D944AE8064A}"/>
              </a:ext>
            </a:extLst>
          </p:cNvPr>
          <p:cNvSpPr>
            <a:spLocks noGrp="1"/>
          </p:cNvSpPr>
          <p:nvPr>
            <p:ph type="body" sz="quarter" idx="37" hasCustomPrompt="1"/>
          </p:nvPr>
        </p:nvSpPr>
        <p:spPr>
          <a:xfrm>
            <a:off x="1149303" y="3551506"/>
            <a:ext cx="10515600" cy="640080"/>
          </a:xfrm>
          <a:prstGeom prst="rect">
            <a:avLst/>
          </a:prstGeom>
          <a:noFill/>
        </p:spPr>
        <p:txBody>
          <a:bodyPr lIns="25200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0" name="Text Placeholder 10">
            <a:extLst>
              <a:ext uri="{FF2B5EF4-FFF2-40B4-BE49-F238E27FC236}">
                <a16:creationId xmlns:a16="http://schemas.microsoft.com/office/drawing/2014/main" id="{44B43BA8-E54B-E2B1-69A9-CA972241CED0}"/>
              </a:ext>
            </a:extLst>
          </p:cNvPr>
          <p:cNvSpPr>
            <a:spLocks noGrp="1"/>
          </p:cNvSpPr>
          <p:nvPr>
            <p:ph type="body" sz="quarter" idx="38" hasCustomPrompt="1"/>
          </p:nvPr>
        </p:nvSpPr>
        <p:spPr>
          <a:xfrm>
            <a:off x="1149303" y="4454660"/>
            <a:ext cx="10515600" cy="640080"/>
          </a:xfrm>
          <a:prstGeom prst="rect">
            <a:avLst/>
          </a:prstGeom>
          <a:noFill/>
        </p:spPr>
        <p:txBody>
          <a:bodyPr lIns="25200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1" name="Picture Placeholder 5">
            <a:extLst>
              <a:ext uri="{FF2B5EF4-FFF2-40B4-BE49-F238E27FC236}">
                <a16:creationId xmlns:a16="http://schemas.microsoft.com/office/drawing/2014/main" id="{B4AD46B9-DFF9-3420-CD97-4E0CB38987FE}"/>
              </a:ext>
            </a:extLst>
          </p:cNvPr>
          <p:cNvSpPr>
            <a:spLocks noGrp="1"/>
          </p:cNvSpPr>
          <p:nvPr>
            <p:ph type="pic" sz="quarter" idx="39"/>
          </p:nvPr>
        </p:nvSpPr>
        <p:spPr>
          <a:xfrm>
            <a:off x="479425" y="1745198"/>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13" name="Picture Placeholder 5">
            <a:extLst>
              <a:ext uri="{FF2B5EF4-FFF2-40B4-BE49-F238E27FC236}">
                <a16:creationId xmlns:a16="http://schemas.microsoft.com/office/drawing/2014/main" id="{746DC808-B573-C345-4AFF-C8EAD3255117}"/>
              </a:ext>
            </a:extLst>
          </p:cNvPr>
          <p:cNvSpPr>
            <a:spLocks noGrp="1"/>
          </p:cNvSpPr>
          <p:nvPr>
            <p:ph type="pic" sz="quarter" idx="40"/>
          </p:nvPr>
        </p:nvSpPr>
        <p:spPr>
          <a:xfrm>
            <a:off x="479425" y="2648352"/>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20" name="Picture Placeholder 5">
            <a:extLst>
              <a:ext uri="{FF2B5EF4-FFF2-40B4-BE49-F238E27FC236}">
                <a16:creationId xmlns:a16="http://schemas.microsoft.com/office/drawing/2014/main" id="{9911EFCA-69AA-1925-169D-E465FA5EAD62}"/>
              </a:ext>
            </a:extLst>
          </p:cNvPr>
          <p:cNvSpPr>
            <a:spLocks noGrp="1"/>
          </p:cNvSpPr>
          <p:nvPr>
            <p:ph type="pic" sz="quarter" idx="41"/>
          </p:nvPr>
        </p:nvSpPr>
        <p:spPr>
          <a:xfrm>
            <a:off x="479425" y="3551506"/>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21" name="Picture Placeholder 5">
            <a:extLst>
              <a:ext uri="{FF2B5EF4-FFF2-40B4-BE49-F238E27FC236}">
                <a16:creationId xmlns:a16="http://schemas.microsoft.com/office/drawing/2014/main" id="{2D5ACAC4-BE2F-09C6-2B8C-D111EFAACBE8}"/>
              </a:ext>
            </a:extLst>
          </p:cNvPr>
          <p:cNvSpPr>
            <a:spLocks noGrp="1"/>
          </p:cNvSpPr>
          <p:nvPr>
            <p:ph type="pic" sz="quarter" idx="49"/>
          </p:nvPr>
        </p:nvSpPr>
        <p:spPr>
          <a:xfrm>
            <a:off x="479425" y="4454660"/>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22" name="Text Placeholder 10">
            <a:extLst>
              <a:ext uri="{FF2B5EF4-FFF2-40B4-BE49-F238E27FC236}">
                <a16:creationId xmlns:a16="http://schemas.microsoft.com/office/drawing/2014/main" id="{D1B7D8F3-8364-B494-8F1C-E016D308C08D}"/>
              </a:ext>
            </a:extLst>
          </p:cNvPr>
          <p:cNvSpPr>
            <a:spLocks noGrp="1"/>
          </p:cNvSpPr>
          <p:nvPr>
            <p:ph type="body" sz="quarter" idx="50" hasCustomPrompt="1"/>
          </p:nvPr>
        </p:nvSpPr>
        <p:spPr>
          <a:xfrm>
            <a:off x="1149303" y="5344803"/>
            <a:ext cx="10515600" cy="640080"/>
          </a:xfrm>
          <a:prstGeom prst="rect">
            <a:avLst/>
          </a:prstGeom>
          <a:noFill/>
        </p:spPr>
        <p:txBody>
          <a:bodyPr lIns="25200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3" name="Picture Placeholder 5">
            <a:extLst>
              <a:ext uri="{FF2B5EF4-FFF2-40B4-BE49-F238E27FC236}">
                <a16:creationId xmlns:a16="http://schemas.microsoft.com/office/drawing/2014/main" id="{90667A58-A093-DF35-2ED0-C59637BAE85E}"/>
              </a:ext>
            </a:extLst>
          </p:cNvPr>
          <p:cNvSpPr>
            <a:spLocks noGrp="1"/>
          </p:cNvSpPr>
          <p:nvPr>
            <p:ph type="pic" sz="quarter" idx="51"/>
          </p:nvPr>
        </p:nvSpPr>
        <p:spPr>
          <a:xfrm>
            <a:off x="479425" y="5344803"/>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pic>
        <p:nvPicPr>
          <p:cNvPr id="14" name="Graphic 13">
            <a:extLst>
              <a:ext uri="{FF2B5EF4-FFF2-40B4-BE49-F238E27FC236}">
                <a16:creationId xmlns:a16="http://schemas.microsoft.com/office/drawing/2014/main" id="{8CA19BBD-0BF6-8A6F-B5F3-F87BDD08CA6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80CE6B98-C13A-3307-8C46-4812CB1AC171}"/>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1158899690"/>
      </p:ext>
    </p:extLst>
  </p:cSld>
  <p:clrMapOvr>
    <a:masterClrMapping/>
  </p:clrMapOvr>
  <p:extLst>
    <p:ext uri="{DCECCB84-F9BA-43D5-87BE-67443E8EF086}">
      <p15:sldGuideLst xmlns:p15="http://schemas.microsoft.com/office/powerpoint/2012/main">
        <p15:guide id="2" pos="5290">
          <p15:clr>
            <a:srgbClr val="FBAE40"/>
          </p15:clr>
        </p15:guide>
        <p15:guide id="3" pos="2400">
          <p15:clr>
            <a:srgbClr val="FBAE40"/>
          </p15:clr>
        </p15:guide>
        <p15:guide id="4" pos="2800">
          <p15:clr>
            <a:srgbClr val="FBAE40"/>
          </p15:clr>
        </p15:guide>
        <p15:guide id="7" pos="4906">
          <p15:clr>
            <a:srgbClr val="FBAE40"/>
          </p15:clr>
        </p15:guide>
        <p15:guide id="8" orient="horz" pos="2455">
          <p15:clr>
            <a:srgbClr val="FBAE40"/>
          </p15:clr>
        </p15:guide>
        <p15:guide id="9" orient="horz" pos="257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 1 Column">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noRot="1" noMove="1" noResize="1" noEditPoints="1" noAdjustHandles="1" noChangeArrowheads="1" noChangeShapeType="1"/>
          </p:cNvSpPr>
          <p:nvPr>
            <p:ph type="pic" sz="quarter" idx="34" hasCustomPrompt="1"/>
          </p:nvPr>
        </p:nvSpPr>
        <p:spPr>
          <a:xfrm>
            <a:off x="1" y="0"/>
            <a:ext cx="5775324" cy="6858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rIns="0" anchor="b" anchorCtr="1">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6400150"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8" name="Text Placeholder 9">
            <a:extLst>
              <a:ext uri="{FF2B5EF4-FFF2-40B4-BE49-F238E27FC236}">
                <a16:creationId xmlns:a16="http://schemas.microsoft.com/office/drawing/2014/main" id="{0378AC6D-D9B4-3B38-4A33-E48654F29D08}"/>
              </a:ext>
            </a:extLst>
          </p:cNvPr>
          <p:cNvSpPr>
            <a:spLocks noGrp="1"/>
          </p:cNvSpPr>
          <p:nvPr>
            <p:ph type="body" sz="quarter" idx="44" hasCustomPrompt="1"/>
          </p:nvPr>
        </p:nvSpPr>
        <p:spPr>
          <a:xfrm>
            <a:off x="6400150" y="489600"/>
            <a:ext cx="5312423"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9" name="Title 6">
            <a:extLst>
              <a:ext uri="{FF2B5EF4-FFF2-40B4-BE49-F238E27FC236}">
                <a16:creationId xmlns:a16="http://schemas.microsoft.com/office/drawing/2014/main" id="{5C8C1648-9DA6-EA06-4F69-6C6C84A37BC1}"/>
              </a:ext>
            </a:extLst>
          </p:cNvPr>
          <p:cNvSpPr>
            <a:spLocks noGrp="1"/>
          </p:cNvSpPr>
          <p:nvPr>
            <p:ph type="title" hasCustomPrompt="1"/>
          </p:nvPr>
        </p:nvSpPr>
        <p:spPr>
          <a:xfrm>
            <a:off x="6400150" y="788705"/>
            <a:ext cx="5312423"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pic>
        <p:nvPicPr>
          <p:cNvPr id="5" name="Graphic 4">
            <a:extLst>
              <a:ext uri="{FF2B5EF4-FFF2-40B4-BE49-F238E27FC236}">
                <a16:creationId xmlns:a16="http://schemas.microsoft.com/office/drawing/2014/main" id="{3547A2F2-E7E2-3367-C99E-4A26F3A073A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4" name="Footer Placeholder 4">
            <a:extLst>
              <a:ext uri="{FF2B5EF4-FFF2-40B4-BE49-F238E27FC236}">
                <a16:creationId xmlns:a16="http://schemas.microsoft.com/office/drawing/2014/main" id="{ACD3A230-2B2D-5B4D-C889-1A26F81DBE3C}"/>
              </a:ext>
            </a:extLst>
          </p:cNvPr>
          <p:cNvSpPr>
            <a:spLocks noGrp="1"/>
          </p:cNvSpPr>
          <p:nvPr>
            <p:ph type="ftr" sz="quarter" idx="3"/>
          </p:nvPr>
        </p:nvSpPr>
        <p:spPr>
          <a:xfrm>
            <a:off x="6574507"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6" name="Content Placeholder 11">
            <a:extLst>
              <a:ext uri="{FF2B5EF4-FFF2-40B4-BE49-F238E27FC236}">
                <a16:creationId xmlns:a16="http://schemas.microsoft.com/office/drawing/2014/main" id="{F6541A6E-3A6A-9053-B08F-A1206A9A409D}"/>
              </a:ext>
            </a:extLst>
          </p:cNvPr>
          <p:cNvSpPr>
            <a:spLocks noGrp="1"/>
          </p:cNvSpPr>
          <p:nvPr>
            <p:ph sz="quarter" idx="47"/>
          </p:nvPr>
        </p:nvSpPr>
        <p:spPr>
          <a:xfrm>
            <a:off x="6400150" y="1575795"/>
            <a:ext cx="53136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98499618"/>
      </p:ext>
    </p:extLst>
  </p:cSld>
  <p:clrMapOvr>
    <a:masterClrMapping/>
  </p:clrMapOvr>
  <p:extLst>
    <p:ext uri="{DCECCB84-F9BA-43D5-87BE-67443E8EF086}">
      <p15:sldGuideLst xmlns:p15="http://schemas.microsoft.com/office/powerpoint/2012/main">
        <p15:guide id="3" pos="4042">
          <p15:clr>
            <a:srgbClr val="FBAE40"/>
          </p15:clr>
        </p15:guide>
        <p15:guide id="4" pos="363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E9FB36D-E3A5-0AF1-881C-3F2E087A2D5C}"/>
              </a:ext>
            </a:extLst>
          </p:cNvPr>
          <p:cNvSpPr>
            <a:spLocks noGrp="1" noRot="1" noMove="1" noResize="1" noEditPoints="1" noAdjustHandles="1" noChangeArrowheads="1" noChangeShapeType="1"/>
          </p:cNvSpPr>
          <p:nvPr>
            <p:ph type="pic" sz="quarter" idx="34" hasCustomPrompt="1"/>
          </p:nvPr>
        </p:nvSpPr>
        <p:spPr>
          <a:xfrm>
            <a:off x="6416675" y="0"/>
            <a:ext cx="5775325" cy="6858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rIns="0" anchor="b" anchorCtr="1">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4" name="Title 6">
            <a:extLst>
              <a:ext uri="{FF2B5EF4-FFF2-40B4-BE49-F238E27FC236}">
                <a16:creationId xmlns:a16="http://schemas.microsoft.com/office/drawing/2014/main" id="{5C9B03CD-0C0B-CB71-17EB-CABA42BC7283}"/>
              </a:ext>
            </a:extLst>
          </p:cNvPr>
          <p:cNvSpPr>
            <a:spLocks noGrp="1"/>
          </p:cNvSpPr>
          <p:nvPr>
            <p:ph type="title" hasCustomPrompt="1"/>
          </p:nvPr>
        </p:nvSpPr>
        <p:spPr>
          <a:xfrm>
            <a:off x="479426" y="788705"/>
            <a:ext cx="5294752"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6" name="Text Placeholder 9">
            <a:extLst>
              <a:ext uri="{FF2B5EF4-FFF2-40B4-BE49-F238E27FC236}">
                <a16:creationId xmlns:a16="http://schemas.microsoft.com/office/drawing/2014/main" id="{4E9823F9-3DB2-EB9A-E21F-1DF6D7938C0F}"/>
              </a:ext>
            </a:extLst>
          </p:cNvPr>
          <p:cNvSpPr>
            <a:spLocks noGrp="1"/>
          </p:cNvSpPr>
          <p:nvPr>
            <p:ph type="body" sz="quarter" idx="44" hasCustomPrompt="1"/>
          </p:nvPr>
        </p:nvSpPr>
        <p:spPr>
          <a:xfrm>
            <a:off x="479426" y="489600"/>
            <a:ext cx="5294752"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9" name="Text Placeholder 9">
            <a:extLst>
              <a:ext uri="{FF2B5EF4-FFF2-40B4-BE49-F238E27FC236}">
                <a16:creationId xmlns:a16="http://schemas.microsoft.com/office/drawing/2014/main" id="{77C278B8-A340-FCEF-30A9-B642711AA9EA}"/>
              </a:ext>
            </a:extLst>
          </p:cNvPr>
          <p:cNvSpPr>
            <a:spLocks noGrp="1" noChangeAspect="1"/>
          </p:cNvSpPr>
          <p:nvPr>
            <p:ph type="body" sz="quarter" idx="49"/>
          </p:nvPr>
        </p:nvSpPr>
        <p:spPr>
          <a:xfrm>
            <a:off x="10899797" y="6167885"/>
            <a:ext cx="829301" cy="290983"/>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3" name="Footer Placeholder 4">
            <a:extLst>
              <a:ext uri="{FF2B5EF4-FFF2-40B4-BE49-F238E27FC236}">
                <a16:creationId xmlns:a16="http://schemas.microsoft.com/office/drawing/2014/main" id="{A9E9F5CC-2B66-F480-4655-DBEB1133A7D3}"/>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5" name="Content Placeholder 11">
            <a:extLst>
              <a:ext uri="{FF2B5EF4-FFF2-40B4-BE49-F238E27FC236}">
                <a16:creationId xmlns:a16="http://schemas.microsoft.com/office/drawing/2014/main" id="{D1ECF9BA-2562-3942-2B2C-165C7BED2AFE}"/>
              </a:ext>
            </a:extLst>
          </p:cNvPr>
          <p:cNvSpPr>
            <a:spLocks noGrp="1"/>
          </p:cNvSpPr>
          <p:nvPr>
            <p:ph sz="quarter" idx="50"/>
          </p:nvPr>
        </p:nvSpPr>
        <p:spPr>
          <a:xfrm>
            <a:off x="479426" y="1575795"/>
            <a:ext cx="53136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86850532"/>
      </p:ext>
    </p:extLst>
  </p:cSld>
  <p:clrMapOvr>
    <a:masterClrMapping/>
  </p:clrMapOvr>
  <p:extLst>
    <p:ext uri="{DCECCB84-F9BA-43D5-87BE-67443E8EF086}">
      <p15:sldGuideLst xmlns:p15="http://schemas.microsoft.com/office/powerpoint/2012/main">
        <p15:guide id="3" pos="4042">
          <p15:clr>
            <a:srgbClr val="FBAE40"/>
          </p15:clr>
        </p15:guide>
        <p15:guide id="4" pos="363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 Imag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3" name="Picture Placeholder 10">
            <a:extLst>
              <a:ext uri="{FF2B5EF4-FFF2-40B4-BE49-F238E27FC236}">
                <a16:creationId xmlns:a16="http://schemas.microsoft.com/office/drawing/2014/main" id="{C7ADBC06-D63E-19EF-F755-3F81BF68C253}"/>
              </a:ext>
            </a:extLst>
          </p:cNvPr>
          <p:cNvSpPr>
            <a:spLocks noGrp="1" noRot="1" noMove="1" noResize="1" noEditPoints="1" noAdjustHandles="1" noChangeArrowheads="1" noChangeShapeType="1"/>
          </p:cNvSpPr>
          <p:nvPr>
            <p:ph type="pic" sz="quarter" idx="34" hasCustomPrompt="1"/>
          </p:nvPr>
        </p:nvSpPr>
        <p:spPr>
          <a:xfrm>
            <a:off x="8397875" y="0"/>
            <a:ext cx="3794125" cy="6858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rIns="0" anchor="b" anchorCtr="1">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10" name="Title 6">
            <a:extLst>
              <a:ext uri="{FF2B5EF4-FFF2-40B4-BE49-F238E27FC236}">
                <a16:creationId xmlns:a16="http://schemas.microsoft.com/office/drawing/2014/main" id="{868FEC66-65F1-7920-5F27-F3A6A0954491}"/>
              </a:ext>
            </a:extLst>
          </p:cNvPr>
          <p:cNvSpPr>
            <a:spLocks noGrp="1"/>
          </p:cNvSpPr>
          <p:nvPr>
            <p:ph type="title" hasCustomPrompt="1"/>
          </p:nvPr>
        </p:nvSpPr>
        <p:spPr>
          <a:xfrm>
            <a:off x="479426" y="788705"/>
            <a:ext cx="7325374"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2" name="Text Placeholder 9">
            <a:extLst>
              <a:ext uri="{FF2B5EF4-FFF2-40B4-BE49-F238E27FC236}">
                <a16:creationId xmlns:a16="http://schemas.microsoft.com/office/drawing/2014/main" id="{92980D6D-27F6-7C0C-3AA5-3578159C72F1}"/>
              </a:ext>
            </a:extLst>
          </p:cNvPr>
          <p:cNvSpPr>
            <a:spLocks noGrp="1"/>
          </p:cNvSpPr>
          <p:nvPr>
            <p:ph type="body" sz="quarter" idx="44" hasCustomPrompt="1"/>
          </p:nvPr>
        </p:nvSpPr>
        <p:spPr>
          <a:xfrm>
            <a:off x="479426" y="489600"/>
            <a:ext cx="7325374"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4" name="Text Placeholder 9">
            <a:extLst>
              <a:ext uri="{FF2B5EF4-FFF2-40B4-BE49-F238E27FC236}">
                <a16:creationId xmlns:a16="http://schemas.microsoft.com/office/drawing/2014/main" id="{5E7883A6-CDCE-ADDA-98D5-4EE6DB98727A}"/>
              </a:ext>
            </a:extLst>
          </p:cNvPr>
          <p:cNvSpPr>
            <a:spLocks noGrp="1" noChangeAspect="1"/>
          </p:cNvSpPr>
          <p:nvPr>
            <p:ph type="body" sz="quarter" idx="49"/>
          </p:nvPr>
        </p:nvSpPr>
        <p:spPr>
          <a:xfrm>
            <a:off x="10899797" y="6167885"/>
            <a:ext cx="829301" cy="290983"/>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5" name="Footer Placeholder 4">
            <a:extLst>
              <a:ext uri="{FF2B5EF4-FFF2-40B4-BE49-F238E27FC236}">
                <a16:creationId xmlns:a16="http://schemas.microsoft.com/office/drawing/2014/main" id="{197952A2-BDD7-8399-BEF9-14F548EE4E32}"/>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6" name="Content Placeholder 10">
            <a:extLst>
              <a:ext uri="{FF2B5EF4-FFF2-40B4-BE49-F238E27FC236}">
                <a16:creationId xmlns:a16="http://schemas.microsoft.com/office/drawing/2014/main" id="{D7E6A368-7388-CF82-1E97-D603324D2AE3}"/>
              </a:ext>
            </a:extLst>
          </p:cNvPr>
          <p:cNvSpPr>
            <a:spLocks noGrp="1"/>
          </p:cNvSpPr>
          <p:nvPr>
            <p:ph sz="quarter" idx="50"/>
          </p:nvPr>
        </p:nvSpPr>
        <p:spPr>
          <a:xfrm>
            <a:off x="479426" y="1575795"/>
            <a:ext cx="34740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10">
            <a:extLst>
              <a:ext uri="{FF2B5EF4-FFF2-40B4-BE49-F238E27FC236}">
                <a16:creationId xmlns:a16="http://schemas.microsoft.com/office/drawing/2014/main" id="{45753BAE-A98F-7D47-3F56-5CEA4B300212}"/>
              </a:ext>
            </a:extLst>
          </p:cNvPr>
          <p:cNvSpPr>
            <a:spLocks noGrp="1"/>
          </p:cNvSpPr>
          <p:nvPr>
            <p:ph sz="quarter" idx="51"/>
          </p:nvPr>
        </p:nvSpPr>
        <p:spPr>
          <a:xfrm>
            <a:off x="4330080" y="1575795"/>
            <a:ext cx="34740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27113841"/>
      </p:ext>
    </p:extLst>
  </p:cSld>
  <p:clrMapOvr>
    <a:masterClrMapping/>
  </p:clrMapOvr>
  <p:extLst>
    <p:ext uri="{DCECCB84-F9BA-43D5-87BE-67443E8EF086}">
      <p15:sldGuideLst xmlns:p15="http://schemas.microsoft.com/office/powerpoint/2012/main">
        <p15:guide id="5" pos="4906">
          <p15:clr>
            <a:srgbClr val="FBAE40"/>
          </p15:clr>
        </p15:guide>
        <p15:guide id="6" pos="5290">
          <p15:clr>
            <a:srgbClr val="FBAE40"/>
          </p15:clr>
        </p15:guide>
        <p15:guide id="7" pos="2400">
          <p15:clr>
            <a:srgbClr val="FBAE40"/>
          </p15:clr>
        </p15:guide>
        <p15:guide id="8" pos="280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 5 Rows">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EDFFE9B2-E508-929C-9D48-1D94360F7A04}"/>
              </a:ext>
            </a:extLst>
          </p:cNvPr>
          <p:cNvSpPr>
            <a:spLocks noGrp="1"/>
          </p:cNvSpPr>
          <p:nvPr>
            <p:ph type="sldNum" sz="quarter" idx="35"/>
          </p:nvPr>
        </p:nvSpPr>
        <p:spPr>
          <a:xfrm>
            <a:off x="479426"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2" name="Text Placeholder 10">
            <a:extLst>
              <a:ext uri="{FF2B5EF4-FFF2-40B4-BE49-F238E27FC236}">
                <a16:creationId xmlns:a16="http://schemas.microsoft.com/office/drawing/2014/main" id="{E4E3B4DE-340D-6797-EF95-8A58829439A7}"/>
              </a:ext>
            </a:extLst>
          </p:cNvPr>
          <p:cNvSpPr>
            <a:spLocks noGrp="1"/>
          </p:cNvSpPr>
          <p:nvPr>
            <p:ph type="body" sz="quarter" idx="33" hasCustomPrompt="1"/>
          </p:nvPr>
        </p:nvSpPr>
        <p:spPr>
          <a:xfrm>
            <a:off x="5486399" y="489600"/>
            <a:ext cx="6233307" cy="898040"/>
          </a:xfrm>
          <a:prstGeom prst="rect">
            <a:avLst/>
          </a:prstGeom>
          <a:noFill/>
        </p:spPr>
        <p:txBody>
          <a:bodyPr lIns="252000" tIns="0" rIns="0" bIns="0" anchor="t" anchorCtr="0"/>
          <a:lstStyle>
            <a:lvl1pPr marL="0" indent="0">
              <a:lnSpc>
                <a:spcPct val="100000"/>
              </a:lnSpc>
              <a:spcBef>
                <a:spcPts val="0"/>
              </a:spcBef>
              <a:spcAft>
                <a:spcPts val="600"/>
              </a:spcAft>
              <a:buNone/>
              <a:defRPr sz="1800">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3" name="Text Placeholder 10">
            <a:extLst>
              <a:ext uri="{FF2B5EF4-FFF2-40B4-BE49-F238E27FC236}">
                <a16:creationId xmlns:a16="http://schemas.microsoft.com/office/drawing/2014/main" id="{9BD006F6-FF8D-534A-F789-CEB89C78FAE1}"/>
              </a:ext>
            </a:extLst>
          </p:cNvPr>
          <p:cNvSpPr>
            <a:spLocks noGrp="1"/>
          </p:cNvSpPr>
          <p:nvPr>
            <p:ph type="body" sz="quarter" idx="36" hasCustomPrompt="1"/>
          </p:nvPr>
        </p:nvSpPr>
        <p:spPr>
          <a:xfrm>
            <a:off x="5486399" y="1643063"/>
            <a:ext cx="6233307" cy="898040"/>
          </a:xfrm>
          <a:prstGeom prst="rect">
            <a:avLst/>
          </a:prstGeom>
          <a:noFill/>
        </p:spPr>
        <p:txBody>
          <a:bodyPr lIns="252000" tIns="0" rIns="0" bIns="0" anchor="t" anchorCtr="0"/>
          <a:lstStyle>
            <a:lvl1pPr marL="0" indent="0">
              <a:lnSpc>
                <a:spcPct val="100000"/>
              </a:lnSpc>
              <a:spcBef>
                <a:spcPts val="0"/>
              </a:spcBef>
              <a:spcAft>
                <a:spcPts val="600"/>
              </a:spcAft>
              <a:buNone/>
              <a:defRPr sz="1800">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4" name="Text Placeholder 10">
            <a:extLst>
              <a:ext uri="{FF2B5EF4-FFF2-40B4-BE49-F238E27FC236}">
                <a16:creationId xmlns:a16="http://schemas.microsoft.com/office/drawing/2014/main" id="{45943B8F-8C68-10D4-5639-0942D24449E7}"/>
              </a:ext>
            </a:extLst>
          </p:cNvPr>
          <p:cNvSpPr>
            <a:spLocks noGrp="1"/>
          </p:cNvSpPr>
          <p:nvPr>
            <p:ph type="body" sz="quarter" idx="37" hasCustomPrompt="1"/>
          </p:nvPr>
        </p:nvSpPr>
        <p:spPr>
          <a:xfrm>
            <a:off x="5486399" y="2796526"/>
            <a:ext cx="6233307" cy="898040"/>
          </a:xfrm>
          <a:prstGeom prst="rect">
            <a:avLst/>
          </a:prstGeom>
          <a:noFill/>
        </p:spPr>
        <p:txBody>
          <a:bodyPr lIns="252000" tIns="0" rIns="0" bIns="0" anchor="t" anchorCtr="0"/>
          <a:lstStyle>
            <a:lvl1pPr marL="0" indent="0">
              <a:lnSpc>
                <a:spcPct val="100000"/>
              </a:lnSpc>
              <a:spcBef>
                <a:spcPts val="0"/>
              </a:spcBef>
              <a:spcAft>
                <a:spcPts val="600"/>
              </a:spcAft>
              <a:buNone/>
              <a:defRPr sz="1800">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7" name="Text Placeholder 10">
            <a:extLst>
              <a:ext uri="{FF2B5EF4-FFF2-40B4-BE49-F238E27FC236}">
                <a16:creationId xmlns:a16="http://schemas.microsoft.com/office/drawing/2014/main" id="{16EB83FD-70A7-8A05-931F-1D0A36C9B3DB}"/>
              </a:ext>
            </a:extLst>
          </p:cNvPr>
          <p:cNvSpPr>
            <a:spLocks noGrp="1"/>
          </p:cNvSpPr>
          <p:nvPr>
            <p:ph type="body" sz="quarter" idx="38" hasCustomPrompt="1"/>
          </p:nvPr>
        </p:nvSpPr>
        <p:spPr>
          <a:xfrm>
            <a:off x="5486399" y="3949989"/>
            <a:ext cx="6233307" cy="898040"/>
          </a:xfrm>
          <a:prstGeom prst="rect">
            <a:avLst/>
          </a:prstGeom>
          <a:noFill/>
        </p:spPr>
        <p:txBody>
          <a:bodyPr lIns="252000" tIns="0" rIns="0" bIns="0" anchor="t" anchorCtr="0"/>
          <a:lstStyle>
            <a:lvl1pPr marL="0" indent="0">
              <a:lnSpc>
                <a:spcPct val="100000"/>
              </a:lnSpc>
              <a:spcBef>
                <a:spcPts val="0"/>
              </a:spcBef>
              <a:spcAft>
                <a:spcPts val="600"/>
              </a:spcAft>
              <a:buNone/>
              <a:defRPr sz="1800">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8" name="Picture Placeholder 5">
            <a:extLst>
              <a:ext uri="{FF2B5EF4-FFF2-40B4-BE49-F238E27FC236}">
                <a16:creationId xmlns:a16="http://schemas.microsoft.com/office/drawing/2014/main" id="{3749FCD2-C080-00AF-444B-14C0B06B75B0}"/>
              </a:ext>
            </a:extLst>
          </p:cNvPr>
          <p:cNvSpPr>
            <a:spLocks noGrp="1"/>
          </p:cNvSpPr>
          <p:nvPr>
            <p:ph type="pic" sz="quarter" idx="39"/>
          </p:nvPr>
        </p:nvSpPr>
        <p:spPr>
          <a:xfrm>
            <a:off x="4816521" y="489600"/>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10" name="Picture Placeholder 5">
            <a:extLst>
              <a:ext uri="{FF2B5EF4-FFF2-40B4-BE49-F238E27FC236}">
                <a16:creationId xmlns:a16="http://schemas.microsoft.com/office/drawing/2014/main" id="{895B4B7C-A627-5A5A-B6E1-887B5D033577}"/>
              </a:ext>
            </a:extLst>
          </p:cNvPr>
          <p:cNvSpPr>
            <a:spLocks noGrp="1"/>
          </p:cNvSpPr>
          <p:nvPr>
            <p:ph type="pic" sz="quarter" idx="40"/>
          </p:nvPr>
        </p:nvSpPr>
        <p:spPr>
          <a:xfrm>
            <a:off x="4816521" y="1643063"/>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11" name="Picture Placeholder 5">
            <a:extLst>
              <a:ext uri="{FF2B5EF4-FFF2-40B4-BE49-F238E27FC236}">
                <a16:creationId xmlns:a16="http://schemas.microsoft.com/office/drawing/2014/main" id="{CA58FAFF-0FC4-E7D4-2A61-8CA785355013}"/>
              </a:ext>
            </a:extLst>
          </p:cNvPr>
          <p:cNvSpPr>
            <a:spLocks noGrp="1"/>
          </p:cNvSpPr>
          <p:nvPr>
            <p:ph type="pic" sz="quarter" idx="41"/>
          </p:nvPr>
        </p:nvSpPr>
        <p:spPr>
          <a:xfrm>
            <a:off x="4816521" y="2796526"/>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12" name="Picture Placeholder 5">
            <a:extLst>
              <a:ext uri="{FF2B5EF4-FFF2-40B4-BE49-F238E27FC236}">
                <a16:creationId xmlns:a16="http://schemas.microsoft.com/office/drawing/2014/main" id="{CC383DEE-3A24-D413-733E-9B9627DE1132}"/>
              </a:ext>
            </a:extLst>
          </p:cNvPr>
          <p:cNvSpPr>
            <a:spLocks noGrp="1"/>
          </p:cNvSpPr>
          <p:nvPr>
            <p:ph type="pic" sz="quarter" idx="49"/>
          </p:nvPr>
        </p:nvSpPr>
        <p:spPr>
          <a:xfrm>
            <a:off x="4816521" y="3949989"/>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13" name="Text Placeholder 10">
            <a:extLst>
              <a:ext uri="{FF2B5EF4-FFF2-40B4-BE49-F238E27FC236}">
                <a16:creationId xmlns:a16="http://schemas.microsoft.com/office/drawing/2014/main" id="{D679FD80-4A90-7C91-FC75-E7564CD267CA}"/>
              </a:ext>
            </a:extLst>
          </p:cNvPr>
          <p:cNvSpPr>
            <a:spLocks noGrp="1"/>
          </p:cNvSpPr>
          <p:nvPr>
            <p:ph type="body" sz="quarter" idx="50" hasCustomPrompt="1"/>
          </p:nvPr>
        </p:nvSpPr>
        <p:spPr>
          <a:xfrm>
            <a:off x="5486399" y="5103451"/>
            <a:ext cx="6233307" cy="898040"/>
          </a:xfrm>
          <a:prstGeom prst="rect">
            <a:avLst/>
          </a:prstGeom>
          <a:noFill/>
        </p:spPr>
        <p:txBody>
          <a:bodyPr lIns="252000" tIns="0" rIns="0" bIns="0" anchor="t" anchorCtr="0"/>
          <a:lstStyle>
            <a:lvl1pPr marL="0" indent="0">
              <a:lnSpc>
                <a:spcPct val="100000"/>
              </a:lnSpc>
              <a:spcBef>
                <a:spcPts val="0"/>
              </a:spcBef>
              <a:spcAft>
                <a:spcPts val="600"/>
              </a:spcAft>
              <a:buNone/>
              <a:defRPr sz="1800">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4" name="Picture Placeholder 5">
            <a:extLst>
              <a:ext uri="{FF2B5EF4-FFF2-40B4-BE49-F238E27FC236}">
                <a16:creationId xmlns:a16="http://schemas.microsoft.com/office/drawing/2014/main" id="{7E817539-636C-D15E-0C5A-6A186EA99ED7}"/>
              </a:ext>
            </a:extLst>
          </p:cNvPr>
          <p:cNvSpPr>
            <a:spLocks noGrp="1"/>
          </p:cNvSpPr>
          <p:nvPr>
            <p:ph type="pic" sz="quarter" idx="51"/>
          </p:nvPr>
        </p:nvSpPr>
        <p:spPr>
          <a:xfrm>
            <a:off x="4816521" y="5103451"/>
            <a:ext cx="522000" cy="52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15" name="Title 6">
            <a:extLst>
              <a:ext uri="{FF2B5EF4-FFF2-40B4-BE49-F238E27FC236}">
                <a16:creationId xmlns:a16="http://schemas.microsoft.com/office/drawing/2014/main" id="{CB3B142A-2E8E-DDF4-42AC-01E3FD354FDA}"/>
              </a:ext>
            </a:extLst>
          </p:cNvPr>
          <p:cNvSpPr>
            <a:spLocks noGrp="1"/>
          </p:cNvSpPr>
          <p:nvPr>
            <p:ph type="title" hasCustomPrompt="1"/>
          </p:nvPr>
        </p:nvSpPr>
        <p:spPr>
          <a:xfrm>
            <a:off x="479426" y="788705"/>
            <a:ext cx="3624574"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8" name="Text Placeholder 9">
            <a:extLst>
              <a:ext uri="{FF2B5EF4-FFF2-40B4-BE49-F238E27FC236}">
                <a16:creationId xmlns:a16="http://schemas.microsoft.com/office/drawing/2014/main" id="{973DDC19-B7BA-39BF-5C00-7994E84DC8F3}"/>
              </a:ext>
            </a:extLst>
          </p:cNvPr>
          <p:cNvSpPr>
            <a:spLocks noGrp="1"/>
          </p:cNvSpPr>
          <p:nvPr>
            <p:ph type="body" sz="quarter" idx="44" hasCustomPrompt="1"/>
          </p:nvPr>
        </p:nvSpPr>
        <p:spPr>
          <a:xfrm>
            <a:off x="479426" y="489600"/>
            <a:ext cx="3624574" cy="228600"/>
          </a:xfrm>
          <a:prstGeom prst="rect">
            <a:avLst/>
          </a:prstGeom>
        </p:spPr>
        <p:txBody>
          <a:bodyPr lIns="0" tIns="0" rIns="0" bIns="0" anchor="b"/>
          <a:lstStyle>
            <a:lvl1pPr marL="0" indent="0">
              <a:lnSpc>
                <a:spcPct val="85000"/>
              </a:lnSpc>
              <a:spcAft>
                <a:spcPts val="600"/>
              </a:spcAft>
              <a:buNone/>
              <a:defRPr lang="en-DE" sz="1000" b="1"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5" name="Graphic 4">
            <a:extLst>
              <a:ext uri="{FF2B5EF4-FFF2-40B4-BE49-F238E27FC236}">
                <a16:creationId xmlns:a16="http://schemas.microsoft.com/office/drawing/2014/main" id="{08221E56-FEE7-5048-0EEE-E436F20217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6" name="Footer Placeholder 4">
            <a:extLst>
              <a:ext uri="{FF2B5EF4-FFF2-40B4-BE49-F238E27FC236}">
                <a16:creationId xmlns:a16="http://schemas.microsoft.com/office/drawing/2014/main" id="{39BEC9A8-DEF5-1E8C-CC46-71F34B5FC093}"/>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16" name="Content Placeholder 26">
            <a:extLst>
              <a:ext uri="{FF2B5EF4-FFF2-40B4-BE49-F238E27FC236}">
                <a16:creationId xmlns:a16="http://schemas.microsoft.com/office/drawing/2014/main" id="{6EE715DE-B1B8-AEE2-17A6-19E91527D1A3}"/>
              </a:ext>
            </a:extLst>
          </p:cNvPr>
          <p:cNvSpPr>
            <a:spLocks noGrp="1"/>
          </p:cNvSpPr>
          <p:nvPr>
            <p:ph sz="quarter" idx="53"/>
          </p:nvPr>
        </p:nvSpPr>
        <p:spPr>
          <a:xfrm>
            <a:off x="479426" y="1575795"/>
            <a:ext cx="3625200" cy="442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07517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 3x2 Column">
    <p:spTree>
      <p:nvGrpSpPr>
        <p:cNvPr id="1" name=""/>
        <p:cNvGrpSpPr/>
        <p:nvPr/>
      </p:nvGrpSpPr>
      <p:grpSpPr>
        <a:xfrm>
          <a:off x="0" y="0"/>
          <a:ext cx="0" cy="0"/>
          <a:chOff x="0" y="0"/>
          <a:chExt cx="0" cy="0"/>
        </a:xfrm>
      </p:grpSpPr>
      <p:sp>
        <p:nvSpPr>
          <p:cNvPr id="18" name="Slide Number Placeholder 1">
            <a:extLst>
              <a:ext uri="{FF2B5EF4-FFF2-40B4-BE49-F238E27FC236}">
                <a16:creationId xmlns:a16="http://schemas.microsoft.com/office/drawing/2014/main" id="{C493C8CD-E8EA-3A6A-7D6A-15401D8212A3}"/>
              </a:ext>
            </a:extLst>
          </p:cNvPr>
          <p:cNvSpPr>
            <a:spLocks noGrp="1"/>
          </p:cNvSpPr>
          <p:nvPr>
            <p:ph type="sldNum" sz="quarter" idx="33"/>
          </p:nvPr>
        </p:nvSpPr>
        <p:spPr>
          <a:xfrm>
            <a:off x="4815224" y="6295552"/>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2" name="Picture Placeholder 10">
            <a:extLst>
              <a:ext uri="{FF2B5EF4-FFF2-40B4-BE49-F238E27FC236}">
                <a16:creationId xmlns:a16="http://schemas.microsoft.com/office/drawing/2014/main" id="{04B8297E-4EB8-2AC6-9950-8FB227C05159}"/>
              </a:ext>
            </a:extLst>
          </p:cNvPr>
          <p:cNvSpPr>
            <a:spLocks noGrp="1"/>
          </p:cNvSpPr>
          <p:nvPr>
            <p:ph type="pic" sz="quarter" idx="34" hasCustomPrompt="1"/>
          </p:nvPr>
        </p:nvSpPr>
        <p:spPr>
          <a:xfrm>
            <a:off x="-1" y="0"/>
            <a:ext cx="4470401" cy="685800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rIns="0" anchor="b" anchorCtr="1">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6" name="Title 6">
            <a:extLst>
              <a:ext uri="{FF2B5EF4-FFF2-40B4-BE49-F238E27FC236}">
                <a16:creationId xmlns:a16="http://schemas.microsoft.com/office/drawing/2014/main" id="{FABF78D2-222A-C7E9-C685-C06246F12EDC}"/>
              </a:ext>
            </a:extLst>
          </p:cNvPr>
          <p:cNvSpPr>
            <a:spLocks noGrp="1"/>
          </p:cNvSpPr>
          <p:nvPr>
            <p:ph type="title" hasCustomPrompt="1"/>
          </p:nvPr>
        </p:nvSpPr>
        <p:spPr>
          <a:xfrm>
            <a:off x="479426" y="788705"/>
            <a:ext cx="3624574"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7" name="Text Placeholder 9">
            <a:extLst>
              <a:ext uri="{FF2B5EF4-FFF2-40B4-BE49-F238E27FC236}">
                <a16:creationId xmlns:a16="http://schemas.microsoft.com/office/drawing/2014/main" id="{64C4C18C-2662-374B-B22F-C37DD87620E8}"/>
              </a:ext>
            </a:extLst>
          </p:cNvPr>
          <p:cNvSpPr>
            <a:spLocks noGrp="1"/>
          </p:cNvSpPr>
          <p:nvPr>
            <p:ph type="body" sz="quarter" idx="45" hasCustomPrompt="1"/>
          </p:nvPr>
        </p:nvSpPr>
        <p:spPr>
          <a:xfrm>
            <a:off x="479426" y="489600"/>
            <a:ext cx="3624574"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13" name="Content Placeholder 9">
            <a:extLst>
              <a:ext uri="{FF2B5EF4-FFF2-40B4-BE49-F238E27FC236}">
                <a16:creationId xmlns:a16="http://schemas.microsoft.com/office/drawing/2014/main" id="{7F36D389-6C2B-8C0C-FF38-638C247CC72B}"/>
              </a:ext>
            </a:extLst>
          </p:cNvPr>
          <p:cNvSpPr>
            <a:spLocks noGrp="1"/>
          </p:cNvSpPr>
          <p:nvPr>
            <p:ph sz="quarter" idx="46" hasCustomPrompt="1"/>
          </p:nvPr>
        </p:nvSpPr>
        <p:spPr>
          <a:xfrm>
            <a:off x="4815224" y="489600"/>
            <a:ext cx="2103120" cy="2560320"/>
          </a:xfrm>
          <a:prstGeom prst="rect">
            <a:avLst/>
          </a:prstGeom>
        </p:spPr>
        <p:txBody>
          <a:bodyPr/>
          <a:lstStyle>
            <a:lvl1pPr marL="12700" indent="-12700" algn="l">
              <a:buNone/>
              <a:tabLst/>
              <a:defRPr sz="1400">
                <a:solidFill>
                  <a:schemeClr val="tx2">
                    <a:lumMod val="10000"/>
                  </a:schemeClr>
                </a:solidFill>
              </a:defRPr>
            </a:lvl1pPr>
            <a:lvl2pPr>
              <a:defRPr sz="1800"/>
            </a:lvl2pPr>
            <a:lvl3pPr>
              <a:defRPr sz="1800"/>
            </a:lvl3pPr>
            <a:lvl4pPr>
              <a:defRPr sz="1800"/>
            </a:lvl4pPr>
          </a:lstStyle>
          <a:p>
            <a:pPr lvl="0"/>
            <a:r>
              <a:rPr lang="en-US"/>
              <a:t>Click to add text or other content </a:t>
            </a:r>
          </a:p>
        </p:txBody>
      </p:sp>
      <p:sp>
        <p:nvSpPr>
          <p:cNvPr id="14" name="Content Placeholder 9">
            <a:extLst>
              <a:ext uri="{FF2B5EF4-FFF2-40B4-BE49-F238E27FC236}">
                <a16:creationId xmlns:a16="http://schemas.microsoft.com/office/drawing/2014/main" id="{959E37E7-3754-B896-F6D1-F35D1512CFA9}"/>
              </a:ext>
            </a:extLst>
          </p:cNvPr>
          <p:cNvSpPr>
            <a:spLocks noGrp="1"/>
          </p:cNvSpPr>
          <p:nvPr>
            <p:ph sz="quarter" idx="53" hasCustomPrompt="1"/>
          </p:nvPr>
        </p:nvSpPr>
        <p:spPr>
          <a:xfrm>
            <a:off x="4815224" y="3392576"/>
            <a:ext cx="2103120" cy="2560320"/>
          </a:xfrm>
          <a:prstGeom prst="rect">
            <a:avLst/>
          </a:prstGeom>
        </p:spPr>
        <p:txBody>
          <a:bodyPr/>
          <a:lstStyle>
            <a:lvl1pPr marL="12700" indent="-12700" algn="l">
              <a:buFont typeface="Arial" panose="020B0604020202020204" pitchFamily="34" charset="0"/>
              <a:buNone/>
              <a:tabLst/>
              <a:defRPr sz="1400">
                <a:solidFill>
                  <a:schemeClr val="tx2">
                    <a:lumMod val="10000"/>
                  </a:schemeClr>
                </a:solidFill>
              </a:defRPr>
            </a:lvl1pPr>
            <a:lvl2pPr>
              <a:defRPr sz="1800"/>
            </a:lvl2pPr>
            <a:lvl3pPr>
              <a:defRPr sz="1800"/>
            </a:lvl3pPr>
            <a:lvl4pPr>
              <a:defRPr sz="1800"/>
            </a:lvl4pPr>
          </a:lstStyle>
          <a:p>
            <a:pPr lvl="0"/>
            <a:r>
              <a:rPr lang="en-US"/>
              <a:t>Click to add text or other content</a:t>
            </a:r>
          </a:p>
        </p:txBody>
      </p:sp>
      <p:sp>
        <p:nvSpPr>
          <p:cNvPr id="19" name="Content Placeholder 9">
            <a:extLst>
              <a:ext uri="{FF2B5EF4-FFF2-40B4-BE49-F238E27FC236}">
                <a16:creationId xmlns:a16="http://schemas.microsoft.com/office/drawing/2014/main" id="{34835907-4EA8-B6B3-B138-B590466B84A9}"/>
              </a:ext>
            </a:extLst>
          </p:cNvPr>
          <p:cNvSpPr>
            <a:spLocks noGrp="1"/>
          </p:cNvSpPr>
          <p:nvPr>
            <p:ph sz="quarter" idx="54" hasCustomPrompt="1"/>
          </p:nvPr>
        </p:nvSpPr>
        <p:spPr>
          <a:xfrm>
            <a:off x="7211765" y="489600"/>
            <a:ext cx="2103120" cy="2560320"/>
          </a:xfrm>
          <a:prstGeom prst="rect">
            <a:avLst/>
          </a:prstGeom>
        </p:spPr>
        <p:txBody>
          <a:bodyPr/>
          <a:lstStyle>
            <a:lvl1pPr marL="12700" indent="-12700" algn="l">
              <a:buNone/>
              <a:tabLst/>
              <a:defRPr sz="1400">
                <a:solidFill>
                  <a:schemeClr val="tx2">
                    <a:lumMod val="10000"/>
                  </a:schemeClr>
                </a:solidFill>
              </a:defRPr>
            </a:lvl1pPr>
            <a:lvl2pPr>
              <a:defRPr sz="1800"/>
            </a:lvl2pPr>
            <a:lvl3pPr>
              <a:defRPr sz="1800"/>
            </a:lvl3pPr>
            <a:lvl4pPr>
              <a:defRPr sz="1800"/>
            </a:lvl4pPr>
          </a:lstStyle>
          <a:p>
            <a:pPr lvl="0"/>
            <a:r>
              <a:rPr lang="en-US"/>
              <a:t>Click to add text or other content</a:t>
            </a:r>
          </a:p>
        </p:txBody>
      </p:sp>
      <p:sp>
        <p:nvSpPr>
          <p:cNvPr id="20" name="Content Placeholder 9">
            <a:extLst>
              <a:ext uri="{FF2B5EF4-FFF2-40B4-BE49-F238E27FC236}">
                <a16:creationId xmlns:a16="http://schemas.microsoft.com/office/drawing/2014/main" id="{54B3A385-EFBA-02A9-5BDF-97B7E643214F}"/>
              </a:ext>
            </a:extLst>
          </p:cNvPr>
          <p:cNvSpPr>
            <a:spLocks noGrp="1"/>
          </p:cNvSpPr>
          <p:nvPr>
            <p:ph sz="quarter" idx="55" hasCustomPrompt="1"/>
          </p:nvPr>
        </p:nvSpPr>
        <p:spPr>
          <a:xfrm>
            <a:off x="7211765" y="3392576"/>
            <a:ext cx="2103120" cy="2560320"/>
          </a:xfrm>
          <a:prstGeom prst="rect">
            <a:avLst/>
          </a:prstGeom>
        </p:spPr>
        <p:txBody>
          <a:bodyPr/>
          <a:lstStyle>
            <a:lvl1pPr marL="12700" indent="-12700" algn="l">
              <a:buFont typeface="Arial" panose="020B0604020202020204" pitchFamily="34" charset="0"/>
              <a:buNone/>
              <a:tabLst/>
              <a:defRPr sz="1400">
                <a:solidFill>
                  <a:schemeClr val="tx2">
                    <a:lumMod val="10000"/>
                  </a:schemeClr>
                </a:solidFill>
              </a:defRPr>
            </a:lvl1pPr>
            <a:lvl2pPr>
              <a:defRPr sz="1800"/>
            </a:lvl2pPr>
            <a:lvl3pPr>
              <a:defRPr sz="1800"/>
            </a:lvl3pPr>
            <a:lvl4pPr>
              <a:defRPr sz="1800"/>
            </a:lvl4pPr>
          </a:lstStyle>
          <a:p>
            <a:pPr lvl="0"/>
            <a:r>
              <a:rPr lang="en-US"/>
              <a:t>Click to add text or other content</a:t>
            </a:r>
          </a:p>
        </p:txBody>
      </p:sp>
      <p:sp>
        <p:nvSpPr>
          <p:cNvPr id="21" name="Content Placeholder 9">
            <a:extLst>
              <a:ext uri="{FF2B5EF4-FFF2-40B4-BE49-F238E27FC236}">
                <a16:creationId xmlns:a16="http://schemas.microsoft.com/office/drawing/2014/main" id="{736AA0C9-D2D2-919B-81F9-8EF7CD0E5EF6}"/>
              </a:ext>
            </a:extLst>
          </p:cNvPr>
          <p:cNvSpPr>
            <a:spLocks noGrp="1"/>
          </p:cNvSpPr>
          <p:nvPr>
            <p:ph sz="quarter" idx="56" hasCustomPrompt="1"/>
          </p:nvPr>
        </p:nvSpPr>
        <p:spPr>
          <a:xfrm>
            <a:off x="9608306" y="489600"/>
            <a:ext cx="2103120" cy="2560320"/>
          </a:xfrm>
          <a:prstGeom prst="rect">
            <a:avLst/>
          </a:prstGeom>
        </p:spPr>
        <p:txBody>
          <a:bodyPr/>
          <a:lstStyle>
            <a:lvl1pPr marL="12700" indent="-12700" algn="l">
              <a:buNone/>
              <a:tabLst/>
              <a:defRPr sz="1400">
                <a:solidFill>
                  <a:schemeClr val="tx2">
                    <a:lumMod val="10000"/>
                  </a:schemeClr>
                </a:solidFill>
              </a:defRPr>
            </a:lvl1pPr>
            <a:lvl2pPr>
              <a:defRPr sz="1800"/>
            </a:lvl2pPr>
            <a:lvl3pPr>
              <a:defRPr sz="1800"/>
            </a:lvl3pPr>
            <a:lvl4pPr>
              <a:defRPr sz="1800"/>
            </a:lvl4pPr>
          </a:lstStyle>
          <a:p>
            <a:pPr lvl="0"/>
            <a:r>
              <a:rPr lang="en-US"/>
              <a:t>Click to add text or other content</a:t>
            </a:r>
          </a:p>
        </p:txBody>
      </p:sp>
      <p:sp>
        <p:nvSpPr>
          <p:cNvPr id="23" name="Content Placeholder 9">
            <a:extLst>
              <a:ext uri="{FF2B5EF4-FFF2-40B4-BE49-F238E27FC236}">
                <a16:creationId xmlns:a16="http://schemas.microsoft.com/office/drawing/2014/main" id="{7C4AA73C-25D1-0562-786A-4424766C23FC}"/>
              </a:ext>
            </a:extLst>
          </p:cNvPr>
          <p:cNvSpPr>
            <a:spLocks noGrp="1"/>
          </p:cNvSpPr>
          <p:nvPr>
            <p:ph sz="quarter" idx="57" hasCustomPrompt="1"/>
          </p:nvPr>
        </p:nvSpPr>
        <p:spPr>
          <a:xfrm>
            <a:off x="9608306" y="3392576"/>
            <a:ext cx="2103120" cy="2560320"/>
          </a:xfrm>
          <a:prstGeom prst="rect">
            <a:avLst/>
          </a:prstGeom>
        </p:spPr>
        <p:txBody>
          <a:bodyPr/>
          <a:lstStyle>
            <a:lvl1pPr marL="12700" indent="-12700" algn="l">
              <a:buFont typeface="Arial" panose="020B0604020202020204" pitchFamily="34" charset="0"/>
              <a:buNone/>
              <a:tabLst/>
              <a:defRPr sz="1400">
                <a:solidFill>
                  <a:schemeClr val="tx2">
                    <a:lumMod val="10000"/>
                  </a:schemeClr>
                </a:solidFill>
              </a:defRPr>
            </a:lvl1pPr>
            <a:lvl2pPr>
              <a:defRPr sz="1800"/>
            </a:lvl2pPr>
            <a:lvl3pPr>
              <a:defRPr sz="1800"/>
            </a:lvl3pPr>
            <a:lvl4pPr>
              <a:defRPr sz="1800"/>
            </a:lvl4pPr>
          </a:lstStyle>
          <a:p>
            <a:pPr lvl="0"/>
            <a:r>
              <a:rPr lang="en-US"/>
              <a:t>Click to add text or other content</a:t>
            </a:r>
          </a:p>
        </p:txBody>
      </p:sp>
      <p:pic>
        <p:nvPicPr>
          <p:cNvPr id="3" name="Graphic 2">
            <a:extLst>
              <a:ext uri="{FF2B5EF4-FFF2-40B4-BE49-F238E27FC236}">
                <a16:creationId xmlns:a16="http://schemas.microsoft.com/office/drawing/2014/main" id="{DA9B222A-13D2-6964-BF28-01B30FC8A25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4" name="Footer Placeholder 4">
            <a:extLst>
              <a:ext uri="{FF2B5EF4-FFF2-40B4-BE49-F238E27FC236}">
                <a16:creationId xmlns:a16="http://schemas.microsoft.com/office/drawing/2014/main" id="{0E76EF03-D882-D0E4-21B7-6A7C510C5D78}"/>
              </a:ext>
            </a:extLst>
          </p:cNvPr>
          <p:cNvSpPr>
            <a:spLocks noGrp="1"/>
          </p:cNvSpPr>
          <p:nvPr>
            <p:ph type="ftr" sz="quarter" idx="3"/>
          </p:nvPr>
        </p:nvSpPr>
        <p:spPr>
          <a:xfrm>
            <a:off x="5024451" y="6297112"/>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8" name="Content Placeholder 26">
            <a:extLst>
              <a:ext uri="{FF2B5EF4-FFF2-40B4-BE49-F238E27FC236}">
                <a16:creationId xmlns:a16="http://schemas.microsoft.com/office/drawing/2014/main" id="{3DC54B56-10F5-6DB8-AE04-A37478C6D72F}"/>
              </a:ext>
            </a:extLst>
          </p:cNvPr>
          <p:cNvSpPr>
            <a:spLocks noGrp="1"/>
          </p:cNvSpPr>
          <p:nvPr>
            <p:ph sz="quarter" idx="58"/>
          </p:nvPr>
        </p:nvSpPr>
        <p:spPr>
          <a:xfrm>
            <a:off x="479426" y="1575795"/>
            <a:ext cx="3625200" cy="442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41449938"/>
      </p:ext>
    </p:extLst>
  </p:cSld>
  <p:clrMapOvr>
    <a:masterClrMapping/>
  </p:clrMapOvr>
  <p:extLst>
    <p:ext uri="{DCECCB84-F9BA-43D5-87BE-67443E8EF086}">
      <p15:sldGuideLst xmlns:p15="http://schemas.microsoft.com/office/powerpoint/2012/main">
        <p15:guide id="3" pos="3182">
          <p15:clr>
            <a:srgbClr val="FBAE40"/>
          </p15:clr>
        </p15:guide>
        <p15:guide id="4" pos="28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 2x2 Column">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1A6B11B0-EC41-3B6B-62DA-90B720649D9F}"/>
              </a:ext>
            </a:extLst>
          </p:cNvPr>
          <p:cNvSpPr>
            <a:spLocks noGrp="1" noRot="1" noMove="1" noResize="1" noEditPoints="1" noAdjustHandles="1" noChangeArrowheads="1" noChangeShapeType="1"/>
          </p:cNvSpPr>
          <p:nvPr>
            <p:ph type="pic" sz="quarter" idx="31" hasCustomPrompt="1"/>
          </p:nvPr>
        </p:nvSpPr>
        <p:spPr>
          <a:xfrm>
            <a:off x="0" y="0"/>
            <a:ext cx="4441370" cy="6858000"/>
          </a:xfrm>
          <a:prstGeom prst="rect">
            <a:avLst/>
          </a:prstGeom>
          <a:solidFill>
            <a:schemeClr val="tx2"/>
          </a:solidFill>
        </p:spPr>
        <p:txBody>
          <a:bodyPr wrap="square" anchor="b" anchorCtr="1">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2" name="Slide Number Placeholder 1">
            <a:extLst>
              <a:ext uri="{FF2B5EF4-FFF2-40B4-BE49-F238E27FC236}">
                <a16:creationId xmlns:a16="http://schemas.microsoft.com/office/drawing/2014/main" id="{B608BDC9-C944-6A8D-9B93-F3A4A5B5E2E2}"/>
              </a:ext>
            </a:extLst>
          </p:cNvPr>
          <p:cNvSpPr>
            <a:spLocks noGrp="1"/>
          </p:cNvSpPr>
          <p:nvPr>
            <p:ph type="sldNum" sz="quarter" idx="36"/>
          </p:nvPr>
        </p:nvSpPr>
        <p:spPr>
          <a:xfrm>
            <a:off x="5051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4" name="Text Placeholder 9">
            <a:extLst>
              <a:ext uri="{FF2B5EF4-FFF2-40B4-BE49-F238E27FC236}">
                <a16:creationId xmlns:a16="http://schemas.microsoft.com/office/drawing/2014/main" id="{A3360D5C-7910-87D7-4E9B-DA63C2B86D2A}"/>
              </a:ext>
            </a:extLst>
          </p:cNvPr>
          <p:cNvSpPr>
            <a:spLocks noGrp="1"/>
          </p:cNvSpPr>
          <p:nvPr>
            <p:ph type="body" sz="quarter" idx="44" hasCustomPrompt="1"/>
          </p:nvPr>
        </p:nvSpPr>
        <p:spPr>
          <a:xfrm>
            <a:off x="5051424" y="489600"/>
            <a:ext cx="6661149"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6" name="Title 6">
            <a:extLst>
              <a:ext uri="{FF2B5EF4-FFF2-40B4-BE49-F238E27FC236}">
                <a16:creationId xmlns:a16="http://schemas.microsoft.com/office/drawing/2014/main" id="{5045B26C-E73F-60F6-CEF0-4E95C8F110E0}"/>
              </a:ext>
            </a:extLst>
          </p:cNvPr>
          <p:cNvSpPr>
            <a:spLocks noGrp="1"/>
          </p:cNvSpPr>
          <p:nvPr>
            <p:ph type="title" hasCustomPrompt="1"/>
          </p:nvPr>
        </p:nvSpPr>
        <p:spPr>
          <a:xfrm>
            <a:off x="5051424" y="788705"/>
            <a:ext cx="6661149"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pic>
        <p:nvPicPr>
          <p:cNvPr id="5" name="Graphic 4">
            <a:extLst>
              <a:ext uri="{FF2B5EF4-FFF2-40B4-BE49-F238E27FC236}">
                <a16:creationId xmlns:a16="http://schemas.microsoft.com/office/drawing/2014/main" id="{7B881BC1-19D1-FF9D-6962-B115CD2E42E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8BBCD135-2946-9C42-23EA-6BACD0048265}"/>
              </a:ext>
            </a:extLst>
          </p:cNvPr>
          <p:cNvSpPr>
            <a:spLocks noGrp="1"/>
          </p:cNvSpPr>
          <p:nvPr>
            <p:ph type="ftr" sz="quarter" idx="3"/>
          </p:nvPr>
        </p:nvSpPr>
        <p:spPr>
          <a:xfrm>
            <a:off x="5224463"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8" name="Content Placeholder 18">
            <a:extLst>
              <a:ext uri="{FF2B5EF4-FFF2-40B4-BE49-F238E27FC236}">
                <a16:creationId xmlns:a16="http://schemas.microsoft.com/office/drawing/2014/main" id="{6D32B743-E4B0-8C87-222A-14B3AE33426B}"/>
              </a:ext>
            </a:extLst>
          </p:cNvPr>
          <p:cNvSpPr>
            <a:spLocks noGrp="1"/>
          </p:cNvSpPr>
          <p:nvPr>
            <p:ph sz="quarter" idx="56"/>
          </p:nvPr>
        </p:nvSpPr>
        <p:spPr>
          <a:xfrm>
            <a:off x="5044439" y="1575795"/>
            <a:ext cx="3200400" cy="210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8">
            <a:extLst>
              <a:ext uri="{FF2B5EF4-FFF2-40B4-BE49-F238E27FC236}">
                <a16:creationId xmlns:a16="http://schemas.microsoft.com/office/drawing/2014/main" id="{11D6F8D8-2399-B5D5-27B7-CD5EA9C70ADF}"/>
              </a:ext>
            </a:extLst>
          </p:cNvPr>
          <p:cNvSpPr>
            <a:spLocks noGrp="1"/>
          </p:cNvSpPr>
          <p:nvPr>
            <p:ph sz="quarter" idx="57"/>
          </p:nvPr>
        </p:nvSpPr>
        <p:spPr>
          <a:xfrm>
            <a:off x="8528699" y="1575795"/>
            <a:ext cx="3200400" cy="210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18">
            <a:extLst>
              <a:ext uri="{FF2B5EF4-FFF2-40B4-BE49-F238E27FC236}">
                <a16:creationId xmlns:a16="http://schemas.microsoft.com/office/drawing/2014/main" id="{EEE1D575-FB1B-F055-E412-001E3BD9D184}"/>
              </a:ext>
            </a:extLst>
          </p:cNvPr>
          <p:cNvSpPr>
            <a:spLocks noGrp="1"/>
          </p:cNvSpPr>
          <p:nvPr>
            <p:ph sz="quarter" idx="58"/>
          </p:nvPr>
        </p:nvSpPr>
        <p:spPr>
          <a:xfrm>
            <a:off x="5044439" y="3898371"/>
            <a:ext cx="3200400" cy="210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8">
            <a:extLst>
              <a:ext uri="{FF2B5EF4-FFF2-40B4-BE49-F238E27FC236}">
                <a16:creationId xmlns:a16="http://schemas.microsoft.com/office/drawing/2014/main" id="{69532122-96A6-333B-9DA6-D6CA2C65E41D}"/>
              </a:ext>
            </a:extLst>
          </p:cNvPr>
          <p:cNvSpPr>
            <a:spLocks noGrp="1"/>
          </p:cNvSpPr>
          <p:nvPr>
            <p:ph sz="quarter" idx="59"/>
          </p:nvPr>
        </p:nvSpPr>
        <p:spPr>
          <a:xfrm>
            <a:off x="8528699" y="3898371"/>
            <a:ext cx="3200400" cy="210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99807300"/>
      </p:ext>
    </p:extLst>
  </p:cSld>
  <p:clrMapOvr>
    <a:masterClrMapping/>
  </p:clrMapOvr>
  <p:extLst>
    <p:ext uri="{DCECCB84-F9BA-43D5-87BE-67443E8EF086}">
      <p15:sldGuideLst xmlns:p15="http://schemas.microsoft.com/office/powerpoint/2012/main">
        <p15:guide id="5" pos="2808">
          <p15:clr>
            <a:srgbClr val="FBAE40"/>
          </p15:clr>
        </p15:guide>
        <p15:guide id="6" pos="3182">
          <p15:clr>
            <a:srgbClr val="FBAE40"/>
          </p15:clr>
        </p15:guide>
        <p15:guide id="7" pos="5110">
          <p15:clr>
            <a:srgbClr val="FBAE40"/>
          </p15:clr>
        </p15:guide>
        <p15:guide id="8" pos="545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images">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76879E1A-01F4-4C68-99E0-66948BE75074}"/>
              </a:ext>
            </a:extLst>
          </p:cNvPr>
          <p:cNvSpPr>
            <a:spLocks noGrp="1" noRot="1" noMove="1" noResize="1" noEditPoints="1" noAdjustHandles="1" noChangeArrowheads="1" noChangeShapeType="1"/>
          </p:cNvSpPr>
          <p:nvPr>
            <p:ph type="pic" sz="quarter" idx="18" hasCustomPrompt="1"/>
          </p:nvPr>
        </p:nvSpPr>
        <p:spPr>
          <a:xfrm>
            <a:off x="483700" y="1922980"/>
            <a:ext cx="2592000" cy="2479738"/>
          </a:xfrm>
          <a:prstGeom prst="rect">
            <a:avLst/>
          </a:prstGeom>
          <a:solidFill>
            <a:schemeClr val="tx2"/>
          </a:solidFill>
        </p:spPr>
        <p:txBody>
          <a:bodyPr anchor="ctr"/>
          <a:lstStyle>
            <a:lvl1pPr marL="0" indent="0" algn="ctr">
              <a:lnSpc>
                <a:spcPct val="100000"/>
              </a:lnSpc>
              <a:spcAft>
                <a:spcPts val="600"/>
              </a:spcAft>
              <a:buFont typeface="Arial" panose="020B0604020202020204" pitchFamily="34" charset="0"/>
              <a:buNone/>
              <a:defRPr sz="1200">
                <a:solidFill>
                  <a:schemeClr val="tx2">
                    <a:lumMod val="10000"/>
                  </a:schemeClr>
                </a:solidFill>
              </a:defRPr>
            </a:lvl1pPr>
          </a:lstStyle>
          <a:p>
            <a:r>
              <a:rPr lang="en-AU"/>
              <a:t>image</a:t>
            </a:r>
          </a:p>
        </p:txBody>
      </p:sp>
      <p:sp>
        <p:nvSpPr>
          <p:cNvPr id="9" name="Picture Placeholder 3">
            <a:extLst>
              <a:ext uri="{FF2B5EF4-FFF2-40B4-BE49-F238E27FC236}">
                <a16:creationId xmlns:a16="http://schemas.microsoft.com/office/drawing/2014/main" id="{530CBA8C-CE2D-4E72-A0B0-C6DF286503F5}"/>
              </a:ext>
            </a:extLst>
          </p:cNvPr>
          <p:cNvSpPr>
            <a:spLocks noGrp="1" noRot="1" noMove="1" noResize="1" noEditPoints="1" noAdjustHandles="1" noChangeArrowheads="1" noChangeShapeType="1"/>
          </p:cNvSpPr>
          <p:nvPr>
            <p:ph type="pic" sz="quarter" idx="22" hasCustomPrompt="1"/>
          </p:nvPr>
        </p:nvSpPr>
        <p:spPr>
          <a:xfrm>
            <a:off x="3359808" y="3238953"/>
            <a:ext cx="2592000" cy="2479738"/>
          </a:xfrm>
          <a:prstGeom prst="rect">
            <a:avLst/>
          </a:prstGeom>
          <a:solidFill>
            <a:schemeClr val="tx2"/>
          </a:solidFill>
        </p:spPr>
        <p:txBody>
          <a:bodyPr anchor="ctr"/>
          <a:lstStyle>
            <a:lvl1pPr marL="0" indent="0" algn="ctr">
              <a:lnSpc>
                <a:spcPct val="100000"/>
              </a:lnSpc>
              <a:spcAft>
                <a:spcPts val="600"/>
              </a:spcAft>
              <a:buFont typeface="Arial" panose="020B0604020202020204" pitchFamily="34" charset="0"/>
              <a:buNone/>
              <a:defRPr sz="1200">
                <a:solidFill>
                  <a:schemeClr val="tx2">
                    <a:lumMod val="10000"/>
                  </a:schemeClr>
                </a:solidFill>
              </a:defRPr>
            </a:lvl1pPr>
          </a:lstStyle>
          <a:p>
            <a:r>
              <a:rPr lang="en-AU"/>
              <a:t>image</a:t>
            </a:r>
          </a:p>
        </p:txBody>
      </p:sp>
      <p:sp>
        <p:nvSpPr>
          <p:cNvPr id="10" name="Picture Placeholder 3">
            <a:extLst>
              <a:ext uri="{FF2B5EF4-FFF2-40B4-BE49-F238E27FC236}">
                <a16:creationId xmlns:a16="http://schemas.microsoft.com/office/drawing/2014/main" id="{70EF95D0-315E-4B85-98A3-B5E68A7BEB81}"/>
              </a:ext>
            </a:extLst>
          </p:cNvPr>
          <p:cNvSpPr>
            <a:spLocks noGrp="1" noRot="1" noMove="1" noResize="1" noEditPoints="1" noAdjustHandles="1" noChangeArrowheads="1" noChangeShapeType="1"/>
          </p:cNvSpPr>
          <p:nvPr>
            <p:ph type="pic" sz="quarter" idx="24" hasCustomPrompt="1"/>
          </p:nvPr>
        </p:nvSpPr>
        <p:spPr>
          <a:xfrm>
            <a:off x="6241616" y="1922980"/>
            <a:ext cx="2592000" cy="2479738"/>
          </a:xfrm>
          <a:prstGeom prst="rect">
            <a:avLst/>
          </a:prstGeom>
          <a:solidFill>
            <a:schemeClr val="tx2"/>
          </a:solidFill>
        </p:spPr>
        <p:txBody>
          <a:bodyPr anchor="ctr"/>
          <a:lstStyle>
            <a:lvl1pPr marL="0" indent="0" algn="ctr">
              <a:lnSpc>
                <a:spcPct val="100000"/>
              </a:lnSpc>
              <a:spcAft>
                <a:spcPts val="600"/>
              </a:spcAft>
              <a:buFont typeface="Arial" panose="020B0604020202020204" pitchFamily="34" charset="0"/>
              <a:buNone/>
              <a:defRPr sz="1200">
                <a:solidFill>
                  <a:schemeClr val="tx2">
                    <a:lumMod val="10000"/>
                  </a:schemeClr>
                </a:solidFill>
              </a:defRPr>
            </a:lvl1pPr>
          </a:lstStyle>
          <a:p>
            <a:r>
              <a:rPr lang="en-AU"/>
              <a:t>image</a:t>
            </a:r>
          </a:p>
        </p:txBody>
      </p:sp>
      <p:sp>
        <p:nvSpPr>
          <p:cNvPr id="11" name="Picture Placeholder 3">
            <a:extLst>
              <a:ext uri="{FF2B5EF4-FFF2-40B4-BE49-F238E27FC236}">
                <a16:creationId xmlns:a16="http://schemas.microsoft.com/office/drawing/2014/main" id="{5DD21A6A-074D-4CB0-A3FD-88124639F2FC}"/>
              </a:ext>
            </a:extLst>
          </p:cNvPr>
          <p:cNvSpPr>
            <a:spLocks noGrp="1" noRot="1" noMove="1" noResize="1" noEditPoints="1" noAdjustHandles="1" noChangeArrowheads="1" noChangeShapeType="1"/>
          </p:cNvSpPr>
          <p:nvPr>
            <p:ph type="pic" sz="quarter" idx="26" hasCustomPrompt="1"/>
          </p:nvPr>
        </p:nvSpPr>
        <p:spPr>
          <a:xfrm>
            <a:off x="9120575" y="3238953"/>
            <a:ext cx="2592000" cy="2479738"/>
          </a:xfrm>
          <a:prstGeom prst="rect">
            <a:avLst/>
          </a:prstGeom>
          <a:solidFill>
            <a:schemeClr val="tx2"/>
          </a:solidFill>
        </p:spPr>
        <p:txBody>
          <a:bodyPr anchor="ctr"/>
          <a:lstStyle>
            <a:lvl1pPr marL="0" indent="0" algn="ctr">
              <a:lnSpc>
                <a:spcPct val="100000"/>
              </a:lnSpc>
              <a:spcAft>
                <a:spcPts val="600"/>
              </a:spcAft>
              <a:buFont typeface="Arial" panose="020B0604020202020204" pitchFamily="34" charset="0"/>
              <a:buNone/>
              <a:defRPr sz="1200">
                <a:solidFill>
                  <a:schemeClr val="tx2">
                    <a:lumMod val="10000"/>
                  </a:schemeClr>
                </a:solidFill>
              </a:defRPr>
            </a:lvl1pPr>
          </a:lstStyle>
          <a:p>
            <a:r>
              <a:rPr lang="en-AU"/>
              <a:t>image</a:t>
            </a:r>
          </a:p>
        </p:txBody>
      </p:sp>
      <p:sp>
        <p:nvSpPr>
          <p:cNvPr id="4" name="Slide Number Placeholder 3">
            <a:extLst>
              <a:ext uri="{FF2B5EF4-FFF2-40B4-BE49-F238E27FC236}">
                <a16:creationId xmlns:a16="http://schemas.microsoft.com/office/drawing/2014/main" id="{92C85A66-D23B-A8CF-DC3A-EB7DB35A0ECB}"/>
              </a:ext>
            </a:extLst>
          </p:cNvPr>
          <p:cNvSpPr>
            <a:spLocks noGrp="1"/>
          </p:cNvSpPr>
          <p:nvPr>
            <p:ph type="sldNum" sz="quarter" idx="67"/>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6" name="Text Placeholder 3">
            <a:extLst>
              <a:ext uri="{FF2B5EF4-FFF2-40B4-BE49-F238E27FC236}">
                <a16:creationId xmlns:a16="http://schemas.microsoft.com/office/drawing/2014/main" id="{283A04C0-ABBD-80CB-59FA-A2129B85B458}"/>
              </a:ext>
            </a:extLst>
          </p:cNvPr>
          <p:cNvSpPr>
            <a:spLocks noGrp="1"/>
          </p:cNvSpPr>
          <p:nvPr>
            <p:ph type="body" sz="quarter" idx="17" hasCustomPrompt="1"/>
          </p:nvPr>
        </p:nvSpPr>
        <p:spPr>
          <a:xfrm>
            <a:off x="480575" y="4516145"/>
            <a:ext cx="2595125" cy="1202546"/>
          </a:xfrm>
          <a:prstGeom prst="rect">
            <a:avLst/>
          </a:prstGeom>
        </p:spPr>
        <p:txBody>
          <a:bodyPr lIns="0" tIns="0" rIns="0" bIns="0"/>
          <a:lstStyle>
            <a:lvl1pPr marL="0" indent="0">
              <a:lnSpc>
                <a:spcPct val="85000"/>
              </a:lnSpc>
              <a:spcBef>
                <a:spcPts val="0"/>
              </a:spcBef>
              <a:spcAft>
                <a:spcPts val="600"/>
              </a:spcAft>
              <a:buNone/>
              <a:defRPr sz="1600">
                <a:solidFill>
                  <a:schemeClr val="tx2">
                    <a:lumMod val="10000"/>
                  </a:schemeClr>
                </a:solidFill>
              </a:defRPr>
            </a:lvl1pPr>
            <a:lvl2pPr marL="457200" indent="0">
              <a:lnSpc>
                <a:spcPct val="150000"/>
              </a:lnSpc>
              <a:buNone/>
              <a:defRPr sz="1800">
                <a:solidFill>
                  <a:schemeClr val="tx1"/>
                </a:solidFill>
              </a:defRPr>
            </a:lvl2pPr>
            <a:lvl3pPr marL="914400" indent="0">
              <a:lnSpc>
                <a:spcPct val="150000"/>
              </a:lnSpc>
              <a:buNone/>
              <a:defRPr sz="1600">
                <a:solidFill>
                  <a:schemeClr val="tx1"/>
                </a:solidFill>
              </a:defRPr>
            </a:lvl3pPr>
            <a:lvl4pPr marL="1371600" indent="0">
              <a:lnSpc>
                <a:spcPct val="150000"/>
              </a:lnSpc>
              <a:buNone/>
              <a:defRPr sz="1400">
                <a:solidFill>
                  <a:schemeClr val="tx1"/>
                </a:solidFill>
              </a:defRPr>
            </a:lvl4pPr>
            <a:lvl5pPr marL="1828800" indent="0">
              <a:lnSpc>
                <a:spcPct val="150000"/>
              </a:lnSpc>
              <a:buNone/>
              <a:defRPr sz="1400">
                <a:solidFill>
                  <a:schemeClr val="tx1"/>
                </a:solidFill>
              </a:defRPr>
            </a:lvl5pPr>
          </a:lstStyle>
          <a:p>
            <a:pPr lvl="0"/>
            <a:r>
              <a:rPr lang="en-US"/>
              <a:t>Text Goes Here</a:t>
            </a:r>
          </a:p>
        </p:txBody>
      </p:sp>
      <p:sp>
        <p:nvSpPr>
          <p:cNvPr id="7" name="Text Placeholder 3">
            <a:extLst>
              <a:ext uri="{FF2B5EF4-FFF2-40B4-BE49-F238E27FC236}">
                <a16:creationId xmlns:a16="http://schemas.microsoft.com/office/drawing/2014/main" id="{7F6E8FFC-243A-1E8F-2796-3B1AEC62F828}"/>
              </a:ext>
            </a:extLst>
          </p:cNvPr>
          <p:cNvSpPr>
            <a:spLocks noGrp="1"/>
          </p:cNvSpPr>
          <p:nvPr>
            <p:ph type="body" sz="quarter" idx="70" hasCustomPrompt="1"/>
          </p:nvPr>
        </p:nvSpPr>
        <p:spPr>
          <a:xfrm>
            <a:off x="3356025" y="1922979"/>
            <a:ext cx="2595125" cy="1202546"/>
          </a:xfrm>
          <a:prstGeom prst="rect">
            <a:avLst/>
          </a:prstGeom>
        </p:spPr>
        <p:txBody>
          <a:bodyPr lIns="0" tIns="0" rIns="0" bIns="0"/>
          <a:lstStyle>
            <a:lvl1pPr marL="0" indent="0">
              <a:lnSpc>
                <a:spcPct val="85000"/>
              </a:lnSpc>
              <a:spcBef>
                <a:spcPts val="0"/>
              </a:spcBef>
              <a:spcAft>
                <a:spcPts val="600"/>
              </a:spcAft>
              <a:buNone/>
              <a:defRPr sz="1600">
                <a:solidFill>
                  <a:schemeClr val="tx2">
                    <a:lumMod val="10000"/>
                  </a:schemeClr>
                </a:solidFill>
              </a:defRPr>
            </a:lvl1pPr>
            <a:lvl2pPr marL="457200" indent="0">
              <a:lnSpc>
                <a:spcPct val="150000"/>
              </a:lnSpc>
              <a:buNone/>
              <a:defRPr sz="1800">
                <a:solidFill>
                  <a:schemeClr val="tx1"/>
                </a:solidFill>
              </a:defRPr>
            </a:lvl2pPr>
            <a:lvl3pPr marL="914400" indent="0">
              <a:lnSpc>
                <a:spcPct val="150000"/>
              </a:lnSpc>
              <a:buNone/>
              <a:defRPr sz="1600">
                <a:solidFill>
                  <a:schemeClr val="tx1"/>
                </a:solidFill>
              </a:defRPr>
            </a:lvl3pPr>
            <a:lvl4pPr marL="1371600" indent="0">
              <a:lnSpc>
                <a:spcPct val="150000"/>
              </a:lnSpc>
              <a:buNone/>
              <a:defRPr sz="1400">
                <a:solidFill>
                  <a:schemeClr val="tx1"/>
                </a:solidFill>
              </a:defRPr>
            </a:lvl4pPr>
            <a:lvl5pPr marL="1828800" indent="0">
              <a:lnSpc>
                <a:spcPct val="150000"/>
              </a:lnSpc>
              <a:buNone/>
              <a:defRPr sz="1400">
                <a:solidFill>
                  <a:schemeClr val="tx1"/>
                </a:solidFill>
              </a:defRPr>
            </a:lvl5pPr>
          </a:lstStyle>
          <a:p>
            <a:pPr lvl="0"/>
            <a:r>
              <a:rPr lang="en-US"/>
              <a:t>Text Goes Here</a:t>
            </a:r>
          </a:p>
        </p:txBody>
      </p:sp>
      <p:sp>
        <p:nvSpPr>
          <p:cNvPr id="12" name="Text Placeholder 3">
            <a:extLst>
              <a:ext uri="{FF2B5EF4-FFF2-40B4-BE49-F238E27FC236}">
                <a16:creationId xmlns:a16="http://schemas.microsoft.com/office/drawing/2014/main" id="{1C1BC27E-EE77-0FBB-33FB-A29A09D60BBF}"/>
              </a:ext>
            </a:extLst>
          </p:cNvPr>
          <p:cNvSpPr>
            <a:spLocks noGrp="1"/>
          </p:cNvSpPr>
          <p:nvPr>
            <p:ph type="body" sz="quarter" idx="71" hasCustomPrompt="1"/>
          </p:nvPr>
        </p:nvSpPr>
        <p:spPr>
          <a:xfrm>
            <a:off x="6241842" y="4516145"/>
            <a:ext cx="2595125" cy="1202546"/>
          </a:xfrm>
          <a:prstGeom prst="rect">
            <a:avLst/>
          </a:prstGeom>
        </p:spPr>
        <p:txBody>
          <a:bodyPr lIns="0" tIns="0" rIns="0" bIns="0"/>
          <a:lstStyle>
            <a:lvl1pPr marL="0" indent="0">
              <a:lnSpc>
                <a:spcPct val="85000"/>
              </a:lnSpc>
              <a:spcBef>
                <a:spcPts val="0"/>
              </a:spcBef>
              <a:spcAft>
                <a:spcPts val="600"/>
              </a:spcAft>
              <a:buNone/>
              <a:defRPr sz="1600">
                <a:solidFill>
                  <a:schemeClr val="tx2">
                    <a:lumMod val="10000"/>
                  </a:schemeClr>
                </a:solidFill>
              </a:defRPr>
            </a:lvl1pPr>
            <a:lvl2pPr marL="457200" indent="0">
              <a:lnSpc>
                <a:spcPct val="150000"/>
              </a:lnSpc>
              <a:buNone/>
              <a:defRPr sz="1800">
                <a:solidFill>
                  <a:schemeClr val="tx1"/>
                </a:solidFill>
              </a:defRPr>
            </a:lvl2pPr>
            <a:lvl3pPr marL="914400" indent="0">
              <a:lnSpc>
                <a:spcPct val="150000"/>
              </a:lnSpc>
              <a:buNone/>
              <a:defRPr sz="1600">
                <a:solidFill>
                  <a:schemeClr val="tx1"/>
                </a:solidFill>
              </a:defRPr>
            </a:lvl3pPr>
            <a:lvl4pPr marL="1371600" indent="0">
              <a:lnSpc>
                <a:spcPct val="150000"/>
              </a:lnSpc>
              <a:buNone/>
              <a:defRPr sz="1400">
                <a:solidFill>
                  <a:schemeClr val="tx1"/>
                </a:solidFill>
              </a:defRPr>
            </a:lvl4pPr>
            <a:lvl5pPr marL="1828800" indent="0">
              <a:lnSpc>
                <a:spcPct val="150000"/>
              </a:lnSpc>
              <a:buNone/>
              <a:defRPr sz="1400">
                <a:solidFill>
                  <a:schemeClr val="tx1"/>
                </a:solidFill>
              </a:defRPr>
            </a:lvl5pPr>
          </a:lstStyle>
          <a:p>
            <a:pPr lvl="0"/>
            <a:r>
              <a:rPr lang="en-US"/>
              <a:t>Text Goes Here</a:t>
            </a:r>
          </a:p>
        </p:txBody>
      </p:sp>
      <p:sp>
        <p:nvSpPr>
          <p:cNvPr id="15" name="Text Placeholder 3">
            <a:extLst>
              <a:ext uri="{FF2B5EF4-FFF2-40B4-BE49-F238E27FC236}">
                <a16:creationId xmlns:a16="http://schemas.microsoft.com/office/drawing/2014/main" id="{E68348DA-603B-BF8E-67ED-008539E23F6A}"/>
              </a:ext>
            </a:extLst>
          </p:cNvPr>
          <p:cNvSpPr>
            <a:spLocks noGrp="1"/>
          </p:cNvSpPr>
          <p:nvPr>
            <p:ph type="body" sz="quarter" idx="72" hasCustomPrompt="1"/>
          </p:nvPr>
        </p:nvSpPr>
        <p:spPr>
          <a:xfrm>
            <a:off x="9120575" y="1922979"/>
            <a:ext cx="2595125" cy="1202546"/>
          </a:xfrm>
          <a:prstGeom prst="rect">
            <a:avLst/>
          </a:prstGeom>
        </p:spPr>
        <p:txBody>
          <a:bodyPr lIns="0" tIns="0" rIns="0" bIns="0"/>
          <a:lstStyle>
            <a:lvl1pPr marL="0" indent="0">
              <a:lnSpc>
                <a:spcPct val="85000"/>
              </a:lnSpc>
              <a:spcBef>
                <a:spcPts val="0"/>
              </a:spcBef>
              <a:spcAft>
                <a:spcPts val="600"/>
              </a:spcAft>
              <a:buNone/>
              <a:defRPr sz="1600">
                <a:solidFill>
                  <a:schemeClr val="tx2">
                    <a:lumMod val="10000"/>
                  </a:schemeClr>
                </a:solidFill>
              </a:defRPr>
            </a:lvl1pPr>
            <a:lvl2pPr marL="457200" indent="0">
              <a:lnSpc>
                <a:spcPct val="150000"/>
              </a:lnSpc>
              <a:buNone/>
              <a:defRPr sz="1800">
                <a:solidFill>
                  <a:schemeClr val="tx1"/>
                </a:solidFill>
              </a:defRPr>
            </a:lvl2pPr>
            <a:lvl3pPr marL="914400" indent="0">
              <a:lnSpc>
                <a:spcPct val="150000"/>
              </a:lnSpc>
              <a:buNone/>
              <a:defRPr sz="1600">
                <a:solidFill>
                  <a:schemeClr val="tx1"/>
                </a:solidFill>
              </a:defRPr>
            </a:lvl3pPr>
            <a:lvl4pPr marL="1371600" indent="0">
              <a:lnSpc>
                <a:spcPct val="150000"/>
              </a:lnSpc>
              <a:buNone/>
              <a:defRPr sz="1400">
                <a:solidFill>
                  <a:schemeClr val="tx1"/>
                </a:solidFill>
              </a:defRPr>
            </a:lvl4pPr>
            <a:lvl5pPr marL="1828800" indent="0">
              <a:lnSpc>
                <a:spcPct val="150000"/>
              </a:lnSpc>
              <a:buNone/>
              <a:defRPr sz="1400">
                <a:solidFill>
                  <a:schemeClr val="tx1"/>
                </a:solidFill>
              </a:defRPr>
            </a:lvl5pPr>
          </a:lstStyle>
          <a:p>
            <a:pPr lvl="0"/>
            <a:r>
              <a:rPr lang="en-US"/>
              <a:t>Text Goes Here</a:t>
            </a:r>
          </a:p>
        </p:txBody>
      </p:sp>
      <p:sp>
        <p:nvSpPr>
          <p:cNvPr id="3" name="Title 6">
            <a:extLst>
              <a:ext uri="{FF2B5EF4-FFF2-40B4-BE49-F238E27FC236}">
                <a16:creationId xmlns:a16="http://schemas.microsoft.com/office/drawing/2014/main" id="{DCE9F37B-449D-E745-8D15-E0F927970B60}"/>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3" name="Title 6">
            <a:extLst>
              <a:ext uri="{FF2B5EF4-FFF2-40B4-BE49-F238E27FC236}">
                <a16:creationId xmlns:a16="http://schemas.microsoft.com/office/drawing/2014/main" id="{49209B99-22DE-BC66-51C2-BEB0A38E874D}"/>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6" name="Text Placeholder 9">
            <a:extLst>
              <a:ext uri="{FF2B5EF4-FFF2-40B4-BE49-F238E27FC236}">
                <a16:creationId xmlns:a16="http://schemas.microsoft.com/office/drawing/2014/main" id="{F0E68159-C9CE-5118-C06B-DD32435F4615}"/>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5" name="Graphic 4">
            <a:extLst>
              <a:ext uri="{FF2B5EF4-FFF2-40B4-BE49-F238E27FC236}">
                <a16:creationId xmlns:a16="http://schemas.microsoft.com/office/drawing/2014/main" id="{856D4288-1C4B-1D0F-E6AB-C1222A60BB1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2" name="Footer Placeholder 4">
            <a:extLst>
              <a:ext uri="{FF2B5EF4-FFF2-40B4-BE49-F238E27FC236}">
                <a16:creationId xmlns:a16="http://schemas.microsoft.com/office/drawing/2014/main" id="{2FB0416C-CFFE-97D8-C5C5-778C8CA867B2}"/>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1092549576"/>
      </p:ext>
    </p:extLst>
  </p:cSld>
  <p:clrMapOvr>
    <a:masterClrMapping/>
  </p:clrMapOvr>
  <p:extLst>
    <p:ext uri="{DCECCB84-F9BA-43D5-87BE-67443E8EF086}">
      <p15:sldGuideLst xmlns:p15="http://schemas.microsoft.com/office/powerpoint/2012/main">
        <p15:guide id="7" pos="1958">
          <p15:clr>
            <a:srgbClr val="FBAE40"/>
          </p15:clr>
        </p15:guide>
        <p15:guide id="8" pos="2116">
          <p15:clr>
            <a:srgbClr val="FBAE40"/>
          </p15:clr>
        </p15:guide>
        <p15:guide id="9" pos="3760">
          <p15:clr>
            <a:srgbClr val="FBAE40"/>
          </p15:clr>
        </p15:guide>
        <p15:guide id="10" pos="3928">
          <p15:clr>
            <a:srgbClr val="FBAE40"/>
          </p15:clr>
        </p15:guide>
        <p15:guide id="11" pos="5564">
          <p15:clr>
            <a:srgbClr val="FBAE40"/>
          </p15:clr>
        </p15:guide>
        <p15:guide id="12" pos="57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collage">
    <p:spTree>
      <p:nvGrpSpPr>
        <p:cNvPr id="1" name=""/>
        <p:cNvGrpSpPr/>
        <p:nvPr/>
      </p:nvGrpSpPr>
      <p:grpSpPr>
        <a:xfrm>
          <a:off x="0" y="0"/>
          <a:ext cx="0" cy="0"/>
          <a:chOff x="0" y="0"/>
          <a:chExt cx="0" cy="0"/>
        </a:xfrm>
      </p:grpSpPr>
      <p:sp>
        <p:nvSpPr>
          <p:cNvPr id="4" name="Picture Placeholder 11">
            <a:extLst>
              <a:ext uri="{FF2B5EF4-FFF2-40B4-BE49-F238E27FC236}">
                <a16:creationId xmlns:a16="http://schemas.microsoft.com/office/drawing/2014/main" id="{567E98F5-782B-41C2-9E3A-09B0A43BDA80}"/>
              </a:ext>
            </a:extLst>
          </p:cNvPr>
          <p:cNvSpPr>
            <a:spLocks noGrp="1" noRot="1" noMove="1" noResize="1" noEditPoints="1" noAdjustHandles="1" noChangeArrowheads="1" noChangeShapeType="1"/>
          </p:cNvSpPr>
          <p:nvPr>
            <p:ph type="pic" sz="quarter" idx="45" hasCustomPrompt="1"/>
          </p:nvPr>
        </p:nvSpPr>
        <p:spPr>
          <a:xfrm>
            <a:off x="0" y="1913229"/>
            <a:ext cx="3676650" cy="3818484"/>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picture</a:t>
            </a:r>
            <a:endParaRPr lang="en-AU"/>
          </a:p>
        </p:txBody>
      </p:sp>
      <p:sp>
        <p:nvSpPr>
          <p:cNvPr id="5" name="Picture Placeholder 11">
            <a:extLst>
              <a:ext uri="{FF2B5EF4-FFF2-40B4-BE49-F238E27FC236}">
                <a16:creationId xmlns:a16="http://schemas.microsoft.com/office/drawing/2014/main" id="{AAAEF392-E7C6-4309-B970-DBE1E786CC9C}"/>
              </a:ext>
            </a:extLst>
          </p:cNvPr>
          <p:cNvSpPr>
            <a:spLocks noGrp="1" noRot="1" noMove="1" noResize="1" noEditPoints="1" noAdjustHandles="1" noChangeArrowheads="1" noChangeShapeType="1"/>
          </p:cNvSpPr>
          <p:nvPr>
            <p:ph type="pic" sz="quarter" idx="46" hasCustomPrompt="1"/>
          </p:nvPr>
        </p:nvSpPr>
        <p:spPr>
          <a:xfrm>
            <a:off x="8515350" y="1913271"/>
            <a:ext cx="3676650" cy="3818689"/>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picture</a:t>
            </a:r>
          </a:p>
          <a:p>
            <a:pPr lvl="0" algn="ctr"/>
            <a:r>
              <a:rPr lang="en-AU"/>
              <a:t> </a:t>
            </a:r>
          </a:p>
        </p:txBody>
      </p:sp>
      <p:sp>
        <p:nvSpPr>
          <p:cNvPr id="6" name="Picture Placeholder 11">
            <a:extLst>
              <a:ext uri="{FF2B5EF4-FFF2-40B4-BE49-F238E27FC236}">
                <a16:creationId xmlns:a16="http://schemas.microsoft.com/office/drawing/2014/main" id="{A569D91A-6A3F-46D0-9F4E-2D8F415AB5E9}"/>
              </a:ext>
            </a:extLst>
          </p:cNvPr>
          <p:cNvSpPr>
            <a:spLocks noGrp="1" noRot="1" noMove="1" noResize="1" noEditPoints="1" noAdjustHandles="1" noChangeArrowheads="1" noChangeShapeType="1"/>
          </p:cNvSpPr>
          <p:nvPr>
            <p:ph type="pic" sz="quarter" idx="47" hasCustomPrompt="1"/>
          </p:nvPr>
        </p:nvSpPr>
        <p:spPr>
          <a:xfrm>
            <a:off x="3791347" y="1913229"/>
            <a:ext cx="4609306" cy="1782604"/>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picture</a:t>
            </a:r>
            <a:endParaRPr lang="en-AU"/>
          </a:p>
        </p:txBody>
      </p:sp>
      <p:sp>
        <p:nvSpPr>
          <p:cNvPr id="7" name="Picture Placeholder 11">
            <a:extLst>
              <a:ext uri="{FF2B5EF4-FFF2-40B4-BE49-F238E27FC236}">
                <a16:creationId xmlns:a16="http://schemas.microsoft.com/office/drawing/2014/main" id="{E31BD47A-671C-4E8A-A75D-64DA037C55A0}"/>
              </a:ext>
            </a:extLst>
          </p:cNvPr>
          <p:cNvSpPr>
            <a:spLocks noGrp="1" noRot="1" noMove="1" noResize="1" noEditPoints="1" noAdjustHandles="1" noChangeArrowheads="1" noChangeShapeType="1"/>
          </p:cNvSpPr>
          <p:nvPr>
            <p:ph type="pic" sz="quarter" idx="48" hasCustomPrompt="1"/>
          </p:nvPr>
        </p:nvSpPr>
        <p:spPr>
          <a:xfrm>
            <a:off x="3791347" y="3825373"/>
            <a:ext cx="4609306" cy="1906588"/>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picture</a:t>
            </a:r>
            <a:endParaRPr lang="en-AU"/>
          </a:p>
        </p:txBody>
      </p:sp>
      <p:sp>
        <p:nvSpPr>
          <p:cNvPr id="9" name="Slide Number Placeholder 8">
            <a:extLst>
              <a:ext uri="{FF2B5EF4-FFF2-40B4-BE49-F238E27FC236}">
                <a16:creationId xmlns:a16="http://schemas.microsoft.com/office/drawing/2014/main" id="{E8EFF081-B585-6C7E-9694-A662FBD5DE41}"/>
              </a:ext>
            </a:extLst>
          </p:cNvPr>
          <p:cNvSpPr>
            <a:spLocks noGrp="1"/>
          </p:cNvSpPr>
          <p:nvPr>
            <p:ph type="sldNum" sz="quarter" idx="49"/>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8" name="Title 6">
            <a:extLst>
              <a:ext uri="{FF2B5EF4-FFF2-40B4-BE49-F238E27FC236}">
                <a16:creationId xmlns:a16="http://schemas.microsoft.com/office/drawing/2014/main" id="{3DD59D9D-2C72-224F-2196-84B964F24B6D}"/>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0" name="Title 6">
            <a:extLst>
              <a:ext uri="{FF2B5EF4-FFF2-40B4-BE49-F238E27FC236}">
                <a16:creationId xmlns:a16="http://schemas.microsoft.com/office/drawing/2014/main" id="{9C8F4A1F-22C5-5A95-F45D-8DB2B3EADB50}"/>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1" name="Text Placeholder 9">
            <a:extLst>
              <a:ext uri="{FF2B5EF4-FFF2-40B4-BE49-F238E27FC236}">
                <a16:creationId xmlns:a16="http://schemas.microsoft.com/office/drawing/2014/main" id="{93028BAA-17BE-9181-C509-74DFEB0E31E4}"/>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2" name="Graphic 1">
            <a:extLst>
              <a:ext uri="{FF2B5EF4-FFF2-40B4-BE49-F238E27FC236}">
                <a16:creationId xmlns:a16="http://schemas.microsoft.com/office/drawing/2014/main" id="{61AF8F07-1B40-F74F-7D54-C5D69CBB640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83197F18-38BD-EAA6-2CB8-793FCE9AFB3D}"/>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340515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 Column + collage">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EF65264D-1DB0-475A-94C2-4CDB9DEEE830}"/>
              </a:ext>
            </a:extLst>
          </p:cNvPr>
          <p:cNvSpPr>
            <a:spLocks noGrp="1" noRot="1" noMove="1" noResize="1" noEditPoints="1" noAdjustHandles="1" noChangeArrowheads="1" noChangeShapeType="1"/>
          </p:cNvSpPr>
          <p:nvPr>
            <p:ph type="pic" sz="quarter" idx="46" hasCustomPrompt="1"/>
          </p:nvPr>
        </p:nvSpPr>
        <p:spPr>
          <a:xfrm>
            <a:off x="6286500" y="0"/>
            <a:ext cx="2952000" cy="3504218"/>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a:t>
            </a:r>
            <a:r>
              <a:rPr lang="en-AU"/>
              <a:t>picture</a:t>
            </a:r>
          </a:p>
        </p:txBody>
      </p:sp>
      <p:sp>
        <p:nvSpPr>
          <p:cNvPr id="8" name="Picture Placeholder 11">
            <a:extLst>
              <a:ext uri="{FF2B5EF4-FFF2-40B4-BE49-F238E27FC236}">
                <a16:creationId xmlns:a16="http://schemas.microsoft.com/office/drawing/2014/main" id="{5C000396-C074-41AC-B95B-1A20F11C7DFD}"/>
              </a:ext>
            </a:extLst>
          </p:cNvPr>
          <p:cNvSpPr>
            <a:spLocks noGrp="1" noRot="1" noMove="1" noResize="1" noEditPoints="1" noAdjustHandles="1" noChangeArrowheads="1" noChangeShapeType="1"/>
          </p:cNvSpPr>
          <p:nvPr>
            <p:ph type="pic" sz="quarter" idx="47" hasCustomPrompt="1"/>
          </p:nvPr>
        </p:nvSpPr>
        <p:spPr>
          <a:xfrm>
            <a:off x="9240856" y="0"/>
            <a:ext cx="2952000" cy="3504218"/>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a:t>
            </a:r>
            <a:r>
              <a:rPr lang="en-AU"/>
              <a:t>picture</a:t>
            </a:r>
          </a:p>
        </p:txBody>
      </p:sp>
      <p:sp>
        <p:nvSpPr>
          <p:cNvPr id="9" name="Picture Placeholder 11">
            <a:extLst>
              <a:ext uri="{FF2B5EF4-FFF2-40B4-BE49-F238E27FC236}">
                <a16:creationId xmlns:a16="http://schemas.microsoft.com/office/drawing/2014/main" id="{D278DA27-5717-48D9-B165-AC1658089D8C}"/>
              </a:ext>
            </a:extLst>
          </p:cNvPr>
          <p:cNvSpPr>
            <a:spLocks noGrp="1" noRot="1" noMove="1" noResize="1" noEditPoints="1" noAdjustHandles="1" noChangeArrowheads="1" noChangeShapeType="1"/>
          </p:cNvSpPr>
          <p:nvPr>
            <p:ph type="pic" sz="quarter" idx="48" hasCustomPrompt="1"/>
          </p:nvPr>
        </p:nvSpPr>
        <p:spPr>
          <a:xfrm>
            <a:off x="6286073" y="3498386"/>
            <a:ext cx="2952000" cy="3359613"/>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a:t>
            </a:r>
            <a:r>
              <a:rPr lang="en-AU"/>
              <a:t>picture</a:t>
            </a:r>
          </a:p>
        </p:txBody>
      </p:sp>
      <p:sp>
        <p:nvSpPr>
          <p:cNvPr id="10" name="Picture Placeholder 11">
            <a:extLst>
              <a:ext uri="{FF2B5EF4-FFF2-40B4-BE49-F238E27FC236}">
                <a16:creationId xmlns:a16="http://schemas.microsoft.com/office/drawing/2014/main" id="{1CFDE815-8B15-4EDE-8E34-A8BD67CF6919}"/>
              </a:ext>
            </a:extLst>
          </p:cNvPr>
          <p:cNvSpPr>
            <a:spLocks noGrp="1" noRot="1" noMove="1" noResize="1" noEditPoints="1" noAdjustHandles="1" noChangeArrowheads="1" noChangeShapeType="1"/>
          </p:cNvSpPr>
          <p:nvPr>
            <p:ph type="pic" sz="quarter" idx="49" hasCustomPrompt="1"/>
          </p:nvPr>
        </p:nvSpPr>
        <p:spPr>
          <a:xfrm>
            <a:off x="9240000" y="3498386"/>
            <a:ext cx="2952000" cy="3359613"/>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tx2"/>
          </a:solidFill>
        </p:spPr>
        <p:txBody>
          <a:bodyPr vert="horz" lIns="0" tIns="0" rIns="0" bIns="0" rtlCol="0" anchor="ctr">
            <a:normAutofit/>
          </a:bodyPr>
          <a:lstStyle>
            <a:lvl1pPr marL="0" indent="0">
              <a:lnSpc>
                <a:spcPct val="100000"/>
              </a:lnSpc>
              <a:spcAft>
                <a:spcPts val="600"/>
              </a:spcAft>
              <a:buNone/>
              <a:defRPr lang="en-AU" sz="1200" dirty="0"/>
            </a:lvl1pPr>
          </a:lstStyle>
          <a:p>
            <a:pPr lvl="0" algn="ctr"/>
            <a:r>
              <a:rPr lang="en-US"/>
              <a:t>Click on the icon to insert a </a:t>
            </a:r>
            <a:r>
              <a:rPr lang="en-AU"/>
              <a:t>picture</a:t>
            </a:r>
          </a:p>
        </p:txBody>
      </p:sp>
      <p:sp>
        <p:nvSpPr>
          <p:cNvPr id="4" name="Slide Number Placeholder 3">
            <a:extLst>
              <a:ext uri="{FF2B5EF4-FFF2-40B4-BE49-F238E27FC236}">
                <a16:creationId xmlns:a16="http://schemas.microsoft.com/office/drawing/2014/main" id="{A06CE19E-17FC-6F77-5504-5FC246527331}"/>
              </a:ext>
            </a:extLst>
          </p:cNvPr>
          <p:cNvSpPr>
            <a:spLocks noGrp="1"/>
          </p:cNvSpPr>
          <p:nvPr>
            <p:ph type="sldNum" sz="quarter" idx="50"/>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6" name="Title 6">
            <a:extLst>
              <a:ext uri="{FF2B5EF4-FFF2-40B4-BE49-F238E27FC236}">
                <a16:creationId xmlns:a16="http://schemas.microsoft.com/office/drawing/2014/main" id="{638EA08B-975D-594E-DAF6-268498C671E8}"/>
              </a:ext>
            </a:extLst>
          </p:cNvPr>
          <p:cNvSpPr>
            <a:spLocks noGrp="1"/>
          </p:cNvSpPr>
          <p:nvPr>
            <p:ph type="title" hasCustomPrompt="1"/>
          </p:nvPr>
        </p:nvSpPr>
        <p:spPr>
          <a:xfrm>
            <a:off x="479426" y="788705"/>
            <a:ext cx="542607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1" name="Text Placeholder 9">
            <a:extLst>
              <a:ext uri="{FF2B5EF4-FFF2-40B4-BE49-F238E27FC236}">
                <a16:creationId xmlns:a16="http://schemas.microsoft.com/office/drawing/2014/main" id="{452845A0-423B-1B8C-9C14-C2380F37967B}"/>
              </a:ext>
            </a:extLst>
          </p:cNvPr>
          <p:cNvSpPr>
            <a:spLocks noGrp="1"/>
          </p:cNvSpPr>
          <p:nvPr>
            <p:ph type="body" sz="quarter" idx="44" hasCustomPrompt="1"/>
          </p:nvPr>
        </p:nvSpPr>
        <p:spPr>
          <a:xfrm>
            <a:off x="479426" y="489600"/>
            <a:ext cx="542607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2" name="Text Placeholder 9">
            <a:extLst>
              <a:ext uri="{FF2B5EF4-FFF2-40B4-BE49-F238E27FC236}">
                <a16:creationId xmlns:a16="http://schemas.microsoft.com/office/drawing/2014/main" id="{4AB8AE48-EE13-948C-99C1-1A5D9AA856EF}"/>
              </a:ext>
            </a:extLst>
          </p:cNvPr>
          <p:cNvSpPr>
            <a:spLocks noGrp="1" noChangeAspect="1"/>
          </p:cNvSpPr>
          <p:nvPr>
            <p:ph type="body" sz="quarter" idx="52"/>
          </p:nvPr>
        </p:nvSpPr>
        <p:spPr>
          <a:xfrm>
            <a:off x="10899797" y="6167885"/>
            <a:ext cx="829301" cy="290983"/>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3" name="Footer Placeholder 4">
            <a:extLst>
              <a:ext uri="{FF2B5EF4-FFF2-40B4-BE49-F238E27FC236}">
                <a16:creationId xmlns:a16="http://schemas.microsoft.com/office/drawing/2014/main" id="{77B0D149-0193-3E8A-C839-5105444C94E5}"/>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5" name="Content Placeholder 16">
            <a:extLst>
              <a:ext uri="{FF2B5EF4-FFF2-40B4-BE49-F238E27FC236}">
                <a16:creationId xmlns:a16="http://schemas.microsoft.com/office/drawing/2014/main" id="{9299771A-7F96-91F8-1232-942AAC046ACE}"/>
              </a:ext>
            </a:extLst>
          </p:cNvPr>
          <p:cNvSpPr>
            <a:spLocks noGrp="1"/>
          </p:cNvSpPr>
          <p:nvPr>
            <p:ph sz="quarter" idx="53"/>
          </p:nvPr>
        </p:nvSpPr>
        <p:spPr>
          <a:xfrm>
            <a:off x="479426" y="1575795"/>
            <a:ext cx="54252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85123465"/>
      </p:ext>
    </p:extLst>
  </p:cSld>
  <p:clrMapOvr>
    <a:masterClrMapping/>
  </p:clrMapOvr>
  <p:extLst>
    <p:ext uri="{DCECCB84-F9BA-43D5-87BE-67443E8EF086}">
      <p15:sldGuideLst xmlns:p15="http://schemas.microsoft.com/office/powerpoint/2012/main">
        <p15:guide id="3" pos="3960">
          <p15:clr>
            <a:srgbClr val="FBAE40"/>
          </p15:clr>
        </p15:guide>
        <p15:guide id="4" pos="369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Column + 2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7D4BD77-5A6E-21D3-C6B0-F139AD5E8FA8}"/>
              </a:ext>
            </a:extLst>
          </p:cNvPr>
          <p:cNvSpPr>
            <a:spLocks noGrp="1" noRot="1" noMove="1" noResize="1" noEditPoints="1" noAdjustHandles="1" noChangeArrowheads="1" noChangeShapeType="1"/>
          </p:cNvSpPr>
          <p:nvPr>
            <p:ph type="pic" sz="quarter" idx="73" hasCustomPrompt="1"/>
          </p:nvPr>
        </p:nvSpPr>
        <p:spPr>
          <a:xfrm>
            <a:off x="5443365" y="1581123"/>
            <a:ext cx="3191349" cy="4311678"/>
          </a:xfrm>
          <a:prstGeom prst="rect">
            <a:avLst/>
          </a:prstGeom>
          <a:solidFill>
            <a:schemeClr val="tx2"/>
          </a:solidFill>
        </p:spPr>
        <p:txBody>
          <a:bodyPr wrap="square" anchor="ctr" anchorCtr="1">
            <a:noAutofit/>
          </a:bodyPr>
          <a:lstStyle>
            <a:lvl1pPr marL="0" indent="0" algn="ctr">
              <a:lnSpc>
                <a:spcPct val="100000"/>
              </a:lnSpc>
              <a:spcAft>
                <a:spcPts val="600"/>
              </a:spcAft>
              <a:buNone/>
              <a:defRPr sz="1100"/>
            </a:lvl1pPr>
          </a:lstStyle>
          <a:p>
            <a:r>
              <a:rPr lang="en-AU"/>
              <a:t>Click on icon to insert image </a:t>
            </a:r>
          </a:p>
        </p:txBody>
      </p:sp>
      <p:sp>
        <p:nvSpPr>
          <p:cNvPr id="8" name="Picture Placeholder 8">
            <a:extLst>
              <a:ext uri="{FF2B5EF4-FFF2-40B4-BE49-F238E27FC236}">
                <a16:creationId xmlns:a16="http://schemas.microsoft.com/office/drawing/2014/main" id="{810D544F-F8CA-AD59-0F6E-56150D59DF18}"/>
              </a:ext>
            </a:extLst>
          </p:cNvPr>
          <p:cNvSpPr>
            <a:spLocks noGrp="1" noRot="1" noMove="1" noResize="1" noEditPoints="1" noAdjustHandles="1" noChangeArrowheads="1" noChangeShapeType="1"/>
          </p:cNvSpPr>
          <p:nvPr>
            <p:ph type="pic" sz="quarter" idx="74" hasCustomPrompt="1"/>
          </p:nvPr>
        </p:nvSpPr>
        <p:spPr>
          <a:xfrm>
            <a:off x="8987893" y="1581123"/>
            <a:ext cx="3204000" cy="4311678"/>
          </a:xfrm>
          <a:prstGeom prst="rect">
            <a:avLst/>
          </a:prstGeom>
          <a:solidFill>
            <a:schemeClr val="tx2"/>
          </a:solidFill>
        </p:spPr>
        <p:txBody>
          <a:bodyPr wrap="square" anchor="ctr" anchorCtr="1">
            <a:noAutofit/>
          </a:bodyPr>
          <a:lstStyle>
            <a:lvl1pPr marL="0" indent="0" algn="ctr">
              <a:lnSpc>
                <a:spcPct val="100000"/>
              </a:lnSpc>
              <a:spcAft>
                <a:spcPts val="600"/>
              </a:spcAft>
              <a:buNone/>
              <a:defRPr sz="1200"/>
            </a:lvl1pPr>
          </a:lstStyle>
          <a:p>
            <a:r>
              <a:rPr lang="en-AU"/>
              <a:t>Click on icon to insert image </a:t>
            </a:r>
          </a:p>
        </p:txBody>
      </p:sp>
      <p:sp>
        <p:nvSpPr>
          <p:cNvPr id="2" name="Slide Number Placeholder 1">
            <a:extLst>
              <a:ext uri="{FF2B5EF4-FFF2-40B4-BE49-F238E27FC236}">
                <a16:creationId xmlns:a16="http://schemas.microsoft.com/office/drawing/2014/main" id="{3EEB6B39-EBE3-99DB-2B28-C06A773BE1AB}"/>
              </a:ext>
            </a:extLst>
          </p:cNvPr>
          <p:cNvSpPr>
            <a:spLocks noGrp="1"/>
          </p:cNvSpPr>
          <p:nvPr>
            <p:ph type="sldNum" sz="quarter" idx="75"/>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4" name="Title 6">
            <a:extLst>
              <a:ext uri="{FF2B5EF4-FFF2-40B4-BE49-F238E27FC236}">
                <a16:creationId xmlns:a16="http://schemas.microsoft.com/office/drawing/2014/main" id="{D3EC98E0-16E8-57AC-09DE-25369678E0A8}"/>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5" name="Title 6">
            <a:extLst>
              <a:ext uri="{FF2B5EF4-FFF2-40B4-BE49-F238E27FC236}">
                <a16:creationId xmlns:a16="http://schemas.microsoft.com/office/drawing/2014/main" id="{293C04D4-3F7C-A984-F6C5-FD589E6ADF0B}"/>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1" name="Text Placeholder 9">
            <a:extLst>
              <a:ext uri="{FF2B5EF4-FFF2-40B4-BE49-F238E27FC236}">
                <a16:creationId xmlns:a16="http://schemas.microsoft.com/office/drawing/2014/main" id="{FD07D1F3-0F00-7190-FC4E-41EDD0056E5D}"/>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6" name="Graphic 5">
            <a:extLst>
              <a:ext uri="{FF2B5EF4-FFF2-40B4-BE49-F238E27FC236}">
                <a16:creationId xmlns:a16="http://schemas.microsoft.com/office/drawing/2014/main" id="{AB49A870-9F5D-A9BA-D911-628DE145388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147B9807-E40D-532D-629C-06313D1353C3}"/>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7" name="Content Placeholder 16">
            <a:extLst>
              <a:ext uri="{FF2B5EF4-FFF2-40B4-BE49-F238E27FC236}">
                <a16:creationId xmlns:a16="http://schemas.microsoft.com/office/drawing/2014/main" id="{7AA95F4F-BEB1-36C1-7D60-F1434B28291E}"/>
              </a:ext>
            </a:extLst>
          </p:cNvPr>
          <p:cNvSpPr>
            <a:spLocks noGrp="1"/>
          </p:cNvSpPr>
          <p:nvPr>
            <p:ph sz="quarter" idx="53"/>
          </p:nvPr>
        </p:nvSpPr>
        <p:spPr>
          <a:xfrm>
            <a:off x="479426" y="1575795"/>
            <a:ext cx="461076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99686268"/>
      </p:ext>
    </p:extLst>
  </p:cSld>
  <p:clrMapOvr>
    <a:masterClrMapping/>
  </p:clrMapOvr>
  <p:extLst>
    <p:ext uri="{DCECCB84-F9BA-43D5-87BE-67443E8EF086}">
      <p15:sldGuideLst xmlns:p15="http://schemas.microsoft.com/office/powerpoint/2012/main">
        <p15:guide id="3" pos="3099">
          <p15:clr>
            <a:srgbClr val="FBAE40"/>
          </p15:clr>
        </p15:guide>
        <p15:guide id="4" pos="342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boxes with ico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5" name="Text Placeholder 14">
            <a:extLst>
              <a:ext uri="{FF2B5EF4-FFF2-40B4-BE49-F238E27FC236}">
                <a16:creationId xmlns:a16="http://schemas.microsoft.com/office/drawing/2014/main" id="{0A072C4A-97AF-2EC8-7D56-987AF2A6EE1C}"/>
              </a:ext>
            </a:extLst>
          </p:cNvPr>
          <p:cNvSpPr>
            <a:spLocks noGrp="1"/>
          </p:cNvSpPr>
          <p:nvPr>
            <p:ph type="body" sz="quarter" idx="22" hasCustomPrompt="1"/>
          </p:nvPr>
        </p:nvSpPr>
        <p:spPr>
          <a:xfrm>
            <a:off x="479424" y="3241456"/>
            <a:ext cx="3600000" cy="573627"/>
          </a:xfrm>
          <a:prstGeom prst="rect">
            <a:avLst/>
          </a:prstGeom>
        </p:spPr>
        <p:txBody>
          <a:bodyPr lIns="0" tIns="0" rIns="0" bIns="0" anchor="ctr"/>
          <a:lstStyle>
            <a:lvl1pPr marL="0" indent="0">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6" name="Text Placeholder 14">
            <a:extLst>
              <a:ext uri="{FF2B5EF4-FFF2-40B4-BE49-F238E27FC236}">
                <a16:creationId xmlns:a16="http://schemas.microsoft.com/office/drawing/2014/main" id="{608F44C7-25A8-85EC-9324-5CB92097118C}"/>
              </a:ext>
            </a:extLst>
          </p:cNvPr>
          <p:cNvSpPr>
            <a:spLocks noGrp="1"/>
          </p:cNvSpPr>
          <p:nvPr>
            <p:ph type="body" sz="quarter" idx="23" hasCustomPrompt="1"/>
          </p:nvPr>
        </p:nvSpPr>
        <p:spPr>
          <a:xfrm>
            <a:off x="4295999" y="3241456"/>
            <a:ext cx="3600000" cy="573627"/>
          </a:xfrm>
          <a:prstGeom prst="rect">
            <a:avLst/>
          </a:prstGeom>
        </p:spPr>
        <p:txBody>
          <a:bodyPr lIns="0" tIns="0" rIns="0" bIns="0" anchor="ctr"/>
          <a:lstStyle>
            <a:lvl1pPr marL="0" indent="0">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9" name="Text Placeholder 14">
            <a:extLst>
              <a:ext uri="{FF2B5EF4-FFF2-40B4-BE49-F238E27FC236}">
                <a16:creationId xmlns:a16="http://schemas.microsoft.com/office/drawing/2014/main" id="{8696778C-EF68-7B58-086C-74E84E13A3A5}"/>
              </a:ext>
            </a:extLst>
          </p:cNvPr>
          <p:cNvSpPr>
            <a:spLocks noGrp="1"/>
          </p:cNvSpPr>
          <p:nvPr>
            <p:ph type="body" sz="quarter" idx="24" hasCustomPrompt="1"/>
          </p:nvPr>
        </p:nvSpPr>
        <p:spPr>
          <a:xfrm>
            <a:off x="8112575" y="3241456"/>
            <a:ext cx="3600000" cy="573627"/>
          </a:xfrm>
          <a:prstGeom prst="rect">
            <a:avLst/>
          </a:prstGeom>
        </p:spPr>
        <p:txBody>
          <a:bodyPr lIns="0" tIns="0" rIns="0" bIns="0" anchor="ctr"/>
          <a:lstStyle>
            <a:lvl1pPr marL="0" indent="0">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11" name="Picture Placeholder 18">
            <a:extLst>
              <a:ext uri="{FF2B5EF4-FFF2-40B4-BE49-F238E27FC236}">
                <a16:creationId xmlns:a16="http://schemas.microsoft.com/office/drawing/2014/main" id="{B444E50B-02E2-4478-6833-ADE6A4B897C2}"/>
              </a:ext>
            </a:extLst>
          </p:cNvPr>
          <p:cNvSpPr>
            <a:spLocks noGrp="1"/>
          </p:cNvSpPr>
          <p:nvPr>
            <p:ph type="pic" sz="quarter" idx="25"/>
          </p:nvPr>
        </p:nvSpPr>
        <p:spPr>
          <a:xfrm>
            <a:off x="480389" y="2179247"/>
            <a:ext cx="640080" cy="640080"/>
          </a:xfrm>
          <a:prstGeom prst="rect">
            <a:avLst/>
          </a:prstGeom>
        </p:spPr>
        <p:txBody>
          <a:bodyPr/>
          <a:lstStyle>
            <a:lvl1pPr marL="0" indent="0">
              <a:lnSpc>
                <a:spcPct val="85000"/>
              </a:lnSpc>
              <a:spcAft>
                <a:spcPts val="600"/>
              </a:spcAft>
              <a:buNone/>
              <a:defRPr>
                <a:noFill/>
              </a:defRPr>
            </a:lvl1pPr>
          </a:lstStyle>
          <a:p>
            <a:r>
              <a:rPr lang="en-US"/>
              <a:t>Click icon to add picture</a:t>
            </a:r>
            <a:endParaRPr lang="en-GB"/>
          </a:p>
        </p:txBody>
      </p:sp>
      <p:sp>
        <p:nvSpPr>
          <p:cNvPr id="12" name="Picture Placeholder 18">
            <a:extLst>
              <a:ext uri="{FF2B5EF4-FFF2-40B4-BE49-F238E27FC236}">
                <a16:creationId xmlns:a16="http://schemas.microsoft.com/office/drawing/2014/main" id="{717CB0BD-B3CB-C414-CE5F-063606D0BE62}"/>
              </a:ext>
            </a:extLst>
          </p:cNvPr>
          <p:cNvSpPr>
            <a:spLocks noGrp="1"/>
          </p:cNvSpPr>
          <p:nvPr>
            <p:ph type="pic" sz="quarter" idx="26"/>
          </p:nvPr>
        </p:nvSpPr>
        <p:spPr>
          <a:xfrm>
            <a:off x="4295999" y="2179247"/>
            <a:ext cx="640080" cy="640080"/>
          </a:xfrm>
          <a:prstGeom prst="rect">
            <a:avLst/>
          </a:prstGeom>
        </p:spPr>
        <p:txBody>
          <a:bodyPr/>
          <a:lstStyle>
            <a:lvl1pPr marL="0" indent="0">
              <a:lnSpc>
                <a:spcPct val="85000"/>
              </a:lnSpc>
              <a:spcAft>
                <a:spcPts val="600"/>
              </a:spcAft>
              <a:buNone/>
              <a:defRPr>
                <a:noFill/>
              </a:defRPr>
            </a:lvl1pPr>
          </a:lstStyle>
          <a:p>
            <a:r>
              <a:rPr lang="en-US"/>
              <a:t>Click icon to add picture</a:t>
            </a:r>
            <a:endParaRPr lang="en-GB"/>
          </a:p>
        </p:txBody>
      </p:sp>
      <p:sp>
        <p:nvSpPr>
          <p:cNvPr id="13" name="Picture Placeholder 18">
            <a:extLst>
              <a:ext uri="{FF2B5EF4-FFF2-40B4-BE49-F238E27FC236}">
                <a16:creationId xmlns:a16="http://schemas.microsoft.com/office/drawing/2014/main" id="{41A53F20-03D8-E448-2607-9B0894C8C805}"/>
              </a:ext>
            </a:extLst>
          </p:cNvPr>
          <p:cNvSpPr>
            <a:spLocks noGrp="1"/>
          </p:cNvSpPr>
          <p:nvPr>
            <p:ph type="pic" sz="quarter" idx="27"/>
          </p:nvPr>
        </p:nvSpPr>
        <p:spPr>
          <a:xfrm>
            <a:off x="8111609" y="2179247"/>
            <a:ext cx="640080" cy="640080"/>
          </a:xfrm>
          <a:prstGeom prst="rect">
            <a:avLst/>
          </a:prstGeom>
        </p:spPr>
        <p:txBody>
          <a:bodyPr/>
          <a:lstStyle>
            <a:lvl1pPr marL="0" indent="0">
              <a:lnSpc>
                <a:spcPct val="85000"/>
              </a:lnSpc>
              <a:spcAft>
                <a:spcPts val="600"/>
              </a:spcAft>
              <a:buNone/>
              <a:defRPr>
                <a:noFill/>
              </a:defRPr>
            </a:lvl1pPr>
          </a:lstStyle>
          <a:p>
            <a:r>
              <a:rPr lang="en-US"/>
              <a:t>Click icon to add picture</a:t>
            </a:r>
            <a:endParaRPr lang="en-GB"/>
          </a:p>
        </p:txBody>
      </p:sp>
      <p:sp>
        <p:nvSpPr>
          <p:cNvPr id="14" name="Content Placeholder 28">
            <a:extLst>
              <a:ext uri="{FF2B5EF4-FFF2-40B4-BE49-F238E27FC236}">
                <a16:creationId xmlns:a16="http://schemas.microsoft.com/office/drawing/2014/main" id="{7A5236D5-F5D1-CBCF-1E8F-C9CF70CCA94C}"/>
              </a:ext>
            </a:extLst>
          </p:cNvPr>
          <p:cNvSpPr>
            <a:spLocks noGrp="1"/>
          </p:cNvSpPr>
          <p:nvPr>
            <p:ph sz="quarter" idx="28"/>
          </p:nvPr>
        </p:nvSpPr>
        <p:spPr>
          <a:xfrm>
            <a:off x="479424" y="3037277"/>
            <a:ext cx="3600000" cy="0"/>
          </a:xfrm>
          <a:prstGeom prst="rect">
            <a:avLst/>
          </a:prstGeom>
          <a:ln w="19050">
            <a:solidFill>
              <a:schemeClr val="bg1"/>
            </a:solidFill>
          </a:ln>
        </p:spPr>
        <p:txBody>
          <a:bodyPr/>
          <a:lstStyle>
            <a:lvl1pPr>
              <a:lnSpc>
                <a:spcPct val="85000"/>
              </a:lnSpc>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8" name="Content Placeholder 28">
            <a:extLst>
              <a:ext uri="{FF2B5EF4-FFF2-40B4-BE49-F238E27FC236}">
                <a16:creationId xmlns:a16="http://schemas.microsoft.com/office/drawing/2014/main" id="{CA40BC15-8469-23DB-9379-ABC22394F63F}"/>
              </a:ext>
            </a:extLst>
          </p:cNvPr>
          <p:cNvSpPr>
            <a:spLocks noGrp="1"/>
          </p:cNvSpPr>
          <p:nvPr>
            <p:ph sz="quarter" idx="29"/>
          </p:nvPr>
        </p:nvSpPr>
        <p:spPr>
          <a:xfrm>
            <a:off x="4295999" y="3037277"/>
            <a:ext cx="3600000" cy="0"/>
          </a:xfrm>
          <a:prstGeom prst="rect">
            <a:avLst/>
          </a:prstGeom>
          <a:ln w="19050">
            <a:solidFill>
              <a:schemeClr val="bg1"/>
            </a:solidFill>
          </a:ln>
        </p:spPr>
        <p:txBody>
          <a:bodyPr/>
          <a:lstStyle>
            <a:lvl1pPr>
              <a:lnSpc>
                <a:spcPct val="85000"/>
              </a:lnSpc>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1" name="Content Placeholder 28">
            <a:extLst>
              <a:ext uri="{FF2B5EF4-FFF2-40B4-BE49-F238E27FC236}">
                <a16:creationId xmlns:a16="http://schemas.microsoft.com/office/drawing/2014/main" id="{60548F07-4AE6-F42E-5FBE-128F6E724FDA}"/>
              </a:ext>
            </a:extLst>
          </p:cNvPr>
          <p:cNvSpPr>
            <a:spLocks noGrp="1"/>
          </p:cNvSpPr>
          <p:nvPr>
            <p:ph sz="quarter" idx="30"/>
          </p:nvPr>
        </p:nvSpPr>
        <p:spPr>
          <a:xfrm>
            <a:off x="8112575" y="3037277"/>
            <a:ext cx="3600000" cy="0"/>
          </a:xfrm>
          <a:prstGeom prst="rect">
            <a:avLst/>
          </a:prstGeom>
          <a:ln w="19050">
            <a:solidFill>
              <a:schemeClr val="bg1"/>
            </a:solidFill>
          </a:ln>
        </p:spPr>
        <p:txBody>
          <a:bodyPr/>
          <a:lstStyle>
            <a:lvl1pPr>
              <a:lnSpc>
                <a:spcPct val="85000"/>
              </a:lnSpc>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8" name="Title 6">
            <a:extLst>
              <a:ext uri="{FF2B5EF4-FFF2-40B4-BE49-F238E27FC236}">
                <a16:creationId xmlns:a16="http://schemas.microsoft.com/office/drawing/2014/main" id="{8A7BCC48-47D6-0433-6CC2-9C75487A4E3E}"/>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solidFill>
                <a:schemeClr val="bg1"/>
              </a:solidFill>
            </a:endParaRPr>
          </a:p>
        </p:txBody>
      </p:sp>
      <p:sp>
        <p:nvSpPr>
          <p:cNvPr id="15" name="Title 6">
            <a:extLst>
              <a:ext uri="{FF2B5EF4-FFF2-40B4-BE49-F238E27FC236}">
                <a16:creationId xmlns:a16="http://schemas.microsoft.com/office/drawing/2014/main" id="{154567A1-043D-6A64-6011-348C094D40B0}"/>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6" name="Text Placeholder 9">
            <a:extLst>
              <a:ext uri="{FF2B5EF4-FFF2-40B4-BE49-F238E27FC236}">
                <a16:creationId xmlns:a16="http://schemas.microsoft.com/office/drawing/2014/main" id="{F99D91E6-CDB9-E3D8-5C83-3B0609EA63CD}"/>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4" name="Graphic 3">
            <a:extLst>
              <a:ext uri="{FF2B5EF4-FFF2-40B4-BE49-F238E27FC236}">
                <a16:creationId xmlns:a16="http://schemas.microsoft.com/office/drawing/2014/main" id="{CD08BA0C-1000-3CDC-BF62-68A89FCB513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1526AE36-5467-F8BE-BEC1-744FDC338F4C}"/>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7" name="Content Placeholder 22">
            <a:extLst>
              <a:ext uri="{FF2B5EF4-FFF2-40B4-BE49-F238E27FC236}">
                <a16:creationId xmlns:a16="http://schemas.microsoft.com/office/drawing/2014/main" id="{9E279354-2D59-98C9-5DD7-23BC7E4307AC}"/>
              </a:ext>
            </a:extLst>
          </p:cNvPr>
          <p:cNvSpPr>
            <a:spLocks noGrp="1"/>
          </p:cNvSpPr>
          <p:nvPr>
            <p:ph sz="quarter" idx="45"/>
          </p:nvPr>
        </p:nvSpPr>
        <p:spPr>
          <a:xfrm>
            <a:off x="479426" y="3942883"/>
            <a:ext cx="3600000" cy="12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22">
            <a:extLst>
              <a:ext uri="{FF2B5EF4-FFF2-40B4-BE49-F238E27FC236}">
                <a16:creationId xmlns:a16="http://schemas.microsoft.com/office/drawing/2014/main" id="{50480A41-E1E6-F008-D70D-C1A6D292E3E8}"/>
              </a:ext>
            </a:extLst>
          </p:cNvPr>
          <p:cNvSpPr>
            <a:spLocks noGrp="1"/>
          </p:cNvSpPr>
          <p:nvPr>
            <p:ph sz="quarter" idx="46"/>
          </p:nvPr>
        </p:nvSpPr>
        <p:spPr>
          <a:xfrm>
            <a:off x="4295999" y="3942883"/>
            <a:ext cx="3600000" cy="12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22">
            <a:extLst>
              <a:ext uri="{FF2B5EF4-FFF2-40B4-BE49-F238E27FC236}">
                <a16:creationId xmlns:a16="http://schemas.microsoft.com/office/drawing/2014/main" id="{6EAA226F-0403-AB6C-B511-E67B1301A298}"/>
              </a:ext>
            </a:extLst>
          </p:cNvPr>
          <p:cNvSpPr>
            <a:spLocks noGrp="1"/>
          </p:cNvSpPr>
          <p:nvPr>
            <p:ph sz="quarter" idx="47"/>
          </p:nvPr>
        </p:nvSpPr>
        <p:spPr>
          <a:xfrm>
            <a:off x="8112575" y="3942883"/>
            <a:ext cx="3600000" cy="12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896614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 boxes with icon">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2035A-75A7-E1ED-ED1D-EC866A28C492}"/>
              </a:ext>
            </a:extLst>
          </p:cNvPr>
          <p:cNvSpPr>
            <a:spLocks noGrp="1"/>
          </p:cNvSpPr>
          <p:nvPr>
            <p:ph type="sldNum" sz="quarter" idx="12"/>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15" name="Text Placeholder 14">
            <a:extLst>
              <a:ext uri="{FF2B5EF4-FFF2-40B4-BE49-F238E27FC236}">
                <a16:creationId xmlns:a16="http://schemas.microsoft.com/office/drawing/2014/main" id="{4D387582-61E0-9FB7-AE3D-22B9649E9010}"/>
              </a:ext>
            </a:extLst>
          </p:cNvPr>
          <p:cNvSpPr>
            <a:spLocks noGrp="1"/>
          </p:cNvSpPr>
          <p:nvPr>
            <p:ph type="body" sz="quarter" idx="22" hasCustomPrompt="1"/>
          </p:nvPr>
        </p:nvSpPr>
        <p:spPr>
          <a:xfrm>
            <a:off x="479424" y="2423583"/>
            <a:ext cx="3600000" cy="457200"/>
          </a:xfrm>
          <a:prstGeom prst="rect">
            <a:avLst/>
          </a:prstGeom>
        </p:spPr>
        <p:txBody>
          <a:bodyPr lIns="0" tIns="0" rIns="0" bIns="0" anchor="ctr"/>
          <a:lstStyle>
            <a:lvl1pPr marL="0" indent="0" algn="l">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16" name="Text Placeholder 14">
            <a:extLst>
              <a:ext uri="{FF2B5EF4-FFF2-40B4-BE49-F238E27FC236}">
                <a16:creationId xmlns:a16="http://schemas.microsoft.com/office/drawing/2014/main" id="{5EE770A3-545C-CAF1-2BC6-F53805252B3B}"/>
              </a:ext>
            </a:extLst>
          </p:cNvPr>
          <p:cNvSpPr>
            <a:spLocks noGrp="1"/>
          </p:cNvSpPr>
          <p:nvPr>
            <p:ph type="body" sz="quarter" idx="23" hasCustomPrompt="1"/>
          </p:nvPr>
        </p:nvSpPr>
        <p:spPr>
          <a:xfrm>
            <a:off x="4295999" y="2423583"/>
            <a:ext cx="3600000" cy="457200"/>
          </a:xfrm>
          <a:prstGeom prst="rect">
            <a:avLst/>
          </a:prstGeom>
        </p:spPr>
        <p:txBody>
          <a:bodyPr lIns="0" tIns="0" rIns="0" bIns="0" anchor="ctr"/>
          <a:lstStyle>
            <a:lvl1pPr marL="0" indent="0" algn="l">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17" name="Text Placeholder 14">
            <a:extLst>
              <a:ext uri="{FF2B5EF4-FFF2-40B4-BE49-F238E27FC236}">
                <a16:creationId xmlns:a16="http://schemas.microsoft.com/office/drawing/2014/main" id="{5A6C142D-AED5-14C8-5650-8918DE64CB1A}"/>
              </a:ext>
            </a:extLst>
          </p:cNvPr>
          <p:cNvSpPr>
            <a:spLocks noGrp="1"/>
          </p:cNvSpPr>
          <p:nvPr>
            <p:ph type="body" sz="quarter" idx="24" hasCustomPrompt="1"/>
          </p:nvPr>
        </p:nvSpPr>
        <p:spPr>
          <a:xfrm>
            <a:off x="8112575" y="2423583"/>
            <a:ext cx="3600000" cy="457200"/>
          </a:xfrm>
          <a:prstGeom prst="rect">
            <a:avLst/>
          </a:prstGeom>
        </p:spPr>
        <p:txBody>
          <a:bodyPr lIns="0" tIns="0" rIns="0" bIns="0" anchor="ctr"/>
          <a:lstStyle>
            <a:lvl1pPr marL="0" indent="0" algn="l">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19" name="Picture Placeholder 18">
            <a:extLst>
              <a:ext uri="{FF2B5EF4-FFF2-40B4-BE49-F238E27FC236}">
                <a16:creationId xmlns:a16="http://schemas.microsoft.com/office/drawing/2014/main" id="{42656229-5313-72FD-3BE2-08A4E89D3456}"/>
              </a:ext>
            </a:extLst>
          </p:cNvPr>
          <p:cNvSpPr>
            <a:spLocks noGrp="1"/>
          </p:cNvSpPr>
          <p:nvPr>
            <p:ph type="pic" sz="quarter" idx="25"/>
          </p:nvPr>
        </p:nvSpPr>
        <p:spPr>
          <a:xfrm>
            <a:off x="480389" y="1655226"/>
            <a:ext cx="360000" cy="360000"/>
          </a:xfrm>
          <a:prstGeom prst="rect">
            <a:avLst/>
          </a:prstGeom>
        </p:spPr>
        <p:txBody>
          <a:bodyPr/>
          <a:lstStyle>
            <a:lvl1pPr marL="0" indent="0">
              <a:lnSpc>
                <a:spcPct val="100000"/>
              </a:lnSpc>
              <a:spcAft>
                <a:spcPts val="600"/>
              </a:spcAft>
              <a:buNone/>
              <a:defRPr>
                <a:noFill/>
              </a:defRPr>
            </a:lvl1pPr>
          </a:lstStyle>
          <a:p>
            <a:r>
              <a:rPr lang="en-US"/>
              <a:t>Click icon to add picture</a:t>
            </a:r>
            <a:endParaRPr lang="en-GB"/>
          </a:p>
        </p:txBody>
      </p:sp>
      <p:sp>
        <p:nvSpPr>
          <p:cNvPr id="20" name="Picture Placeholder 18">
            <a:extLst>
              <a:ext uri="{FF2B5EF4-FFF2-40B4-BE49-F238E27FC236}">
                <a16:creationId xmlns:a16="http://schemas.microsoft.com/office/drawing/2014/main" id="{8B715F33-6356-2DFE-C6E7-8984F153C275}"/>
              </a:ext>
            </a:extLst>
          </p:cNvPr>
          <p:cNvSpPr>
            <a:spLocks noGrp="1"/>
          </p:cNvSpPr>
          <p:nvPr>
            <p:ph type="pic" sz="quarter" idx="26"/>
          </p:nvPr>
        </p:nvSpPr>
        <p:spPr>
          <a:xfrm>
            <a:off x="4295999" y="1655226"/>
            <a:ext cx="360000" cy="360000"/>
          </a:xfrm>
          <a:prstGeom prst="rect">
            <a:avLst/>
          </a:prstGeom>
        </p:spPr>
        <p:txBody>
          <a:bodyPr/>
          <a:lstStyle>
            <a:lvl1pPr marL="0" indent="0">
              <a:lnSpc>
                <a:spcPct val="100000"/>
              </a:lnSpc>
              <a:spcAft>
                <a:spcPts val="600"/>
              </a:spcAft>
              <a:buNone/>
              <a:defRPr>
                <a:noFill/>
              </a:defRPr>
            </a:lvl1pPr>
          </a:lstStyle>
          <a:p>
            <a:r>
              <a:rPr lang="en-US"/>
              <a:t>Click icon to add picture</a:t>
            </a:r>
            <a:endParaRPr lang="en-GB"/>
          </a:p>
        </p:txBody>
      </p:sp>
      <p:sp>
        <p:nvSpPr>
          <p:cNvPr id="23" name="Picture Placeholder 18">
            <a:extLst>
              <a:ext uri="{FF2B5EF4-FFF2-40B4-BE49-F238E27FC236}">
                <a16:creationId xmlns:a16="http://schemas.microsoft.com/office/drawing/2014/main" id="{A86DA1FB-CCF1-3AF2-503F-3E67E31718B2}"/>
              </a:ext>
            </a:extLst>
          </p:cNvPr>
          <p:cNvSpPr>
            <a:spLocks noGrp="1"/>
          </p:cNvSpPr>
          <p:nvPr>
            <p:ph type="pic" sz="quarter" idx="27"/>
          </p:nvPr>
        </p:nvSpPr>
        <p:spPr>
          <a:xfrm>
            <a:off x="8111609" y="1655226"/>
            <a:ext cx="360000" cy="360000"/>
          </a:xfrm>
          <a:prstGeom prst="rect">
            <a:avLst/>
          </a:prstGeom>
        </p:spPr>
        <p:txBody>
          <a:bodyPr/>
          <a:lstStyle>
            <a:lvl1pPr marL="0" indent="0">
              <a:lnSpc>
                <a:spcPct val="100000"/>
              </a:lnSpc>
              <a:spcAft>
                <a:spcPts val="600"/>
              </a:spcAft>
              <a:buNone/>
              <a:defRPr>
                <a:noFill/>
              </a:defRPr>
            </a:lvl1pPr>
          </a:lstStyle>
          <a:p>
            <a:r>
              <a:rPr lang="en-US"/>
              <a:t>Click icon to add picture</a:t>
            </a:r>
            <a:endParaRPr lang="en-GB"/>
          </a:p>
        </p:txBody>
      </p:sp>
      <p:sp>
        <p:nvSpPr>
          <p:cNvPr id="29" name="Content Placeholder 28">
            <a:extLst>
              <a:ext uri="{FF2B5EF4-FFF2-40B4-BE49-F238E27FC236}">
                <a16:creationId xmlns:a16="http://schemas.microsoft.com/office/drawing/2014/main" id="{A7F221CD-7B42-624A-D6AB-AD3FE1C0135D}"/>
              </a:ext>
            </a:extLst>
          </p:cNvPr>
          <p:cNvSpPr>
            <a:spLocks noGrp="1"/>
          </p:cNvSpPr>
          <p:nvPr>
            <p:ph sz="quarter" idx="28"/>
          </p:nvPr>
        </p:nvSpPr>
        <p:spPr>
          <a:xfrm>
            <a:off x="479424" y="2219404"/>
            <a:ext cx="3600000" cy="0"/>
          </a:xfrm>
          <a:prstGeom prst="rect">
            <a:avLst/>
          </a:prstGeom>
          <a:ln w="19050">
            <a:solidFill>
              <a:schemeClr val="bg1"/>
            </a:solidFill>
          </a:ln>
        </p:spPr>
        <p:txBody>
          <a:bodyPr/>
          <a:lstStyle>
            <a:lvl1pPr>
              <a:lnSpc>
                <a:spcPct val="100000"/>
              </a:lnSpc>
              <a:spcBef>
                <a:spcPts val="0"/>
              </a:spcBef>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0" name="Content Placeholder 28">
            <a:extLst>
              <a:ext uri="{FF2B5EF4-FFF2-40B4-BE49-F238E27FC236}">
                <a16:creationId xmlns:a16="http://schemas.microsoft.com/office/drawing/2014/main" id="{53C447AF-42F8-E4DE-89B4-A87E7C6B2BE3}"/>
              </a:ext>
            </a:extLst>
          </p:cNvPr>
          <p:cNvSpPr>
            <a:spLocks noGrp="1"/>
          </p:cNvSpPr>
          <p:nvPr>
            <p:ph sz="quarter" idx="29"/>
          </p:nvPr>
        </p:nvSpPr>
        <p:spPr>
          <a:xfrm>
            <a:off x="4295999" y="2219404"/>
            <a:ext cx="3600000" cy="0"/>
          </a:xfrm>
          <a:prstGeom prst="rect">
            <a:avLst/>
          </a:prstGeom>
          <a:ln w="19050">
            <a:solidFill>
              <a:schemeClr val="bg1"/>
            </a:solidFill>
          </a:ln>
        </p:spPr>
        <p:txBody>
          <a:bodyPr/>
          <a:lstStyle>
            <a:lvl1pPr>
              <a:lnSpc>
                <a:spcPct val="100000"/>
              </a:lnSpc>
              <a:spcBef>
                <a:spcPts val="0"/>
              </a:spcBef>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1" name="Content Placeholder 28">
            <a:extLst>
              <a:ext uri="{FF2B5EF4-FFF2-40B4-BE49-F238E27FC236}">
                <a16:creationId xmlns:a16="http://schemas.microsoft.com/office/drawing/2014/main" id="{444A34BF-C4D4-CEB7-957F-9AB054FF55C8}"/>
              </a:ext>
            </a:extLst>
          </p:cNvPr>
          <p:cNvSpPr>
            <a:spLocks noGrp="1"/>
          </p:cNvSpPr>
          <p:nvPr>
            <p:ph sz="quarter" idx="30"/>
          </p:nvPr>
        </p:nvSpPr>
        <p:spPr>
          <a:xfrm>
            <a:off x="8112575" y="2219404"/>
            <a:ext cx="3600000" cy="0"/>
          </a:xfrm>
          <a:prstGeom prst="rect">
            <a:avLst/>
          </a:prstGeom>
          <a:ln w="19050">
            <a:solidFill>
              <a:schemeClr val="bg1"/>
            </a:solidFill>
          </a:ln>
        </p:spPr>
        <p:txBody>
          <a:bodyPr/>
          <a:lstStyle>
            <a:lvl1pPr>
              <a:lnSpc>
                <a:spcPct val="100000"/>
              </a:lnSpc>
              <a:spcBef>
                <a:spcPts val="0"/>
              </a:spcBef>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3" name="Text Placeholder 14">
            <a:extLst>
              <a:ext uri="{FF2B5EF4-FFF2-40B4-BE49-F238E27FC236}">
                <a16:creationId xmlns:a16="http://schemas.microsoft.com/office/drawing/2014/main" id="{D684247A-543C-7484-33BE-7AC32B458A7B}"/>
              </a:ext>
            </a:extLst>
          </p:cNvPr>
          <p:cNvSpPr>
            <a:spLocks noGrp="1"/>
          </p:cNvSpPr>
          <p:nvPr>
            <p:ph type="body" sz="quarter" idx="34" hasCustomPrompt="1"/>
          </p:nvPr>
        </p:nvSpPr>
        <p:spPr>
          <a:xfrm>
            <a:off x="479424" y="4673465"/>
            <a:ext cx="3600000" cy="457200"/>
          </a:xfrm>
          <a:prstGeom prst="rect">
            <a:avLst/>
          </a:prstGeom>
        </p:spPr>
        <p:txBody>
          <a:bodyPr lIns="0" tIns="0" rIns="0" bIns="0" anchor="ctr"/>
          <a:lstStyle>
            <a:lvl1pPr marL="0" indent="0" algn="l">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5" name="Text Placeholder 14">
            <a:extLst>
              <a:ext uri="{FF2B5EF4-FFF2-40B4-BE49-F238E27FC236}">
                <a16:creationId xmlns:a16="http://schemas.microsoft.com/office/drawing/2014/main" id="{8D153C37-A886-01D9-B197-B30E0FB81E09}"/>
              </a:ext>
            </a:extLst>
          </p:cNvPr>
          <p:cNvSpPr>
            <a:spLocks noGrp="1"/>
          </p:cNvSpPr>
          <p:nvPr>
            <p:ph type="body" sz="quarter" idx="35" hasCustomPrompt="1"/>
          </p:nvPr>
        </p:nvSpPr>
        <p:spPr>
          <a:xfrm>
            <a:off x="4295999" y="4673465"/>
            <a:ext cx="3600000" cy="457200"/>
          </a:xfrm>
          <a:prstGeom prst="rect">
            <a:avLst/>
          </a:prstGeom>
        </p:spPr>
        <p:txBody>
          <a:bodyPr lIns="0" tIns="0" rIns="0" bIns="0" anchor="ctr"/>
          <a:lstStyle>
            <a:lvl1pPr marL="0" indent="0" algn="l">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6" name="Text Placeholder 14">
            <a:extLst>
              <a:ext uri="{FF2B5EF4-FFF2-40B4-BE49-F238E27FC236}">
                <a16:creationId xmlns:a16="http://schemas.microsoft.com/office/drawing/2014/main" id="{B6ED339A-4C3F-CB2F-0FC3-86E335BD2A27}"/>
              </a:ext>
            </a:extLst>
          </p:cNvPr>
          <p:cNvSpPr>
            <a:spLocks noGrp="1"/>
          </p:cNvSpPr>
          <p:nvPr>
            <p:ph type="body" sz="quarter" idx="36" hasCustomPrompt="1"/>
          </p:nvPr>
        </p:nvSpPr>
        <p:spPr>
          <a:xfrm>
            <a:off x="8112575" y="4673465"/>
            <a:ext cx="3600000" cy="457200"/>
          </a:xfrm>
          <a:prstGeom prst="rect">
            <a:avLst/>
          </a:prstGeom>
        </p:spPr>
        <p:txBody>
          <a:bodyPr lIns="0" tIns="0" rIns="0" bIns="0" anchor="ctr"/>
          <a:lstStyle>
            <a:lvl1pPr marL="0" indent="0" algn="l">
              <a:lnSpc>
                <a:spcPct val="100000"/>
              </a:lnSpc>
              <a:spcBef>
                <a:spcPts val="0"/>
              </a:spcBef>
              <a:spcAft>
                <a:spcPts val="600"/>
              </a:spcAft>
              <a:buNone/>
              <a:defRPr sz="1600" b="1">
                <a:solidFill>
                  <a:schemeClr val="accent4"/>
                </a:solidFill>
                <a:latin typeface="+mj-lt"/>
              </a:defRPr>
            </a:lvl1pPr>
            <a:lvl2pPr marL="252000" indent="0">
              <a:buNone/>
              <a:defRPr/>
            </a:lvl2pPr>
          </a:lstStyle>
          <a:p>
            <a:pPr lvl="0"/>
            <a:r>
              <a:rPr lang="en-US"/>
              <a:t>Text Goes Here</a:t>
            </a:r>
          </a:p>
        </p:txBody>
      </p:sp>
      <p:sp>
        <p:nvSpPr>
          <p:cNvPr id="9" name="Picture Placeholder 18">
            <a:extLst>
              <a:ext uri="{FF2B5EF4-FFF2-40B4-BE49-F238E27FC236}">
                <a16:creationId xmlns:a16="http://schemas.microsoft.com/office/drawing/2014/main" id="{2FAB7B98-CD18-5A37-EF3C-EF1073FE1CE6}"/>
              </a:ext>
            </a:extLst>
          </p:cNvPr>
          <p:cNvSpPr>
            <a:spLocks noGrp="1"/>
          </p:cNvSpPr>
          <p:nvPr>
            <p:ph type="pic" sz="quarter" idx="37"/>
          </p:nvPr>
        </p:nvSpPr>
        <p:spPr>
          <a:xfrm>
            <a:off x="480389" y="3905108"/>
            <a:ext cx="360000" cy="360000"/>
          </a:xfrm>
          <a:prstGeom prst="rect">
            <a:avLst/>
          </a:prstGeom>
        </p:spPr>
        <p:txBody>
          <a:bodyPr/>
          <a:lstStyle>
            <a:lvl1pPr marL="0" indent="0">
              <a:lnSpc>
                <a:spcPct val="100000"/>
              </a:lnSpc>
              <a:spcBef>
                <a:spcPts val="0"/>
              </a:spcBef>
              <a:spcAft>
                <a:spcPts val="600"/>
              </a:spcAft>
              <a:buNone/>
              <a:defRPr>
                <a:noFill/>
              </a:defRPr>
            </a:lvl1pPr>
          </a:lstStyle>
          <a:p>
            <a:r>
              <a:rPr lang="en-US"/>
              <a:t>Click icon to add picture</a:t>
            </a:r>
            <a:endParaRPr lang="en-GB"/>
          </a:p>
        </p:txBody>
      </p:sp>
      <p:sp>
        <p:nvSpPr>
          <p:cNvPr id="11" name="Picture Placeholder 18">
            <a:extLst>
              <a:ext uri="{FF2B5EF4-FFF2-40B4-BE49-F238E27FC236}">
                <a16:creationId xmlns:a16="http://schemas.microsoft.com/office/drawing/2014/main" id="{0997FAD5-C456-F598-34F0-83D2E679DDB6}"/>
              </a:ext>
            </a:extLst>
          </p:cNvPr>
          <p:cNvSpPr>
            <a:spLocks noGrp="1"/>
          </p:cNvSpPr>
          <p:nvPr>
            <p:ph type="pic" sz="quarter" idx="38"/>
          </p:nvPr>
        </p:nvSpPr>
        <p:spPr>
          <a:xfrm>
            <a:off x="4295999" y="3905108"/>
            <a:ext cx="360000" cy="360000"/>
          </a:xfrm>
          <a:prstGeom prst="rect">
            <a:avLst/>
          </a:prstGeom>
        </p:spPr>
        <p:txBody>
          <a:bodyPr/>
          <a:lstStyle>
            <a:lvl1pPr marL="0" indent="0">
              <a:lnSpc>
                <a:spcPct val="100000"/>
              </a:lnSpc>
              <a:spcBef>
                <a:spcPts val="0"/>
              </a:spcBef>
              <a:spcAft>
                <a:spcPts val="600"/>
              </a:spcAft>
              <a:buNone/>
              <a:defRPr>
                <a:noFill/>
              </a:defRPr>
            </a:lvl1pPr>
          </a:lstStyle>
          <a:p>
            <a:r>
              <a:rPr lang="en-US"/>
              <a:t>Click icon to add picture</a:t>
            </a:r>
            <a:endParaRPr lang="en-GB"/>
          </a:p>
        </p:txBody>
      </p:sp>
      <p:sp>
        <p:nvSpPr>
          <p:cNvPr id="12" name="Picture Placeholder 18">
            <a:extLst>
              <a:ext uri="{FF2B5EF4-FFF2-40B4-BE49-F238E27FC236}">
                <a16:creationId xmlns:a16="http://schemas.microsoft.com/office/drawing/2014/main" id="{03949915-1651-39CF-8CEE-A76CA82C73E0}"/>
              </a:ext>
            </a:extLst>
          </p:cNvPr>
          <p:cNvSpPr>
            <a:spLocks noGrp="1"/>
          </p:cNvSpPr>
          <p:nvPr>
            <p:ph type="pic" sz="quarter" idx="39"/>
          </p:nvPr>
        </p:nvSpPr>
        <p:spPr>
          <a:xfrm>
            <a:off x="8111609" y="3905108"/>
            <a:ext cx="360000" cy="360000"/>
          </a:xfrm>
          <a:prstGeom prst="rect">
            <a:avLst/>
          </a:prstGeom>
        </p:spPr>
        <p:txBody>
          <a:bodyPr/>
          <a:lstStyle>
            <a:lvl1pPr marL="0" indent="0">
              <a:lnSpc>
                <a:spcPct val="100000"/>
              </a:lnSpc>
              <a:spcBef>
                <a:spcPts val="0"/>
              </a:spcBef>
              <a:spcAft>
                <a:spcPts val="600"/>
              </a:spcAft>
              <a:buNone/>
              <a:defRPr>
                <a:noFill/>
              </a:defRPr>
            </a:lvl1pPr>
          </a:lstStyle>
          <a:p>
            <a:r>
              <a:rPr lang="en-US"/>
              <a:t>Click icon to add picture</a:t>
            </a:r>
            <a:endParaRPr lang="en-GB"/>
          </a:p>
        </p:txBody>
      </p:sp>
      <p:sp>
        <p:nvSpPr>
          <p:cNvPr id="13" name="Content Placeholder 28">
            <a:extLst>
              <a:ext uri="{FF2B5EF4-FFF2-40B4-BE49-F238E27FC236}">
                <a16:creationId xmlns:a16="http://schemas.microsoft.com/office/drawing/2014/main" id="{E4B853BA-A9A2-A4DC-EA66-2A9B2667FE69}"/>
              </a:ext>
            </a:extLst>
          </p:cNvPr>
          <p:cNvSpPr>
            <a:spLocks noGrp="1"/>
          </p:cNvSpPr>
          <p:nvPr>
            <p:ph sz="quarter" idx="40"/>
          </p:nvPr>
        </p:nvSpPr>
        <p:spPr>
          <a:xfrm>
            <a:off x="479424" y="4469286"/>
            <a:ext cx="3600000" cy="0"/>
          </a:xfrm>
          <a:prstGeom prst="rect">
            <a:avLst/>
          </a:prstGeom>
          <a:ln w="19050">
            <a:solidFill>
              <a:schemeClr val="bg1"/>
            </a:solidFill>
          </a:ln>
        </p:spPr>
        <p:txBody>
          <a:bodyPr/>
          <a:lstStyle>
            <a:lvl1pPr>
              <a:lnSpc>
                <a:spcPct val="100000"/>
              </a:lnSpc>
              <a:spcBef>
                <a:spcPts val="0"/>
              </a:spcBef>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4" name="Content Placeholder 28">
            <a:extLst>
              <a:ext uri="{FF2B5EF4-FFF2-40B4-BE49-F238E27FC236}">
                <a16:creationId xmlns:a16="http://schemas.microsoft.com/office/drawing/2014/main" id="{9F1FC562-AE7F-D81F-1B25-21E5389C187C}"/>
              </a:ext>
            </a:extLst>
          </p:cNvPr>
          <p:cNvSpPr>
            <a:spLocks noGrp="1"/>
          </p:cNvSpPr>
          <p:nvPr>
            <p:ph sz="quarter" idx="41"/>
          </p:nvPr>
        </p:nvSpPr>
        <p:spPr>
          <a:xfrm>
            <a:off x="4295999" y="4469286"/>
            <a:ext cx="3600000" cy="0"/>
          </a:xfrm>
          <a:prstGeom prst="rect">
            <a:avLst/>
          </a:prstGeom>
          <a:ln w="19050">
            <a:solidFill>
              <a:schemeClr val="bg1"/>
            </a:solidFill>
          </a:ln>
        </p:spPr>
        <p:txBody>
          <a:bodyPr/>
          <a:lstStyle>
            <a:lvl1pPr>
              <a:lnSpc>
                <a:spcPct val="100000"/>
              </a:lnSpc>
              <a:spcBef>
                <a:spcPts val="0"/>
              </a:spcBef>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8" name="Content Placeholder 28">
            <a:extLst>
              <a:ext uri="{FF2B5EF4-FFF2-40B4-BE49-F238E27FC236}">
                <a16:creationId xmlns:a16="http://schemas.microsoft.com/office/drawing/2014/main" id="{EE353D80-D77C-95B7-374F-66E95FEDED91}"/>
              </a:ext>
            </a:extLst>
          </p:cNvPr>
          <p:cNvSpPr>
            <a:spLocks noGrp="1"/>
          </p:cNvSpPr>
          <p:nvPr>
            <p:ph sz="quarter" idx="42"/>
          </p:nvPr>
        </p:nvSpPr>
        <p:spPr>
          <a:xfrm>
            <a:off x="8112575" y="4469286"/>
            <a:ext cx="3600000" cy="0"/>
          </a:xfrm>
          <a:prstGeom prst="rect">
            <a:avLst/>
          </a:prstGeom>
          <a:ln w="19050">
            <a:solidFill>
              <a:schemeClr val="bg1"/>
            </a:solidFill>
          </a:ln>
        </p:spPr>
        <p:txBody>
          <a:bodyPr/>
          <a:lstStyle>
            <a:lvl1pPr>
              <a:lnSpc>
                <a:spcPct val="100000"/>
              </a:lnSpc>
              <a:spcBef>
                <a:spcPts val="0"/>
              </a:spcBef>
              <a:spcAft>
                <a:spcPts val="600"/>
              </a:spcAft>
              <a:defRPr sz="1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7" name="Title 6">
            <a:extLst>
              <a:ext uri="{FF2B5EF4-FFF2-40B4-BE49-F238E27FC236}">
                <a16:creationId xmlns:a16="http://schemas.microsoft.com/office/drawing/2014/main" id="{2BAB3048-3691-B7E7-1FB2-D792FD00B2AE}"/>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25" name="Title 6">
            <a:extLst>
              <a:ext uri="{FF2B5EF4-FFF2-40B4-BE49-F238E27FC236}">
                <a16:creationId xmlns:a16="http://schemas.microsoft.com/office/drawing/2014/main" id="{91A90467-F3C6-DB76-3F42-1F04D54941D2}"/>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27" name="Text Placeholder 9">
            <a:extLst>
              <a:ext uri="{FF2B5EF4-FFF2-40B4-BE49-F238E27FC236}">
                <a16:creationId xmlns:a16="http://schemas.microsoft.com/office/drawing/2014/main" id="{0520AC9A-C5DE-B823-30E1-1D91A2051FEB}"/>
              </a:ext>
            </a:extLst>
          </p:cNvPr>
          <p:cNvSpPr>
            <a:spLocks noGrp="1"/>
          </p:cNvSpPr>
          <p:nvPr>
            <p:ph type="body" sz="quarter" idx="46"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4" name="Graphic 3">
            <a:extLst>
              <a:ext uri="{FF2B5EF4-FFF2-40B4-BE49-F238E27FC236}">
                <a16:creationId xmlns:a16="http://schemas.microsoft.com/office/drawing/2014/main" id="{7E67598E-DC5B-FEBD-074F-F1159169C16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8" name="Footer Placeholder 4">
            <a:extLst>
              <a:ext uri="{FF2B5EF4-FFF2-40B4-BE49-F238E27FC236}">
                <a16:creationId xmlns:a16="http://schemas.microsoft.com/office/drawing/2014/main" id="{9429426F-FB1E-D7FE-68B4-0BFD50EBEED9}"/>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10" name="Picture Placeholder 18">
            <a:extLst>
              <a:ext uri="{FF2B5EF4-FFF2-40B4-BE49-F238E27FC236}">
                <a16:creationId xmlns:a16="http://schemas.microsoft.com/office/drawing/2014/main" id="{58A26C1E-13D5-4C44-0952-D1C3CBEF0333}"/>
              </a:ext>
            </a:extLst>
          </p:cNvPr>
          <p:cNvSpPr>
            <a:spLocks noGrp="1"/>
          </p:cNvSpPr>
          <p:nvPr>
            <p:ph type="pic" sz="quarter" idx="47"/>
          </p:nvPr>
        </p:nvSpPr>
        <p:spPr>
          <a:xfrm>
            <a:off x="480389" y="3905108"/>
            <a:ext cx="360000" cy="360000"/>
          </a:xfrm>
          <a:prstGeom prst="rect">
            <a:avLst/>
          </a:prstGeom>
        </p:spPr>
        <p:txBody>
          <a:bodyPr/>
          <a:lstStyle>
            <a:lvl1pPr marL="0" indent="0">
              <a:lnSpc>
                <a:spcPct val="100000"/>
              </a:lnSpc>
              <a:spcBef>
                <a:spcPts val="0"/>
              </a:spcBef>
              <a:spcAft>
                <a:spcPts val="600"/>
              </a:spcAft>
              <a:buNone/>
              <a:defRPr>
                <a:noFill/>
              </a:defRPr>
            </a:lvl1pPr>
          </a:lstStyle>
          <a:p>
            <a:r>
              <a:rPr lang="en-US"/>
              <a:t>Click icon to add picture</a:t>
            </a:r>
            <a:endParaRPr lang="en-GB"/>
          </a:p>
        </p:txBody>
      </p:sp>
      <p:sp>
        <p:nvSpPr>
          <p:cNvPr id="26" name="Picture Placeholder 18">
            <a:extLst>
              <a:ext uri="{FF2B5EF4-FFF2-40B4-BE49-F238E27FC236}">
                <a16:creationId xmlns:a16="http://schemas.microsoft.com/office/drawing/2014/main" id="{4722E687-0AFE-711E-C85D-4A51A735AC73}"/>
              </a:ext>
            </a:extLst>
          </p:cNvPr>
          <p:cNvSpPr>
            <a:spLocks noGrp="1"/>
          </p:cNvSpPr>
          <p:nvPr>
            <p:ph type="pic" sz="quarter" idx="48"/>
          </p:nvPr>
        </p:nvSpPr>
        <p:spPr>
          <a:xfrm>
            <a:off x="4295999" y="3905108"/>
            <a:ext cx="360000" cy="360000"/>
          </a:xfrm>
          <a:prstGeom prst="rect">
            <a:avLst/>
          </a:prstGeom>
        </p:spPr>
        <p:txBody>
          <a:bodyPr/>
          <a:lstStyle>
            <a:lvl1pPr marL="0" indent="0">
              <a:lnSpc>
                <a:spcPct val="100000"/>
              </a:lnSpc>
              <a:spcBef>
                <a:spcPts val="0"/>
              </a:spcBef>
              <a:spcAft>
                <a:spcPts val="600"/>
              </a:spcAft>
              <a:buNone/>
              <a:defRPr>
                <a:noFill/>
              </a:defRPr>
            </a:lvl1pPr>
          </a:lstStyle>
          <a:p>
            <a:r>
              <a:rPr lang="en-US"/>
              <a:t>Click icon to add picture</a:t>
            </a:r>
            <a:endParaRPr lang="en-GB"/>
          </a:p>
        </p:txBody>
      </p:sp>
      <p:sp>
        <p:nvSpPr>
          <p:cNvPr id="28" name="Picture Placeholder 18">
            <a:extLst>
              <a:ext uri="{FF2B5EF4-FFF2-40B4-BE49-F238E27FC236}">
                <a16:creationId xmlns:a16="http://schemas.microsoft.com/office/drawing/2014/main" id="{08B563CB-6EF9-23FA-FCB3-0F948E192231}"/>
              </a:ext>
            </a:extLst>
          </p:cNvPr>
          <p:cNvSpPr>
            <a:spLocks noGrp="1"/>
          </p:cNvSpPr>
          <p:nvPr>
            <p:ph type="pic" sz="quarter" idx="49"/>
          </p:nvPr>
        </p:nvSpPr>
        <p:spPr>
          <a:xfrm>
            <a:off x="8111609" y="3905108"/>
            <a:ext cx="360000" cy="360000"/>
          </a:xfrm>
          <a:prstGeom prst="rect">
            <a:avLst/>
          </a:prstGeom>
        </p:spPr>
        <p:txBody>
          <a:bodyPr/>
          <a:lstStyle>
            <a:lvl1pPr marL="0" indent="0">
              <a:lnSpc>
                <a:spcPct val="100000"/>
              </a:lnSpc>
              <a:spcBef>
                <a:spcPts val="0"/>
              </a:spcBef>
              <a:spcAft>
                <a:spcPts val="600"/>
              </a:spcAft>
              <a:buNone/>
              <a:defRPr>
                <a:noFill/>
              </a:defRPr>
            </a:lvl1pPr>
          </a:lstStyle>
          <a:p>
            <a:r>
              <a:rPr lang="en-US"/>
              <a:t>Click icon to add picture</a:t>
            </a:r>
            <a:endParaRPr lang="en-GB"/>
          </a:p>
        </p:txBody>
      </p:sp>
      <p:sp>
        <p:nvSpPr>
          <p:cNvPr id="32" name="Content Placeholder 37">
            <a:extLst>
              <a:ext uri="{FF2B5EF4-FFF2-40B4-BE49-F238E27FC236}">
                <a16:creationId xmlns:a16="http://schemas.microsoft.com/office/drawing/2014/main" id="{FA51A19C-85DF-9BB6-C5BE-B7D57CC9308B}"/>
              </a:ext>
            </a:extLst>
          </p:cNvPr>
          <p:cNvSpPr>
            <a:spLocks noGrp="1"/>
          </p:cNvSpPr>
          <p:nvPr>
            <p:ph sz="quarter" idx="50"/>
          </p:nvPr>
        </p:nvSpPr>
        <p:spPr>
          <a:xfrm>
            <a:off x="479424" y="3042885"/>
            <a:ext cx="3600000" cy="6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Content Placeholder 37">
            <a:extLst>
              <a:ext uri="{FF2B5EF4-FFF2-40B4-BE49-F238E27FC236}">
                <a16:creationId xmlns:a16="http://schemas.microsoft.com/office/drawing/2014/main" id="{A85D47CB-3C91-A02C-7303-9C6651BE4074}"/>
              </a:ext>
            </a:extLst>
          </p:cNvPr>
          <p:cNvSpPr>
            <a:spLocks noGrp="1"/>
          </p:cNvSpPr>
          <p:nvPr>
            <p:ph sz="quarter" idx="51"/>
          </p:nvPr>
        </p:nvSpPr>
        <p:spPr>
          <a:xfrm>
            <a:off x="4295999" y="3042885"/>
            <a:ext cx="3600000" cy="6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4" name="Content Placeholder 37">
            <a:extLst>
              <a:ext uri="{FF2B5EF4-FFF2-40B4-BE49-F238E27FC236}">
                <a16:creationId xmlns:a16="http://schemas.microsoft.com/office/drawing/2014/main" id="{61E02EF5-719F-97B3-E3A8-6531C362D880}"/>
              </a:ext>
            </a:extLst>
          </p:cNvPr>
          <p:cNvSpPr>
            <a:spLocks noGrp="1"/>
          </p:cNvSpPr>
          <p:nvPr>
            <p:ph sz="quarter" idx="52"/>
          </p:nvPr>
        </p:nvSpPr>
        <p:spPr>
          <a:xfrm>
            <a:off x="8112575" y="3042885"/>
            <a:ext cx="3600000" cy="6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Content Placeholder 37">
            <a:extLst>
              <a:ext uri="{FF2B5EF4-FFF2-40B4-BE49-F238E27FC236}">
                <a16:creationId xmlns:a16="http://schemas.microsoft.com/office/drawing/2014/main" id="{48EDF31D-BEFD-F9FD-68B7-98BDA03C131C}"/>
              </a:ext>
            </a:extLst>
          </p:cNvPr>
          <p:cNvSpPr>
            <a:spLocks noGrp="1"/>
          </p:cNvSpPr>
          <p:nvPr>
            <p:ph sz="quarter" idx="53"/>
          </p:nvPr>
        </p:nvSpPr>
        <p:spPr>
          <a:xfrm>
            <a:off x="479424" y="5292767"/>
            <a:ext cx="3600000" cy="6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9" name="Content Placeholder 37">
            <a:extLst>
              <a:ext uri="{FF2B5EF4-FFF2-40B4-BE49-F238E27FC236}">
                <a16:creationId xmlns:a16="http://schemas.microsoft.com/office/drawing/2014/main" id="{5A948507-7001-9A30-C8DE-755BFB549A8D}"/>
              </a:ext>
            </a:extLst>
          </p:cNvPr>
          <p:cNvSpPr>
            <a:spLocks noGrp="1"/>
          </p:cNvSpPr>
          <p:nvPr>
            <p:ph sz="quarter" idx="54"/>
          </p:nvPr>
        </p:nvSpPr>
        <p:spPr>
          <a:xfrm>
            <a:off x="4295999" y="5292767"/>
            <a:ext cx="3600000" cy="6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0" name="Content Placeholder 37">
            <a:extLst>
              <a:ext uri="{FF2B5EF4-FFF2-40B4-BE49-F238E27FC236}">
                <a16:creationId xmlns:a16="http://schemas.microsoft.com/office/drawing/2014/main" id="{098D1CB6-E343-1265-3004-18D3D3AE6B9B}"/>
              </a:ext>
            </a:extLst>
          </p:cNvPr>
          <p:cNvSpPr>
            <a:spLocks noGrp="1"/>
          </p:cNvSpPr>
          <p:nvPr>
            <p:ph sz="quarter" idx="55"/>
          </p:nvPr>
        </p:nvSpPr>
        <p:spPr>
          <a:xfrm>
            <a:off x="8112575" y="5292767"/>
            <a:ext cx="3600000" cy="6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214235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text + images">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D9771C-DEED-99F5-8E58-D85E4D981C4B}"/>
              </a:ext>
            </a:extLst>
          </p:cNvPr>
          <p:cNvSpPr>
            <a:spLocks noGrp="1"/>
          </p:cNvSpPr>
          <p:nvPr>
            <p:ph type="sldNum" sz="quarter" idx="28"/>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17" name="Picture Placeholder 10">
            <a:extLst>
              <a:ext uri="{FF2B5EF4-FFF2-40B4-BE49-F238E27FC236}">
                <a16:creationId xmlns:a16="http://schemas.microsoft.com/office/drawing/2014/main" id="{09315C77-4BB6-CB8C-2587-360FCE32FD95}"/>
              </a:ext>
            </a:extLst>
          </p:cNvPr>
          <p:cNvSpPr>
            <a:spLocks noGrp="1" noRot="1" noMove="1" noResize="1" noEditPoints="1" noAdjustHandles="1" noChangeArrowheads="1" noChangeShapeType="1"/>
          </p:cNvSpPr>
          <p:nvPr>
            <p:ph type="pic" sz="quarter" idx="34" hasCustomPrompt="1"/>
          </p:nvPr>
        </p:nvSpPr>
        <p:spPr>
          <a:xfrm>
            <a:off x="432696" y="2010271"/>
            <a:ext cx="1910207" cy="1910207"/>
          </a:xfrm>
          <a:prstGeom prst="ellipse">
            <a:avLst/>
          </a:prstGeom>
          <a:solidFill>
            <a:schemeClr val="tx2"/>
          </a:solidFill>
        </p:spPr>
        <p:txBody>
          <a:bodyPr wrap="square" lIns="0" rIns="0" anchor="ctr" anchorCtr="1">
            <a:noAutofit/>
          </a:bodyPr>
          <a:lstStyle>
            <a:lvl1pPr marL="0" indent="0" algn="ctr">
              <a:lnSpc>
                <a:spcPct val="100000"/>
              </a:lnSpc>
              <a:spcAft>
                <a:spcPts val="600"/>
              </a:spcAft>
              <a:buNone/>
              <a:defRPr sz="1200">
                <a:solidFill>
                  <a:schemeClr val="bg1"/>
                </a:solidFill>
              </a:defRPr>
            </a:lvl1pPr>
          </a:lstStyle>
          <a:p>
            <a:r>
              <a:rPr lang="en-AU"/>
              <a:t>Click on icon to insert image</a:t>
            </a:r>
          </a:p>
        </p:txBody>
      </p:sp>
      <p:sp>
        <p:nvSpPr>
          <p:cNvPr id="19" name="Text Placeholder 10">
            <a:extLst>
              <a:ext uri="{FF2B5EF4-FFF2-40B4-BE49-F238E27FC236}">
                <a16:creationId xmlns:a16="http://schemas.microsoft.com/office/drawing/2014/main" id="{198A8637-3D24-8B04-366A-8AC09C4E93B1}"/>
              </a:ext>
            </a:extLst>
          </p:cNvPr>
          <p:cNvSpPr>
            <a:spLocks noGrp="1"/>
          </p:cNvSpPr>
          <p:nvPr>
            <p:ph type="body" sz="quarter" idx="26" hasCustomPrompt="1"/>
          </p:nvPr>
        </p:nvSpPr>
        <p:spPr>
          <a:xfrm>
            <a:off x="479425" y="4199307"/>
            <a:ext cx="2592000" cy="1435610"/>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0" name="Text Placeholder 10">
            <a:extLst>
              <a:ext uri="{FF2B5EF4-FFF2-40B4-BE49-F238E27FC236}">
                <a16:creationId xmlns:a16="http://schemas.microsoft.com/office/drawing/2014/main" id="{33404AA1-14D4-153D-064C-A690A7F750E7}"/>
              </a:ext>
            </a:extLst>
          </p:cNvPr>
          <p:cNvSpPr>
            <a:spLocks noGrp="1"/>
          </p:cNvSpPr>
          <p:nvPr>
            <p:ph type="body" sz="quarter" idx="35" hasCustomPrompt="1"/>
          </p:nvPr>
        </p:nvSpPr>
        <p:spPr>
          <a:xfrm>
            <a:off x="3359809" y="4199307"/>
            <a:ext cx="2592000" cy="1435610"/>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1" name="Text Placeholder 10">
            <a:extLst>
              <a:ext uri="{FF2B5EF4-FFF2-40B4-BE49-F238E27FC236}">
                <a16:creationId xmlns:a16="http://schemas.microsoft.com/office/drawing/2014/main" id="{67724A6F-3557-AD3B-E97B-29A0D0FBAF9C}"/>
              </a:ext>
            </a:extLst>
          </p:cNvPr>
          <p:cNvSpPr>
            <a:spLocks noGrp="1"/>
          </p:cNvSpPr>
          <p:nvPr>
            <p:ph type="body" sz="quarter" idx="36" hasCustomPrompt="1"/>
          </p:nvPr>
        </p:nvSpPr>
        <p:spPr>
          <a:xfrm>
            <a:off x="6240104" y="4199307"/>
            <a:ext cx="2592000" cy="1435610"/>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4" name="Text Placeholder 10">
            <a:extLst>
              <a:ext uri="{FF2B5EF4-FFF2-40B4-BE49-F238E27FC236}">
                <a16:creationId xmlns:a16="http://schemas.microsoft.com/office/drawing/2014/main" id="{A104AF05-D3DB-286B-2B45-DCA599765895}"/>
              </a:ext>
            </a:extLst>
          </p:cNvPr>
          <p:cNvSpPr>
            <a:spLocks noGrp="1"/>
          </p:cNvSpPr>
          <p:nvPr>
            <p:ph type="body" sz="quarter" idx="38" hasCustomPrompt="1"/>
          </p:nvPr>
        </p:nvSpPr>
        <p:spPr>
          <a:xfrm>
            <a:off x="9120455" y="4199307"/>
            <a:ext cx="2592000" cy="1435610"/>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32" name="Picture Placeholder 10">
            <a:extLst>
              <a:ext uri="{FF2B5EF4-FFF2-40B4-BE49-F238E27FC236}">
                <a16:creationId xmlns:a16="http://schemas.microsoft.com/office/drawing/2014/main" id="{4998BEDE-AE8A-0BD6-4399-2CE9DBE22076}"/>
              </a:ext>
            </a:extLst>
          </p:cNvPr>
          <p:cNvSpPr>
            <a:spLocks noGrp="1" noRot="1" noMove="1" noResize="1" noEditPoints="1" noAdjustHandles="1" noChangeArrowheads="1" noChangeShapeType="1"/>
          </p:cNvSpPr>
          <p:nvPr>
            <p:ph type="pic" sz="quarter" idx="39" hasCustomPrompt="1"/>
          </p:nvPr>
        </p:nvSpPr>
        <p:spPr>
          <a:xfrm>
            <a:off x="3269970" y="2010271"/>
            <a:ext cx="1910207" cy="1910207"/>
          </a:xfrm>
          <a:prstGeom prst="ellipse">
            <a:avLst/>
          </a:prstGeom>
          <a:solidFill>
            <a:schemeClr val="tx2"/>
          </a:solidFill>
        </p:spPr>
        <p:txBody>
          <a:bodyPr wrap="square" lIns="0" rIns="0" anchor="ctr" anchorCtr="1">
            <a:noAutofit/>
          </a:bodyPr>
          <a:lstStyle>
            <a:lvl1pPr marL="0" indent="0" algn="ctr">
              <a:lnSpc>
                <a:spcPct val="100000"/>
              </a:lnSpc>
              <a:spcAft>
                <a:spcPts val="600"/>
              </a:spcAft>
              <a:buNone/>
              <a:defRPr sz="1200">
                <a:solidFill>
                  <a:schemeClr val="bg1"/>
                </a:solidFill>
              </a:defRPr>
            </a:lvl1pPr>
          </a:lstStyle>
          <a:p>
            <a:r>
              <a:rPr lang="en-AU"/>
              <a:t>Click on icon to insert image</a:t>
            </a:r>
          </a:p>
        </p:txBody>
      </p:sp>
      <p:sp>
        <p:nvSpPr>
          <p:cNvPr id="34" name="Picture Placeholder 10">
            <a:extLst>
              <a:ext uri="{FF2B5EF4-FFF2-40B4-BE49-F238E27FC236}">
                <a16:creationId xmlns:a16="http://schemas.microsoft.com/office/drawing/2014/main" id="{515D4947-A731-EF0C-D51A-939B3097B9EA}"/>
              </a:ext>
            </a:extLst>
          </p:cNvPr>
          <p:cNvSpPr>
            <a:spLocks noGrp="1" noRot="1" noMove="1" noResize="1" noEditPoints="1" noAdjustHandles="1" noChangeArrowheads="1" noChangeShapeType="1"/>
          </p:cNvSpPr>
          <p:nvPr>
            <p:ph type="pic" sz="quarter" idx="40" hasCustomPrompt="1"/>
          </p:nvPr>
        </p:nvSpPr>
        <p:spPr>
          <a:xfrm>
            <a:off x="6107244" y="2010271"/>
            <a:ext cx="1910207" cy="1910207"/>
          </a:xfrm>
          <a:prstGeom prst="ellipse">
            <a:avLst/>
          </a:prstGeom>
          <a:solidFill>
            <a:schemeClr val="tx2"/>
          </a:solidFill>
        </p:spPr>
        <p:txBody>
          <a:bodyPr wrap="square" lIns="0" rIns="0" anchor="ctr" anchorCtr="1">
            <a:noAutofit/>
          </a:bodyPr>
          <a:lstStyle>
            <a:lvl1pPr marL="0" indent="0" algn="ctr">
              <a:lnSpc>
                <a:spcPct val="100000"/>
              </a:lnSpc>
              <a:spcAft>
                <a:spcPts val="600"/>
              </a:spcAft>
              <a:buNone/>
              <a:defRPr sz="1200">
                <a:solidFill>
                  <a:schemeClr val="bg1"/>
                </a:solidFill>
              </a:defRPr>
            </a:lvl1pPr>
          </a:lstStyle>
          <a:p>
            <a:r>
              <a:rPr lang="en-AU"/>
              <a:t>Click on icon to insert image</a:t>
            </a:r>
          </a:p>
        </p:txBody>
      </p:sp>
      <p:sp>
        <p:nvSpPr>
          <p:cNvPr id="35" name="Picture Placeholder 10">
            <a:extLst>
              <a:ext uri="{FF2B5EF4-FFF2-40B4-BE49-F238E27FC236}">
                <a16:creationId xmlns:a16="http://schemas.microsoft.com/office/drawing/2014/main" id="{AA58E8AB-B141-19F3-A6FD-3A1D555C7E27}"/>
              </a:ext>
            </a:extLst>
          </p:cNvPr>
          <p:cNvSpPr>
            <a:spLocks noGrp="1" noRot="1" noMove="1" noResize="1" noEditPoints="1" noAdjustHandles="1" noChangeArrowheads="1" noChangeShapeType="1"/>
          </p:cNvSpPr>
          <p:nvPr>
            <p:ph type="pic" sz="quarter" idx="41" hasCustomPrompt="1"/>
          </p:nvPr>
        </p:nvSpPr>
        <p:spPr>
          <a:xfrm>
            <a:off x="8944517" y="2010271"/>
            <a:ext cx="1910207" cy="1910207"/>
          </a:xfrm>
          <a:prstGeom prst="ellipse">
            <a:avLst/>
          </a:prstGeom>
          <a:solidFill>
            <a:schemeClr val="tx2"/>
          </a:solidFill>
        </p:spPr>
        <p:txBody>
          <a:bodyPr wrap="square" lIns="0" rIns="0" anchor="ctr" anchorCtr="1">
            <a:noAutofit/>
          </a:bodyPr>
          <a:lstStyle>
            <a:lvl1pPr marL="0" indent="0" algn="ctr">
              <a:lnSpc>
                <a:spcPct val="100000"/>
              </a:lnSpc>
              <a:spcAft>
                <a:spcPts val="600"/>
              </a:spcAft>
              <a:buNone/>
              <a:defRPr sz="1200">
                <a:solidFill>
                  <a:schemeClr val="bg1"/>
                </a:solidFill>
              </a:defRPr>
            </a:lvl1pPr>
          </a:lstStyle>
          <a:p>
            <a:r>
              <a:rPr lang="en-AU"/>
              <a:t>Click on icon to insert image</a:t>
            </a:r>
          </a:p>
        </p:txBody>
      </p:sp>
      <p:sp>
        <p:nvSpPr>
          <p:cNvPr id="7" name="Title 6">
            <a:extLst>
              <a:ext uri="{FF2B5EF4-FFF2-40B4-BE49-F238E27FC236}">
                <a16:creationId xmlns:a16="http://schemas.microsoft.com/office/drawing/2014/main" id="{FEA3F62D-01C6-85EA-A47F-666BF4018487}"/>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8" name="Title 6">
            <a:extLst>
              <a:ext uri="{FF2B5EF4-FFF2-40B4-BE49-F238E27FC236}">
                <a16:creationId xmlns:a16="http://schemas.microsoft.com/office/drawing/2014/main" id="{54EEED71-852D-70E9-7163-A27DD7698339}"/>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9" name="Text Placeholder 9">
            <a:extLst>
              <a:ext uri="{FF2B5EF4-FFF2-40B4-BE49-F238E27FC236}">
                <a16:creationId xmlns:a16="http://schemas.microsoft.com/office/drawing/2014/main" id="{FDEF9701-7B31-BE20-81D8-DCC0CBE15657}"/>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4" name="Graphic 3">
            <a:extLst>
              <a:ext uri="{FF2B5EF4-FFF2-40B4-BE49-F238E27FC236}">
                <a16:creationId xmlns:a16="http://schemas.microsoft.com/office/drawing/2014/main" id="{B56CA2F7-83AD-2297-FDD3-FAD835B3B89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12416FA9-E8DC-60DF-2571-6B3A2FA3ED10}"/>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1570703684"/>
      </p:ext>
    </p:extLst>
  </p:cSld>
  <p:clrMapOvr>
    <a:masterClrMapping/>
  </p:clrMapOvr>
  <p:extLst>
    <p:ext uri="{DCECCB84-F9BA-43D5-87BE-67443E8EF086}">
      <p15:sldGuideLst xmlns:p15="http://schemas.microsoft.com/office/powerpoint/2012/main">
        <p15:guide id="7" pos="1938">
          <p15:clr>
            <a:srgbClr val="FBAE40"/>
          </p15:clr>
        </p15:guide>
        <p15:guide id="8" pos="2117">
          <p15:clr>
            <a:srgbClr val="FBAE40"/>
          </p15:clr>
        </p15:guide>
        <p15:guide id="9" pos="3752">
          <p15:clr>
            <a:srgbClr val="FBAE40"/>
          </p15:clr>
        </p15:guide>
        <p15:guide id="10" pos="3936">
          <p15:clr>
            <a:srgbClr val="FBAE40"/>
          </p15:clr>
        </p15:guide>
        <p15:guide id="11" pos="5571">
          <p15:clr>
            <a:srgbClr val="FBAE40"/>
          </p15:clr>
        </p15:guide>
        <p15:guide id="12" pos="57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mage top + text bottom">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1B2E24D8-414B-A734-0BE4-D1FCA9281EBF}"/>
              </a:ext>
            </a:extLst>
          </p:cNvPr>
          <p:cNvSpPr>
            <a:spLocks noGrp="1"/>
          </p:cNvSpPr>
          <p:nvPr>
            <p:ph type="sldNum" sz="quarter" idx="28"/>
          </p:nvPr>
        </p:nvSpPr>
        <p:spPr>
          <a:xfrm>
            <a:off x="479425" y="6339948"/>
            <a:ext cx="173038" cy="169200"/>
          </a:xfrm>
          <a:prstGeom prst="rect">
            <a:avLst/>
          </a:prstGeom>
        </p:spPr>
        <p:txBody>
          <a:bodyPr/>
          <a:lstStyle>
            <a:lvl1pPr>
              <a:lnSpc>
                <a:spcPct val="100000"/>
              </a:lnSpc>
              <a:spcAft>
                <a:spcPts val="600"/>
              </a:spcAft>
              <a:defRPr/>
            </a:lvl1pPr>
          </a:lstStyle>
          <a:p>
            <a:fld id="{E4C2AD82-1025-4508-97C1-6F7EE5C92734}" type="slidenum">
              <a:rPr lang="en-AU" smtClean="0"/>
              <a:pPr/>
              <a:t>‹#›</a:t>
            </a:fld>
            <a:endParaRPr lang="en-AU"/>
          </a:p>
        </p:txBody>
      </p:sp>
      <p:sp>
        <p:nvSpPr>
          <p:cNvPr id="16" name="Picture Placeholder 9">
            <a:extLst>
              <a:ext uri="{FF2B5EF4-FFF2-40B4-BE49-F238E27FC236}">
                <a16:creationId xmlns:a16="http://schemas.microsoft.com/office/drawing/2014/main" id="{14811265-DF9D-7C26-1FDA-F4768A9C9148}"/>
              </a:ext>
            </a:extLst>
          </p:cNvPr>
          <p:cNvSpPr>
            <a:spLocks noGrp="1" noRot="1" noMove="1" noResize="1" noEditPoints="1" noAdjustHandles="1" noChangeArrowheads="1" noChangeShapeType="1"/>
          </p:cNvSpPr>
          <p:nvPr>
            <p:ph type="pic" sz="quarter" idx="15" hasCustomPrompt="1"/>
          </p:nvPr>
        </p:nvSpPr>
        <p:spPr>
          <a:xfrm>
            <a:off x="0" y="0"/>
            <a:ext cx="12192000" cy="391160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tx2"/>
          </a:solidFill>
        </p:spPr>
        <p:txBody>
          <a:bodyPr wrap="square" lIns="0" tIns="0" rIns="0" bIns="0">
            <a:noAutofit/>
          </a:bodyPr>
          <a:lstStyle>
            <a:lvl1pPr marL="0" indent="0" algn="ctr">
              <a:lnSpc>
                <a:spcPct val="100000"/>
              </a:lnSpc>
              <a:spcAft>
                <a:spcPts val="600"/>
              </a:spcAft>
              <a:buNone/>
              <a:defRPr sz="1200"/>
            </a:lvl1pPr>
          </a:lstStyle>
          <a:p>
            <a:r>
              <a:rPr lang="en-AU"/>
              <a:t>Click on icon to insert image and send to back</a:t>
            </a:r>
          </a:p>
        </p:txBody>
      </p:sp>
      <p:sp>
        <p:nvSpPr>
          <p:cNvPr id="3" name="Title 6">
            <a:extLst>
              <a:ext uri="{FF2B5EF4-FFF2-40B4-BE49-F238E27FC236}">
                <a16:creationId xmlns:a16="http://schemas.microsoft.com/office/drawing/2014/main" id="{7E78D450-BD0B-AE9D-ECEF-8C9B7DA73D55}"/>
              </a:ext>
            </a:extLst>
          </p:cNvPr>
          <p:cNvSpPr txBox="1">
            <a:spLocks/>
          </p:cNvSpPr>
          <p:nvPr userDrawn="1"/>
        </p:nvSpPr>
        <p:spPr>
          <a:xfrm>
            <a:off x="479426" y="46128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8" name="Title 6">
            <a:extLst>
              <a:ext uri="{FF2B5EF4-FFF2-40B4-BE49-F238E27FC236}">
                <a16:creationId xmlns:a16="http://schemas.microsoft.com/office/drawing/2014/main" id="{61EE52A5-202A-5A6D-F994-CBBA4EAAF7F4}"/>
              </a:ext>
            </a:extLst>
          </p:cNvPr>
          <p:cNvSpPr>
            <a:spLocks noGrp="1"/>
          </p:cNvSpPr>
          <p:nvPr>
            <p:ph type="title" hasCustomPrompt="1"/>
          </p:nvPr>
        </p:nvSpPr>
        <p:spPr>
          <a:xfrm>
            <a:off x="479426" y="4617104"/>
            <a:ext cx="3968748" cy="1415395"/>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0" name="Text Placeholder 9">
            <a:extLst>
              <a:ext uri="{FF2B5EF4-FFF2-40B4-BE49-F238E27FC236}">
                <a16:creationId xmlns:a16="http://schemas.microsoft.com/office/drawing/2014/main" id="{A4405634-EBEE-3950-CBC7-CADBCEFE486F}"/>
              </a:ext>
            </a:extLst>
          </p:cNvPr>
          <p:cNvSpPr>
            <a:spLocks noGrp="1"/>
          </p:cNvSpPr>
          <p:nvPr>
            <p:ph type="body" sz="quarter" idx="44" hasCustomPrompt="1"/>
          </p:nvPr>
        </p:nvSpPr>
        <p:spPr>
          <a:xfrm>
            <a:off x="479426" y="4318000"/>
            <a:ext cx="39687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2" name="Graphic 1">
            <a:extLst>
              <a:ext uri="{FF2B5EF4-FFF2-40B4-BE49-F238E27FC236}">
                <a16:creationId xmlns:a16="http://schemas.microsoft.com/office/drawing/2014/main" id="{9685203C-6D0E-A29D-FD99-45A6A95925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4" name="Footer Placeholder 4">
            <a:extLst>
              <a:ext uri="{FF2B5EF4-FFF2-40B4-BE49-F238E27FC236}">
                <a16:creationId xmlns:a16="http://schemas.microsoft.com/office/drawing/2014/main" id="{E4A85958-9BCA-A79C-B635-122974C9EABA}"/>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5" name="Content Placeholder 13">
            <a:extLst>
              <a:ext uri="{FF2B5EF4-FFF2-40B4-BE49-F238E27FC236}">
                <a16:creationId xmlns:a16="http://schemas.microsoft.com/office/drawing/2014/main" id="{945CD8A8-2AA2-D3A3-CB2E-28D7A116D872}"/>
              </a:ext>
            </a:extLst>
          </p:cNvPr>
          <p:cNvSpPr>
            <a:spLocks noGrp="1"/>
          </p:cNvSpPr>
          <p:nvPr>
            <p:ph sz="quarter" idx="65"/>
          </p:nvPr>
        </p:nvSpPr>
        <p:spPr>
          <a:xfrm>
            <a:off x="4791127" y="4318000"/>
            <a:ext cx="6937200" cy="171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68865778"/>
      </p:ext>
    </p:extLst>
  </p:cSld>
  <p:clrMapOvr>
    <a:masterClrMapping/>
  </p:clrMapOvr>
  <p:extLst>
    <p:ext uri="{DCECCB84-F9BA-43D5-87BE-67443E8EF086}">
      <p15:sldGuideLst xmlns:p15="http://schemas.microsoft.com/office/powerpoint/2012/main">
        <p15:guide id="5" pos="2389">
          <p15:clr>
            <a:srgbClr val="FBAE40"/>
          </p15:clr>
        </p15:guide>
        <p15:guide id="6" pos="2816">
          <p15:clr>
            <a:srgbClr val="FBAE40"/>
          </p15:clr>
        </p15:guide>
        <p15:guide id="7" pos="4872">
          <p15:clr>
            <a:srgbClr val="FBAE40"/>
          </p15:clr>
        </p15:guide>
        <p15:guide id="8" pos="52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 Column + image bottom">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8AAE1BA5-EA96-2CA9-0103-C09C7104CFC0}"/>
              </a:ext>
            </a:extLst>
          </p:cNvPr>
          <p:cNvSpPr>
            <a:spLocks noGrp="1" noRot="1" noMove="1" noResize="1" noEditPoints="1" noAdjustHandles="1" noChangeArrowheads="1" noChangeShapeType="1"/>
          </p:cNvSpPr>
          <p:nvPr>
            <p:ph type="pic" sz="quarter" idx="3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tIns="0" rIns="0" bIns="0" anchor="b" anchorCtr="1">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5" name="Slide Number Placeholder 4">
            <a:extLst>
              <a:ext uri="{FF2B5EF4-FFF2-40B4-BE49-F238E27FC236}">
                <a16:creationId xmlns:a16="http://schemas.microsoft.com/office/drawing/2014/main" id="{63CE5F13-5902-5B22-8E1F-7EE207133FF7}"/>
              </a:ext>
            </a:extLst>
          </p:cNvPr>
          <p:cNvSpPr>
            <a:spLocks noGrp="1"/>
          </p:cNvSpPr>
          <p:nvPr>
            <p:ph type="sldNum" sz="quarter" idx="53"/>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2" name="Title 6">
            <a:extLst>
              <a:ext uri="{FF2B5EF4-FFF2-40B4-BE49-F238E27FC236}">
                <a16:creationId xmlns:a16="http://schemas.microsoft.com/office/drawing/2014/main" id="{20A60DFC-7806-9EE6-7C01-FB108141BDC8}"/>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3" name="Title 6">
            <a:extLst>
              <a:ext uri="{FF2B5EF4-FFF2-40B4-BE49-F238E27FC236}">
                <a16:creationId xmlns:a16="http://schemas.microsoft.com/office/drawing/2014/main" id="{4268A6A2-C1F1-25D5-05BC-73257328E6DE}"/>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1" name="Text Placeholder 9">
            <a:extLst>
              <a:ext uri="{FF2B5EF4-FFF2-40B4-BE49-F238E27FC236}">
                <a16:creationId xmlns:a16="http://schemas.microsoft.com/office/drawing/2014/main" id="{3C7F4BF4-FA02-0E4A-C457-F2051A1FBFFA}"/>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4" name="Text Placeholder 9">
            <a:extLst>
              <a:ext uri="{FF2B5EF4-FFF2-40B4-BE49-F238E27FC236}">
                <a16:creationId xmlns:a16="http://schemas.microsoft.com/office/drawing/2014/main" id="{8C3487A6-D43B-02D8-AEF7-EFEE56168210}"/>
              </a:ext>
            </a:extLst>
          </p:cNvPr>
          <p:cNvSpPr>
            <a:spLocks noGrp="1" noChangeAspect="1"/>
          </p:cNvSpPr>
          <p:nvPr>
            <p:ph type="body" sz="quarter" idx="52"/>
          </p:nvPr>
        </p:nvSpPr>
        <p:spPr>
          <a:xfrm>
            <a:off x="10899797" y="6167885"/>
            <a:ext cx="829301" cy="290983"/>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6" name="Footer Placeholder 4">
            <a:extLst>
              <a:ext uri="{FF2B5EF4-FFF2-40B4-BE49-F238E27FC236}">
                <a16:creationId xmlns:a16="http://schemas.microsoft.com/office/drawing/2014/main" id="{A6E16649-5763-CDB8-079B-194E68507FE7}"/>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7" name="Content Placeholder 13">
            <a:extLst>
              <a:ext uri="{FF2B5EF4-FFF2-40B4-BE49-F238E27FC236}">
                <a16:creationId xmlns:a16="http://schemas.microsoft.com/office/drawing/2014/main" id="{23394E86-300E-C71A-F741-12AF61AE6A3E}"/>
              </a:ext>
            </a:extLst>
          </p:cNvPr>
          <p:cNvSpPr>
            <a:spLocks noGrp="1"/>
          </p:cNvSpPr>
          <p:nvPr>
            <p:ph sz="quarter" idx="65"/>
          </p:nvPr>
        </p:nvSpPr>
        <p:spPr>
          <a:xfrm>
            <a:off x="479425" y="1535388"/>
            <a:ext cx="11232000" cy="207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918296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Column + image bottom">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8AAE1BA5-EA96-2CA9-0103-C09C7104CFC0}"/>
              </a:ext>
            </a:extLst>
          </p:cNvPr>
          <p:cNvSpPr>
            <a:spLocks noGrp="1" noRot="1" noMove="1" noResize="1" noEditPoints="1" noAdjustHandles="1" noChangeArrowheads="1" noChangeShapeType="1"/>
          </p:cNvSpPr>
          <p:nvPr>
            <p:ph type="pic" sz="quarter" idx="34" hasCustomPrompt="1"/>
          </p:nvPr>
        </p:nvSpPr>
        <p:spPr>
          <a:xfrm>
            <a:off x="0" y="3997960"/>
            <a:ext cx="12192001" cy="2860040"/>
          </a:xfrm>
          <a:custGeom>
            <a:avLst/>
            <a:gdLst>
              <a:gd name="connsiteX0" fmla="*/ 1 w 5806441"/>
              <a:gd name="connsiteY0" fmla="*/ 0 h 6666547"/>
              <a:gd name="connsiteX1" fmla="*/ 5806441 w 5806441"/>
              <a:gd name="connsiteY1" fmla="*/ 0 h 6666547"/>
              <a:gd name="connsiteX2" fmla="*/ 5806441 w 5806441"/>
              <a:gd name="connsiteY2" fmla="*/ 6666547 h 6666547"/>
              <a:gd name="connsiteX3" fmla="*/ 1 w 5806441"/>
              <a:gd name="connsiteY3" fmla="*/ 6666547 h 6666547"/>
              <a:gd name="connsiteX4" fmla="*/ 1 w 5806441"/>
              <a:gd name="connsiteY4" fmla="*/ 4097263 h 6666547"/>
              <a:gd name="connsiteX5" fmla="*/ 0 w 5806441"/>
              <a:gd name="connsiteY5" fmla="*/ 4097263 h 6666547"/>
              <a:gd name="connsiteX6" fmla="*/ 0 w 5806441"/>
              <a:gd name="connsiteY6" fmla="*/ 1672907 h 6666547"/>
              <a:gd name="connsiteX7" fmla="*/ 1 w 5806441"/>
              <a:gd name="connsiteY7" fmla="*/ 1672907 h 666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6441" h="6666547">
                <a:moveTo>
                  <a:pt x="1" y="0"/>
                </a:moveTo>
                <a:lnTo>
                  <a:pt x="5806441" y="0"/>
                </a:lnTo>
                <a:lnTo>
                  <a:pt x="5806441" y="6666547"/>
                </a:lnTo>
                <a:lnTo>
                  <a:pt x="1" y="6666547"/>
                </a:lnTo>
                <a:lnTo>
                  <a:pt x="1" y="4097263"/>
                </a:lnTo>
                <a:lnTo>
                  <a:pt x="0" y="4097263"/>
                </a:lnTo>
                <a:lnTo>
                  <a:pt x="0" y="1672907"/>
                </a:lnTo>
                <a:lnTo>
                  <a:pt x="1" y="1672907"/>
                </a:lnTo>
                <a:close/>
              </a:path>
            </a:pathLst>
          </a:custGeom>
          <a:solidFill>
            <a:schemeClr val="tx2"/>
          </a:solidFill>
        </p:spPr>
        <p:txBody>
          <a:bodyPr wrap="square" lIns="0" tIns="0" rIns="0" bIns="0" anchor="b" anchorCtr="1">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2" name="Title 6">
            <a:extLst>
              <a:ext uri="{FF2B5EF4-FFF2-40B4-BE49-F238E27FC236}">
                <a16:creationId xmlns:a16="http://schemas.microsoft.com/office/drawing/2014/main" id="{5AFE637D-5282-9956-1798-379094DD5905}"/>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3" name="Title 6">
            <a:extLst>
              <a:ext uri="{FF2B5EF4-FFF2-40B4-BE49-F238E27FC236}">
                <a16:creationId xmlns:a16="http://schemas.microsoft.com/office/drawing/2014/main" id="{6E946A41-AE72-E1E6-14EF-56D05F55F89A}"/>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0" name="Text Placeholder 9">
            <a:extLst>
              <a:ext uri="{FF2B5EF4-FFF2-40B4-BE49-F238E27FC236}">
                <a16:creationId xmlns:a16="http://schemas.microsoft.com/office/drawing/2014/main" id="{35EE1033-60A6-9E8E-31AD-9CD76494E581}"/>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4" name="Slide Number Placeholder 4">
            <a:extLst>
              <a:ext uri="{FF2B5EF4-FFF2-40B4-BE49-F238E27FC236}">
                <a16:creationId xmlns:a16="http://schemas.microsoft.com/office/drawing/2014/main" id="{88EAC68E-3784-BF10-021B-484223FF5511}"/>
              </a:ext>
            </a:extLst>
          </p:cNvPr>
          <p:cNvSpPr>
            <a:spLocks noGrp="1"/>
          </p:cNvSpPr>
          <p:nvPr>
            <p:ph type="sldNum" sz="quarter" idx="53"/>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6" name="Text Placeholder 9">
            <a:extLst>
              <a:ext uri="{FF2B5EF4-FFF2-40B4-BE49-F238E27FC236}">
                <a16:creationId xmlns:a16="http://schemas.microsoft.com/office/drawing/2014/main" id="{9CF9BF16-C392-F0DE-47F7-3374474FC1EA}"/>
              </a:ext>
            </a:extLst>
          </p:cNvPr>
          <p:cNvSpPr>
            <a:spLocks noGrp="1" noChangeAspect="1"/>
          </p:cNvSpPr>
          <p:nvPr>
            <p:ph type="body" sz="quarter" idx="55"/>
          </p:nvPr>
        </p:nvSpPr>
        <p:spPr>
          <a:xfrm>
            <a:off x="10899797" y="6167885"/>
            <a:ext cx="829301" cy="290983"/>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solidFill>
                  <a:schemeClr val="tx1">
                    <a:alpha val="0"/>
                  </a:schemeClr>
                </a:solidFill>
              </a:defRPr>
            </a:lvl1pPr>
          </a:lstStyle>
          <a:p>
            <a:pPr lvl="0"/>
            <a:endParaRPr lang="en-US"/>
          </a:p>
        </p:txBody>
      </p:sp>
      <p:sp>
        <p:nvSpPr>
          <p:cNvPr id="5" name="Footer Placeholder 4">
            <a:extLst>
              <a:ext uri="{FF2B5EF4-FFF2-40B4-BE49-F238E27FC236}">
                <a16:creationId xmlns:a16="http://schemas.microsoft.com/office/drawing/2014/main" id="{A52690AD-7AAF-110E-4923-9D37CA3D6806}"/>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7" name="Content Placeholder 16">
            <a:extLst>
              <a:ext uri="{FF2B5EF4-FFF2-40B4-BE49-F238E27FC236}">
                <a16:creationId xmlns:a16="http://schemas.microsoft.com/office/drawing/2014/main" id="{C56DE4B1-A5FA-576B-F2D4-76256C362092}"/>
              </a:ext>
            </a:extLst>
          </p:cNvPr>
          <p:cNvSpPr>
            <a:spLocks noGrp="1"/>
          </p:cNvSpPr>
          <p:nvPr>
            <p:ph sz="quarter" idx="56"/>
          </p:nvPr>
        </p:nvSpPr>
        <p:spPr>
          <a:xfrm>
            <a:off x="479425" y="1535388"/>
            <a:ext cx="3596400" cy="204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16">
            <a:extLst>
              <a:ext uri="{FF2B5EF4-FFF2-40B4-BE49-F238E27FC236}">
                <a16:creationId xmlns:a16="http://schemas.microsoft.com/office/drawing/2014/main" id="{6C6CEC17-F3B6-78C9-1A6F-E5B29351D5B3}"/>
              </a:ext>
            </a:extLst>
          </p:cNvPr>
          <p:cNvSpPr>
            <a:spLocks noGrp="1"/>
          </p:cNvSpPr>
          <p:nvPr>
            <p:ph sz="quarter" idx="57"/>
          </p:nvPr>
        </p:nvSpPr>
        <p:spPr>
          <a:xfrm>
            <a:off x="4305625" y="1535388"/>
            <a:ext cx="3596400" cy="204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6">
            <a:extLst>
              <a:ext uri="{FF2B5EF4-FFF2-40B4-BE49-F238E27FC236}">
                <a16:creationId xmlns:a16="http://schemas.microsoft.com/office/drawing/2014/main" id="{BB8054F8-2EA7-D7AD-FDCA-60EEDC063817}"/>
              </a:ext>
            </a:extLst>
          </p:cNvPr>
          <p:cNvSpPr>
            <a:spLocks noGrp="1"/>
          </p:cNvSpPr>
          <p:nvPr>
            <p:ph sz="quarter" idx="58"/>
          </p:nvPr>
        </p:nvSpPr>
        <p:spPr>
          <a:xfrm>
            <a:off x="8131825" y="1535388"/>
            <a:ext cx="3596400" cy="204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211182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top + 3 column bottom">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1B2E24D8-414B-A734-0BE4-D1FCA9281EBF}"/>
              </a:ext>
            </a:extLst>
          </p:cNvPr>
          <p:cNvSpPr>
            <a:spLocks noGrp="1"/>
          </p:cNvSpPr>
          <p:nvPr>
            <p:ph type="sldNum" sz="quarter" idx="28"/>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16" name="Picture Placeholder 9">
            <a:extLst>
              <a:ext uri="{FF2B5EF4-FFF2-40B4-BE49-F238E27FC236}">
                <a16:creationId xmlns:a16="http://schemas.microsoft.com/office/drawing/2014/main" id="{14811265-DF9D-7C26-1FDA-F4768A9C9148}"/>
              </a:ext>
            </a:extLst>
          </p:cNvPr>
          <p:cNvSpPr>
            <a:spLocks noGrp="1" noRot="1" noMove="1" noResize="1" noEditPoints="1" noAdjustHandles="1" noChangeArrowheads="1" noChangeShapeType="1"/>
          </p:cNvSpPr>
          <p:nvPr>
            <p:ph type="pic" sz="quarter" idx="15" hasCustomPrompt="1"/>
          </p:nvPr>
        </p:nvSpPr>
        <p:spPr>
          <a:xfrm>
            <a:off x="0" y="0"/>
            <a:ext cx="12192000" cy="285253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tx2"/>
          </a:solidFill>
        </p:spPr>
        <p:txBody>
          <a:bodyPr wrap="square" lIns="0" tIns="0" rIns="0" bIns="0">
            <a:noAutofit/>
          </a:bodyPr>
          <a:lstStyle>
            <a:lvl1pPr marL="0" indent="0" algn="ctr">
              <a:lnSpc>
                <a:spcPct val="100000"/>
              </a:lnSpc>
              <a:spcAft>
                <a:spcPts val="600"/>
              </a:spcAft>
              <a:buNone/>
              <a:defRPr sz="1200"/>
            </a:lvl1pPr>
          </a:lstStyle>
          <a:p>
            <a:r>
              <a:rPr lang="en-AU"/>
              <a:t>Click on icon to insert image and send to back</a:t>
            </a:r>
          </a:p>
        </p:txBody>
      </p:sp>
      <p:sp>
        <p:nvSpPr>
          <p:cNvPr id="2" name="Picture Placeholder 5">
            <a:extLst>
              <a:ext uri="{FF2B5EF4-FFF2-40B4-BE49-F238E27FC236}">
                <a16:creationId xmlns:a16="http://schemas.microsoft.com/office/drawing/2014/main" id="{A98C2F7E-B0E9-AF2B-0BCB-54B752C0EBFC}"/>
              </a:ext>
            </a:extLst>
          </p:cNvPr>
          <p:cNvSpPr>
            <a:spLocks noGrp="1"/>
          </p:cNvSpPr>
          <p:nvPr>
            <p:ph type="pic" sz="quarter" idx="42"/>
          </p:nvPr>
        </p:nvSpPr>
        <p:spPr>
          <a:xfrm>
            <a:off x="479425" y="3271420"/>
            <a:ext cx="612000" cy="61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3" name="Picture Placeholder 5">
            <a:extLst>
              <a:ext uri="{FF2B5EF4-FFF2-40B4-BE49-F238E27FC236}">
                <a16:creationId xmlns:a16="http://schemas.microsoft.com/office/drawing/2014/main" id="{E8467C0C-8107-6C63-CDCB-D40338DE2A9D}"/>
              </a:ext>
            </a:extLst>
          </p:cNvPr>
          <p:cNvSpPr>
            <a:spLocks noGrp="1"/>
          </p:cNvSpPr>
          <p:nvPr>
            <p:ph type="pic" sz="quarter" idx="43"/>
          </p:nvPr>
        </p:nvSpPr>
        <p:spPr>
          <a:xfrm>
            <a:off x="4422003" y="3271420"/>
            <a:ext cx="612000" cy="61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4" name="Picture Placeholder 5">
            <a:extLst>
              <a:ext uri="{FF2B5EF4-FFF2-40B4-BE49-F238E27FC236}">
                <a16:creationId xmlns:a16="http://schemas.microsoft.com/office/drawing/2014/main" id="{2096AB77-438F-96E8-A694-903344C9A4DB}"/>
              </a:ext>
            </a:extLst>
          </p:cNvPr>
          <p:cNvSpPr>
            <a:spLocks noGrp="1"/>
          </p:cNvSpPr>
          <p:nvPr>
            <p:ph type="pic" sz="quarter" idx="44"/>
          </p:nvPr>
        </p:nvSpPr>
        <p:spPr>
          <a:xfrm>
            <a:off x="8365362" y="3271420"/>
            <a:ext cx="612000" cy="612000"/>
          </a:xfrm>
          <a:prstGeom prst="rect">
            <a:avLst/>
          </a:prstGeom>
        </p:spPr>
        <p:txBody>
          <a:bodyPr/>
          <a:lstStyle>
            <a:lvl1pPr marL="0" indent="0">
              <a:lnSpc>
                <a:spcPct val="100000"/>
              </a:lnSpc>
              <a:spcAft>
                <a:spcPts val="600"/>
              </a:spcAft>
              <a:buNone/>
              <a:defRPr sz="800"/>
            </a:lvl1pPr>
          </a:lstStyle>
          <a:p>
            <a:r>
              <a:rPr lang="en-US"/>
              <a:t>Click icon to add picture</a:t>
            </a:r>
            <a:endParaRPr lang="en-GB"/>
          </a:p>
        </p:txBody>
      </p:sp>
      <p:sp>
        <p:nvSpPr>
          <p:cNvPr id="11" name="Text Placeholder 10">
            <a:extLst>
              <a:ext uri="{FF2B5EF4-FFF2-40B4-BE49-F238E27FC236}">
                <a16:creationId xmlns:a16="http://schemas.microsoft.com/office/drawing/2014/main" id="{327AB393-D037-3085-6273-98F7714F07E9}"/>
              </a:ext>
            </a:extLst>
          </p:cNvPr>
          <p:cNvSpPr>
            <a:spLocks noGrp="1"/>
          </p:cNvSpPr>
          <p:nvPr>
            <p:ph type="body" sz="quarter" idx="26" hasCustomPrompt="1"/>
          </p:nvPr>
        </p:nvSpPr>
        <p:spPr>
          <a:xfrm>
            <a:off x="479425" y="4116156"/>
            <a:ext cx="3347994" cy="1762127"/>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2" name="Text Placeholder 10">
            <a:extLst>
              <a:ext uri="{FF2B5EF4-FFF2-40B4-BE49-F238E27FC236}">
                <a16:creationId xmlns:a16="http://schemas.microsoft.com/office/drawing/2014/main" id="{DF7B72E1-A0C9-60DF-40C5-393048B1B733}"/>
              </a:ext>
            </a:extLst>
          </p:cNvPr>
          <p:cNvSpPr>
            <a:spLocks noGrp="1"/>
          </p:cNvSpPr>
          <p:nvPr>
            <p:ph type="body" sz="quarter" idx="35" hasCustomPrompt="1"/>
          </p:nvPr>
        </p:nvSpPr>
        <p:spPr>
          <a:xfrm>
            <a:off x="4422003" y="4116157"/>
            <a:ext cx="3347994" cy="1762127"/>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7" name="Text Placeholder 10">
            <a:extLst>
              <a:ext uri="{FF2B5EF4-FFF2-40B4-BE49-F238E27FC236}">
                <a16:creationId xmlns:a16="http://schemas.microsoft.com/office/drawing/2014/main" id="{892755F3-1555-C393-D415-45CB549ACCC6}"/>
              </a:ext>
            </a:extLst>
          </p:cNvPr>
          <p:cNvSpPr>
            <a:spLocks noGrp="1"/>
          </p:cNvSpPr>
          <p:nvPr>
            <p:ph type="body" sz="quarter" idx="36" hasCustomPrompt="1"/>
          </p:nvPr>
        </p:nvSpPr>
        <p:spPr>
          <a:xfrm>
            <a:off x="8364580" y="4116158"/>
            <a:ext cx="3347994" cy="1762128"/>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0" name="Title 6">
            <a:extLst>
              <a:ext uri="{FF2B5EF4-FFF2-40B4-BE49-F238E27FC236}">
                <a16:creationId xmlns:a16="http://schemas.microsoft.com/office/drawing/2014/main" id="{6071F6C4-E79A-C05E-559D-57E5D5BA670F}"/>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3" name="Title 6">
            <a:extLst>
              <a:ext uri="{FF2B5EF4-FFF2-40B4-BE49-F238E27FC236}">
                <a16:creationId xmlns:a16="http://schemas.microsoft.com/office/drawing/2014/main" id="{8388A5EE-69FF-B2C9-DCF2-A73667944BC9}"/>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4" name="Text Placeholder 9">
            <a:extLst>
              <a:ext uri="{FF2B5EF4-FFF2-40B4-BE49-F238E27FC236}">
                <a16:creationId xmlns:a16="http://schemas.microsoft.com/office/drawing/2014/main" id="{4A1D877D-BD1B-D0CB-73C5-7AE4D092C091}"/>
              </a:ext>
            </a:extLst>
          </p:cNvPr>
          <p:cNvSpPr>
            <a:spLocks noGrp="1"/>
          </p:cNvSpPr>
          <p:nvPr>
            <p:ph type="body" sz="quarter" idx="45"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5" name="Graphic 4">
            <a:extLst>
              <a:ext uri="{FF2B5EF4-FFF2-40B4-BE49-F238E27FC236}">
                <a16:creationId xmlns:a16="http://schemas.microsoft.com/office/drawing/2014/main" id="{6E4E530B-25AB-3A21-D567-72D8473C9D3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6" name="Footer Placeholder 4">
            <a:extLst>
              <a:ext uri="{FF2B5EF4-FFF2-40B4-BE49-F238E27FC236}">
                <a16:creationId xmlns:a16="http://schemas.microsoft.com/office/drawing/2014/main" id="{D2A15F7C-470D-004E-C450-71CFC4558141}"/>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2059867801"/>
      </p:ext>
    </p:extLst>
  </p:cSld>
  <p:clrMapOvr>
    <a:masterClrMapping/>
  </p:clrMapOvr>
  <p:extLst>
    <p:ext uri="{DCECCB84-F9BA-43D5-87BE-67443E8EF086}">
      <p15:sldGuideLst xmlns:p15="http://schemas.microsoft.com/office/powerpoint/2012/main">
        <p15:guide id="5" pos="2389">
          <p15:clr>
            <a:srgbClr val="FBAE40"/>
          </p15:clr>
        </p15:guide>
        <p15:guide id="6" pos="2816">
          <p15:clr>
            <a:srgbClr val="FBAE40"/>
          </p15:clr>
        </p15:guide>
        <p15:guide id="7" pos="4872">
          <p15:clr>
            <a:srgbClr val="FBAE40"/>
          </p15:clr>
        </p15:guide>
        <p15:guide id="8" pos="529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top + 4 column bottom">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D38BFAA-B20C-8D78-163E-1695453E5DA6}"/>
              </a:ext>
            </a:extLst>
          </p:cNvPr>
          <p:cNvSpPr>
            <a:spLocks noGrp="1" noRot="1" noMove="1" noResize="1" noEditPoints="1" noAdjustHandles="1" noChangeArrowheads="1" noChangeShapeType="1"/>
          </p:cNvSpPr>
          <p:nvPr>
            <p:ph type="pic" sz="quarter" idx="15" hasCustomPrompt="1"/>
          </p:nvPr>
        </p:nvSpPr>
        <p:spPr>
          <a:xfrm>
            <a:off x="0" y="0"/>
            <a:ext cx="12192000" cy="285253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tx2"/>
          </a:solidFill>
        </p:spPr>
        <p:txBody>
          <a:bodyPr wrap="square" lIns="0" tIns="0" rIns="0" bIns="0">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4" name="Slide Number Placeholder 3">
            <a:extLst>
              <a:ext uri="{FF2B5EF4-FFF2-40B4-BE49-F238E27FC236}">
                <a16:creationId xmlns:a16="http://schemas.microsoft.com/office/drawing/2014/main" id="{3BE7BC2F-9BDE-EF28-6583-07B9003B15A3}"/>
              </a:ext>
            </a:extLst>
          </p:cNvPr>
          <p:cNvSpPr>
            <a:spLocks noGrp="1"/>
          </p:cNvSpPr>
          <p:nvPr>
            <p:ph type="sldNum" sz="quarter" idx="28"/>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5" name="Picture Placeholder 5">
            <a:extLst>
              <a:ext uri="{FF2B5EF4-FFF2-40B4-BE49-F238E27FC236}">
                <a16:creationId xmlns:a16="http://schemas.microsoft.com/office/drawing/2014/main" id="{1663C430-52A9-4EC5-1F3A-E0E66AC54E59}"/>
              </a:ext>
            </a:extLst>
          </p:cNvPr>
          <p:cNvSpPr>
            <a:spLocks noGrp="1"/>
          </p:cNvSpPr>
          <p:nvPr>
            <p:ph type="pic" sz="quarter" idx="42"/>
          </p:nvPr>
        </p:nvSpPr>
        <p:spPr>
          <a:xfrm>
            <a:off x="479425"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6" name="Picture Placeholder 5">
            <a:extLst>
              <a:ext uri="{FF2B5EF4-FFF2-40B4-BE49-F238E27FC236}">
                <a16:creationId xmlns:a16="http://schemas.microsoft.com/office/drawing/2014/main" id="{3482576E-BFE9-63A0-BFC6-4E2CCEB7C53E}"/>
              </a:ext>
            </a:extLst>
          </p:cNvPr>
          <p:cNvSpPr>
            <a:spLocks noGrp="1"/>
          </p:cNvSpPr>
          <p:nvPr>
            <p:ph type="pic" sz="quarter" idx="43"/>
          </p:nvPr>
        </p:nvSpPr>
        <p:spPr>
          <a:xfrm>
            <a:off x="3359809"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7" name="Picture Placeholder 5">
            <a:extLst>
              <a:ext uri="{FF2B5EF4-FFF2-40B4-BE49-F238E27FC236}">
                <a16:creationId xmlns:a16="http://schemas.microsoft.com/office/drawing/2014/main" id="{8F520135-EA5F-5E5F-A9E4-34215A15A71F}"/>
              </a:ext>
            </a:extLst>
          </p:cNvPr>
          <p:cNvSpPr>
            <a:spLocks noGrp="1"/>
          </p:cNvSpPr>
          <p:nvPr>
            <p:ph type="pic" sz="quarter" idx="44"/>
          </p:nvPr>
        </p:nvSpPr>
        <p:spPr>
          <a:xfrm>
            <a:off x="6240104"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11" name="Picture Placeholder 5">
            <a:extLst>
              <a:ext uri="{FF2B5EF4-FFF2-40B4-BE49-F238E27FC236}">
                <a16:creationId xmlns:a16="http://schemas.microsoft.com/office/drawing/2014/main" id="{F28E2292-926F-FD08-8C2B-F7A967D0CB9F}"/>
              </a:ext>
            </a:extLst>
          </p:cNvPr>
          <p:cNvSpPr>
            <a:spLocks noGrp="1"/>
          </p:cNvSpPr>
          <p:nvPr>
            <p:ph type="pic" sz="quarter" idx="49"/>
          </p:nvPr>
        </p:nvSpPr>
        <p:spPr>
          <a:xfrm>
            <a:off x="9120455"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17" name="Text Placeholder 10">
            <a:extLst>
              <a:ext uri="{FF2B5EF4-FFF2-40B4-BE49-F238E27FC236}">
                <a16:creationId xmlns:a16="http://schemas.microsoft.com/office/drawing/2014/main" id="{8BA32FB9-F2D5-BAAD-B288-1EA2884DF499}"/>
              </a:ext>
            </a:extLst>
          </p:cNvPr>
          <p:cNvSpPr>
            <a:spLocks noGrp="1"/>
          </p:cNvSpPr>
          <p:nvPr>
            <p:ph type="body" sz="quarter" idx="26" hasCustomPrompt="1"/>
          </p:nvPr>
        </p:nvSpPr>
        <p:spPr>
          <a:xfrm>
            <a:off x="479425" y="4133850"/>
            <a:ext cx="2592000"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8" name="Text Placeholder 10">
            <a:extLst>
              <a:ext uri="{FF2B5EF4-FFF2-40B4-BE49-F238E27FC236}">
                <a16:creationId xmlns:a16="http://schemas.microsoft.com/office/drawing/2014/main" id="{EBE8FAE8-7952-8901-9BAD-99722A85A13E}"/>
              </a:ext>
            </a:extLst>
          </p:cNvPr>
          <p:cNvSpPr>
            <a:spLocks noGrp="1"/>
          </p:cNvSpPr>
          <p:nvPr>
            <p:ph type="body" sz="quarter" idx="35" hasCustomPrompt="1"/>
          </p:nvPr>
        </p:nvSpPr>
        <p:spPr>
          <a:xfrm>
            <a:off x="3359809" y="4133850"/>
            <a:ext cx="2592000"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9" name="Text Placeholder 10">
            <a:extLst>
              <a:ext uri="{FF2B5EF4-FFF2-40B4-BE49-F238E27FC236}">
                <a16:creationId xmlns:a16="http://schemas.microsoft.com/office/drawing/2014/main" id="{83255561-9EAA-3113-F3D5-3D8C4B4D68E6}"/>
              </a:ext>
            </a:extLst>
          </p:cNvPr>
          <p:cNvSpPr>
            <a:spLocks noGrp="1"/>
          </p:cNvSpPr>
          <p:nvPr>
            <p:ph type="body" sz="quarter" idx="36" hasCustomPrompt="1"/>
          </p:nvPr>
        </p:nvSpPr>
        <p:spPr>
          <a:xfrm>
            <a:off x="6240104" y="4133850"/>
            <a:ext cx="2592000"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0" name="Text Placeholder 10">
            <a:extLst>
              <a:ext uri="{FF2B5EF4-FFF2-40B4-BE49-F238E27FC236}">
                <a16:creationId xmlns:a16="http://schemas.microsoft.com/office/drawing/2014/main" id="{1965F76E-D85E-6A02-87C7-E2D0079A7504}"/>
              </a:ext>
            </a:extLst>
          </p:cNvPr>
          <p:cNvSpPr>
            <a:spLocks noGrp="1"/>
          </p:cNvSpPr>
          <p:nvPr>
            <p:ph type="body" sz="quarter" idx="38" hasCustomPrompt="1"/>
          </p:nvPr>
        </p:nvSpPr>
        <p:spPr>
          <a:xfrm>
            <a:off x="9120455" y="4133850"/>
            <a:ext cx="2592000"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 name="Title 6">
            <a:extLst>
              <a:ext uri="{FF2B5EF4-FFF2-40B4-BE49-F238E27FC236}">
                <a16:creationId xmlns:a16="http://schemas.microsoft.com/office/drawing/2014/main" id="{B26C79BA-62CA-600B-70FE-4ECDA89B3FE6}"/>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9" name="Title 6">
            <a:extLst>
              <a:ext uri="{FF2B5EF4-FFF2-40B4-BE49-F238E27FC236}">
                <a16:creationId xmlns:a16="http://schemas.microsoft.com/office/drawing/2014/main" id="{831BEE05-4DF4-E8DE-C600-6FE4EEED34D2}"/>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2" name="Text Placeholder 9">
            <a:extLst>
              <a:ext uri="{FF2B5EF4-FFF2-40B4-BE49-F238E27FC236}">
                <a16:creationId xmlns:a16="http://schemas.microsoft.com/office/drawing/2014/main" id="{E0C1F81A-AC56-AF87-BAC9-6A834A710317}"/>
              </a:ext>
            </a:extLst>
          </p:cNvPr>
          <p:cNvSpPr>
            <a:spLocks noGrp="1"/>
          </p:cNvSpPr>
          <p:nvPr>
            <p:ph type="body" sz="quarter" idx="50"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pic>
        <p:nvPicPr>
          <p:cNvPr id="13" name="Graphic 12">
            <a:extLst>
              <a:ext uri="{FF2B5EF4-FFF2-40B4-BE49-F238E27FC236}">
                <a16:creationId xmlns:a16="http://schemas.microsoft.com/office/drawing/2014/main" id="{8E2B9200-41DC-30C9-ECFF-786D305C69F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1F1BEEEB-A767-A2C1-953F-6F061838BD08}"/>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4248056986"/>
      </p:ext>
    </p:extLst>
  </p:cSld>
  <p:clrMapOvr>
    <a:masterClrMapping/>
  </p:clrMapOvr>
  <p:extLst>
    <p:ext uri="{DCECCB84-F9BA-43D5-87BE-67443E8EF086}">
      <p15:sldGuideLst xmlns:p15="http://schemas.microsoft.com/office/powerpoint/2012/main">
        <p15:guide id="7" pos="1935">
          <p15:clr>
            <a:srgbClr val="FBAE40"/>
          </p15:clr>
        </p15:guide>
        <p15:guide id="8" pos="2116">
          <p15:clr>
            <a:srgbClr val="FBAE40"/>
          </p15:clr>
        </p15:guide>
        <p15:guide id="9" pos="3752">
          <p15:clr>
            <a:srgbClr val="FBAE40"/>
          </p15:clr>
        </p15:guide>
        <p15:guide id="10" pos="3936">
          <p15:clr>
            <a:srgbClr val="FBAE40"/>
          </p15:clr>
        </p15:guide>
        <p15:guide id="11" pos="5564">
          <p15:clr>
            <a:srgbClr val="FBAE40"/>
          </p15:clr>
        </p15:guide>
        <p15:guide id="12" pos="574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top + 5 column bottom">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D38BFAA-B20C-8D78-163E-1695453E5DA6}"/>
              </a:ext>
            </a:extLst>
          </p:cNvPr>
          <p:cNvSpPr>
            <a:spLocks noGrp="1" noRot="1" noMove="1" noResize="1" noEditPoints="1" noAdjustHandles="1" noChangeArrowheads="1" noChangeShapeType="1"/>
          </p:cNvSpPr>
          <p:nvPr>
            <p:ph type="pic" sz="quarter" idx="15" hasCustomPrompt="1"/>
          </p:nvPr>
        </p:nvSpPr>
        <p:spPr>
          <a:xfrm>
            <a:off x="0" y="0"/>
            <a:ext cx="12192000" cy="2852530"/>
          </a:xfrm>
          <a:custGeom>
            <a:avLst/>
            <a:gdLst>
              <a:gd name="connsiteX0" fmla="*/ 0 w 12192000"/>
              <a:gd name="connsiteY0" fmla="*/ 0 h 3683000"/>
              <a:gd name="connsiteX1" fmla="*/ 12192000 w 12192000"/>
              <a:gd name="connsiteY1" fmla="*/ 0 h 3683000"/>
              <a:gd name="connsiteX2" fmla="*/ 12192000 w 12192000"/>
              <a:gd name="connsiteY2" fmla="*/ 3683000 h 3683000"/>
              <a:gd name="connsiteX3" fmla="*/ 0 w 12192000"/>
              <a:gd name="connsiteY3" fmla="*/ 3683000 h 3683000"/>
            </a:gdLst>
            <a:ahLst/>
            <a:cxnLst>
              <a:cxn ang="0">
                <a:pos x="connsiteX0" y="connsiteY0"/>
              </a:cxn>
              <a:cxn ang="0">
                <a:pos x="connsiteX1" y="connsiteY1"/>
              </a:cxn>
              <a:cxn ang="0">
                <a:pos x="connsiteX2" y="connsiteY2"/>
              </a:cxn>
              <a:cxn ang="0">
                <a:pos x="connsiteX3" y="connsiteY3"/>
              </a:cxn>
            </a:cxnLst>
            <a:rect l="l" t="t" r="r" b="b"/>
            <a:pathLst>
              <a:path w="12192000" h="3683000">
                <a:moveTo>
                  <a:pt x="0" y="0"/>
                </a:moveTo>
                <a:lnTo>
                  <a:pt x="12192000" y="0"/>
                </a:lnTo>
                <a:lnTo>
                  <a:pt x="12192000" y="3683000"/>
                </a:lnTo>
                <a:lnTo>
                  <a:pt x="0" y="3683000"/>
                </a:lnTo>
                <a:close/>
              </a:path>
            </a:pathLst>
          </a:custGeom>
          <a:solidFill>
            <a:schemeClr val="tx2"/>
          </a:solidFill>
        </p:spPr>
        <p:txBody>
          <a:bodyPr wrap="square" lIns="0" tIns="0" rIns="0" bIns="0">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4" name="Slide Number Placeholder 3">
            <a:extLst>
              <a:ext uri="{FF2B5EF4-FFF2-40B4-BE49-F238E27FC236}">
                <a16:creationId xmlns:a16="http://schemas.microsoft.com/office/drawing/2014/main" id="{3BE7BC2F-9BDE-EF28-6583-07B9003B15A3}"/>
              </a:ext>
            </a:extLst>
          </p:cNvPr>
          <p:cNvSpPr>
            <a:spLocks noGrp="1"/>
          </p:cNvSpPr>
          <p:nvPr>
            <p:ph type="sldNum" sz="quarter" idx="28"/>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17" name="Text Placeholder 10">
            <a:extLst>
              <a:ext uri="{FF2B5EF4-FFF2-40B4-BE49-F238E27FC236}">
                <a16:creationId xmlns:a16="http://schemas.microsoft.com/office/drawing/2014/main" id="{8BA32FB9-F2D5-BAAD-B288-1EA2884DF499}"/>
              </a:ext>
            </a:extLst>
          </p:cNvPr>
          <p:cNvSpPr>
            <a:spLocks noGrp="1"/>
          </p:cNvSpPr>
          <p:nvPr>
            <p:ph type="body" sz="quarter" idx="26" hasCustomPrompt="1"/>
          </p:nvPr>
        </p:nvSpPr>
        <p:spPr>
          <a:xfrm>
            <a:off x="479425" y="4133850"/>
            <a:ext cx="2037875"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8" name="Text Placeholder 10">
            <a:extLst>
              <a:ext uri="{FF2B5EF4-FFF2-40B4-BE49-F238E27FC236}">
                <a16:creationId xmlns:a16="http://schemas.microsoft.com/office/drawing/2014/main" id="{EBE8FAE8-7952-8901-9BAD-99722A85A13E}"/>
              </a:ext>
            </a:extLst>
          </p:cNvPr>
          <p:cNvSpPr>
            <a:spLocks noGrp="1"/>
          </p:cNvSpPr>
          <p:nvPr>
            <p:ph type="body" sz="quarter" idx="35" hasCustomPrompt="1"/>
          </p:nvPr>
        </p:nvSpPr>
        <p:spPr>
          <a:xfrm>
            <a:off x="2778243" y="4133850"/>
            <a:ext cx="2037875"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9" name="Text Placeholder 10">
            <a:extLst>
              <a:ext uri="{FF2B5EF4-FFF2-40B4-BE49-F238E27FC236}">
                <a16:creationId xmlns:a16="http://schemas.microsoft.com/office/drawing/2014/main" id="{83255561-9EAA-3113-F3D5-3D8C4B4D68E6}"/>
              </a:ext>
            </a:extLst>
          </p:cNvPr>
          <p:cNvSpPr>
            <a:spLocks noGrp="1"/>
          </p:cNvSpPr>
          <p:nvPr>
            <p:ph type="body" sz="quarter" idx="36" hasCustomPrompt="1"/>
          </p:nvPr>
        </p:nvSpPr>
        <p:spPr>
          <a:xfrm>
            <a:off x="5077061" y="4133850"/>
            <a:ext cx="2037875"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0" name="Text Placeholder 10">
            <a:extLst>
              <a:ext uri="{FF2B5EF4-FFF2-40B4-BE49-F238E27FC236}">
                <a16:creationId xmlns:a16="http://schemas.microsoft.com/office/drawing/2014/main" id="{1965F76E-D85E-6A02-87C7-E2D0079A7504}"/>
              </a:ext>
            </a:extLst>
          </p:cNvPr>
          <p:cNvSpPr>
            <a:spLocks noGrp="1"/>
          </p:cNvSpPr>
          <p:nvPr>
            <p:ph type="body" sz="quarter" idx="38" hasCustomPrompt="1"/>
          </p:nvPr>
        </p:nvSpPr>
        <p:spPr>
          <a:xfrm>
            <a:off x="7375879" y="4133850"/>
            <a:ext cx="2037875"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2" name="Title 6">
            <a:extLst>
              <a:ext uri="{FF2B5EF4-FFF2-40B4-BE49-F238E27FC236}">
                <a16:creationId xmlns:a16="http://schemas.microsoft.com/office/drawing/2014/main" id="{B26C79BA-62CA-600B-70FE-4ECDA89B3FE6}"/>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9" name="Title 6">
            <a:extLst>
              <a:ext uri="{FF2B5EF4-FFF2-40B4-BE49-F238E27FC236}">
                <a16:creationId xmlns:a16="http://schemas.microsoft.com/office/drawing/2014/main" id="{831BEE05-4DF4-E8DE-C600-6FE4EEED34D2}"/>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2" name="Text Placeholder 9">
            <a:extLst>
              <a:ext uri="{FF2B5EF4-FFF2-40B4-BE49-F238E27FC236}">
                <a16:creationId xmlns:a16="http://schemas.microsoft.com/office/drawing/2014/main" id="{E0C1F81A-AC56-AF87-BAC9-6A834A710317}"/>
              </a:ext>
            </a:extLst>
          </p:cNvPr>
          <p:cNvSpPr>
            <a:spLocks noGrp="1"/>
          </p:cNvSpPr>
          <p:nvPr>
            <p:ph type="body" sz="quarter" idx="50"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13" name="Text Placeholder 10">
            <a:extLst>
              <a:ext uri="{FF2B5EF4-FFF2-40B4-BE49-F238E27FC236}">
                <a16:creationId xmlns:a16="http://schemas.microsoft.com/office/drawing/2014/main" id="{203F5210-1F0A-1609-990C-5F1AEA84BB33}"/>
              </a:ext>
            </a:extLst>
          </p:cNvPr>
          <p:cNvSpPr>
            <a:spLocks noGrp="1"/>
          </p:cNvSpPr>
          <p:nvPr>
            <p:ph type="body" sz="quarter" idx="51" hasCustomPrompt="1"/>
          </p:nvPr>
        </p:nvSpPr>
        <p:spPr>
          <a:xfrm>
            <a:off x="9674699" y="4133849"/>
            <a:ext cx="2037875" cy="1874549"/>
          </a:xfrm>
          <a:prstGeom prst="rect">
            <a:avLst/>
          </a:prstGeom>
          <a:noFill/>
        </p:spPr>
        <p:txBody>
          <a:bodyPr lIns="0" tIns="0" rIns="0" bIns="0" anchor="t" anchorCtr="0"/>
          <a:lstStyle>
            <a:lvl1pPr marL="0" indent="0">
              <a:lnSpc>
                <a:spcPct val="100000"/>
              </a:lnSpc>
              <a:spcBef>
                <a:spcPts val="0"/>
              </a:spcBef>
              <a:spcAft>
                <a:spcPts val="600"/>
              </a:spcAft>
              <a:buNone/>
              <a:defRPr sz="1600" b="1">
                <a:solidFill>
                  <a:schemeClr val="tx2">
                    <a:lumMod val="10000"/>
                  </a:schemeClr>
                </a:solidFill>
              </a:defRPr>
            </a:lvl1pPr>
            <a:lvl2pPr marL="0" indent="0">
              <a:lnSpc>
                <a:spcPct val="100000"/>
              </a:lnSpc>
              <a:spcBef>
                <a:spcPts val="0"/>
              </a:spcBef>
              <a:spcAft>
                <a:spcPts val="600"/>
              </a:spcAft>
              <a:buNone/>
              <a:defRPr sz="1400">
                <a:solidFill>
                  <a:schemeClr val="tx2">
                    <a:lumMod val="10000"/>
                  </a:schemeClr>
                </a:solidFill>
              </a:defRPr>
            </a:lvl2pPr>
          </a:lstStyle>
          <a:p>
            <a:pPr lvl="0"/>
            <a:r>
              <a:rPr lang="en-US"/>
              <a:t>Text Goes Here</a:t>
            </a:r>
          </a:p>
          <a:p>
            <a:pPr lvl="1"/>
            <a:r>
              <a:rPr lang="en-US"/>
              <a:t>Second level</a:t>
            </a:r>
          </a:p>
        </p:txBody>
      </p:sp>
      <p:sp>
        <p:nvSpPr>
          <p:cNvPr id="14" name="Picture Placeholder 5">
            <a:extLst>
              <a:ext uri="{FF2B5EF4-FFF2-40B4-BE49-F238E27FC236}">
                <a16:creationId xmlns:a16="http://schemas.microsoft.com/office/drawing/2014/main" id="{DBFAFD8A-EDB7-3E29-2B45-354C595AD00C}"/>
              </a:ext>
            </a:extLst>
          </p:cNvPr>
          <p:cNvSpPr>
            <a:spLocks noGrp="1"/>
          </p:cNvSpPr>
          <p:nvPr>
            <p:ph type="pic" sz="quarter" idx="42"/>
          </p:nvPr>
        </p:nvSpPr>
        <p:spPr>
          <a:xfrm>
            <a:off x="479425"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15" name="Picture Placeholder 5">
            <a:extLst>
              <a:ext uri="{FF2B5EF4-FFF2-40B4-BE49-F238E27FC236}">
                <a16:creationId xmlns:a16="http://schemas.microsoft.com/office/drawing/2014/main" id="{0FEDEB05-BC6A-7611-4A00-C4B8760F5C77}"/>
              </a:ext>
            </a:extLst>
          </p:cNvPr>
          <p:cNvSpPr>
            <a:spLocks noGrp="1"/>
          </p:cNvSpPr>
          <p:nvPr>
            <p:ph type="pic" sz="quarter" idx="43"/>
          </p:nvPr>
        </p:nvSpPr>
        <p:spPr>
          <a:xfrm>
            <a:off x="2778243"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16" name="Picture Placeholder 5">
            <a:extLst>
              <a:ext uri="{FF2B5EF4-FFF2-40B4-BE49-F238E27FC236}">
                <a16:creationId xmlns:a16="http://schemas.microsoft.com/office/drawing/2014/main" id="{BC6E0468-18E8-FFA9-271B-A06700D31C53}"/>
              </a:ext>
            </a:extLst>
          </p:cNvPr>
          <p:cNvSpPr>
            <a:spLocks noGrp="1"/>
          </p:cNvSpPr>
          <p:nvPr>
            <p:ph type="pic" sz="quarter" idx="44"/>
          </p:nvPr>
        </p:nvSpPr>
        <p:spPr>
          <a:xfrm>
            <a:off x="5077061"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21" name="Picture Placeholder 5">
            <a:extLst>
              <a:ext uri="{FF2B5EF4-FFF2-40B4-BE49-F238E27FC236}">
                <a16:creationId xmlns:a16="http://schemas.microsoft.com/office/drawing/2014/main" id="{9A91E2ED-C542-C22E-ED96-41DE5195AE49}"/>
              </a:ext>
            </a:extLst>
          </p:cNvPr>
          <p:cNvSpPr>
            <a:spLocks noGrp="1"/>
          </p:cNvSpPr>
          <p:nvPr>
            <p:ph type="pic" sz="quarter" idx="49"/>
          </p:nvPr>
        </p:nvSpPr>
        <p:spPr>
          <a:xfrm>
            <a:off x="7375879"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22" name="Picture Placeholder 5">
            <a:extLst>
              <a:ext uri="{FF2B5EF4-FFF2-40B4-BE49-F238E27FC236}">
                <a16:creationId xmlns:a16="http://schemas.microsoft.com/office/drawing/2014/main" id="{5DAD134C-C284-3C9D-668E-1D9264C8E6EE}"/>
              </a:ext>
            </a:extLst>
          </p:cNvPr>
          <p:cNvSpPr>
            <a:spLocks noGrp="1"/>
          </p:cNvSpPr>
          <p:nvPr>
            <p:ph type="pic" sz="quarter" idx="52"/>
          </p:nvPr>
        </p:nvSpPr>
        <p:spPr>
          <a:xfrm>
            <a:off x="9674699" y="3271420"/>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pic>
        <p:nvPicPr>
          <p:cNvPr id="5" name="Graphic 4">
            <a:extLst>
              <a:ext uri="{FF2B5EF4-FFF2-40B4-BE49-F238E27FC236}">
                <a16:creationId xmlns:a16="http://schemas.microsoft.com/office/drawing/2014/main" id="{B00BC406-649D-29DC-2B46-82896925B25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3" name="Footer Placeholder 4">
            <a:extLst>
              <a:ext uri="{FF2B5EF4-FFF2-40B4-BE49-F238E27FC236}">
                <a16:creationId xmlns:a16="http://schemas.microsoft.com/office/drawing/2014/main" id="{2A1D1B51-AE93-F62E-1820-7F7CD53A92C6}"/>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2708218253"/>
      </p:ext>
    </p:extLst>
  </p:cSld>
  <p:clrMapOvr>
    <a:masterClrMapping/>
  </p:clrMapOvr>
  <p:extLst>
    <p:ext uri="{DCECCB84-F9BA-43D5-87BE-67443E8EF086}">
      <p15:sldGuideLst xmlns:p15="http://schemas.microsoft.com/office/powerpoint/2012/main">
        <p15:guide id="7" pos="1935">
          <p15:clr>
            <a:srgbClr val="FBAE40"/>
          </p15:clr>
        </p15:guide>
        <p15:guide id="8" pos="2116">
          <p15:clr>
            <a:srgbClr val="FBAE40"/>
          </p15:clr>
        </p15:guide>
        <p15:guide id="9" pos="3752">
          <p15:clr>
            <a:srgbClr val="FBAE40"/>
          </p15:clr>
        </p15:guide>
        <p15:guide id="10" pos="3936">
          <p15:clr>
            <a:srgbClr val="FBAE40"/>
          </p15:clr>
        </p15:guide>
        <p15:guide id="11" pos="5564">
          <p15:clr>
            <a:srgbClr val="FBAE40"/>
          </p15:clr>
        </p15:guide>
        <p15:guide id="12" pos="57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7A6FABFB-D00A-3FAC-DBA2-2A7A5D51BD44}"/>
              </a:ext>
            </a:extLst>
          </p:cNvPr>
          <p:cNvSpPr>
            <a:spLocks noGrp="1"/>
          </p:cNvSpPr>
          <p:nvPr>
            <p:ph type="sldNum" sz="quarter" idx="67"/>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2" name="Title 6">
            <a:extLst>
              <a:ext uri="{FF2B5EF4-FFF2-40B4-BE49-F238E27FC236}">
                <a16:creationId xmlns:a16="http://schemas.microsoft.com/office/drawing/2014/main" id="{E95DDE5E-713B-8444-9E85-611FAE8A8E53}"/>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3" name="Title 6">
            <a:extLst>
              <a:ext uri="{FF2B5EF4-FFF2-40B4-BE49-F238E27FC236}">
                <a16:creationId xmlns:a16="http://schemas.microsoft.com/office/drawing/2014/main" id="{6AACB044-FE29-D3B5-A944-1FFB44C2564B}"/>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5" name="Text Placeholder 9">
            <a:extLst>
              <a:ext uri="{FF2B5EF4-FFF2-40B4-BE49-F238E27FC236}">
                <a16:creationId xmlns:a16="http://schemas.microsoft.com/office/drawing/2014/main" id="{146FD924-25C7-CF9C-A534-FF1F4F99DA29}"/>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6" name="Straight Connector 5">
            <a:extLst>
              <a:ext uri="{FF2B5EF4-FFF2-40B4-BE49-F238E27FC236}">
                <a16:creationId xmlns:a16="http://schemas.microsoft.com/office/drawing/2014/main" id="{552356B7-BDA2-7DA9-D40B-408ED9F8758C}"/>
              </a:ext>
            </a:extLst>
          </p:cNvPr>
          <p:cNvSpPr/>
          <p:nvPr userDrawn="1"/>
        </p:nvSpPr>
        <p:spPr>
          <a:xfrm>
            <a:off x="480574" y="3794759"/>
            <a:ext cx="11232000" cy="0"/>
          </a:xfrm>
          <a:prstGeom prst="line">
            <a:avLst/>
          </a:prstGeom>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lg" len="lg"/>
          </a:ln>
          <a:effectLst/>
        </p:spPr>
        <p:style>
          <a:lnRef idx="2">
            <a:scrgbClr r="0" g="0" b="0"/>
          </a:lnRef>
          <a:fillRef idx="1">
            <a:scrgbClr r="0" g="0" b="0"/>
          </a:fillRef>
          <a:effectRef idx="0">
            <a:scrgbClr r="0" g="0" b="0"/>
          </a:effectRef>
          <a:fontRef idx="minor">
            <a:schemeClr val="dk2">
              <a:hueOff val="0"/>
              <a:satOff val="0"/>
              <a:lumOff val="0"/>
              <a:alphaOff val="0"/>
            </a:schemeClr>
          </a:fontRef>
        </p:style>
        <p:txBody>
          <a:bodyPr/>
          <a:lstStyle/>
          <a:p>
            <a:endParaRPr lang="en-US"/>
          </a:p>
        </p:txBody>
      </p:sp>
      <p:sp>
        <p:nvSpPr>
          <p:cNvPr id="18" name="Straight Connector 17">
            <a:extLst>
              <a:ext uri="{FF2B5EF4-FFF2-40B4-BE49-F238E27FC236}">
                <a16:creationId xmlns:a16="http://schemas.microsoft.com/office/drawing/2014/main" id="{4F57801C-5ABF-0F3B-DC4D-F6ED01BADDF1}"/>
              </a:ext>
            </a:extLst>
          </p:cNvPr>
          <p:cNvSpPr/>
          <p:nvPr userDrawn="1"/>
        </p:nvSpPr>
        <p:spPr>
          <a:xfrm>
            <a:off x="711178" y="2023847"/>
            <a:ext cx="0" cy="1770911"/>
          </a:xfrm>
          <a:prstGeom prst="line">
            <a:avLst/>
          </a:prstGeom>
        </p:spPr>
        <p:style>
          <a:lnRef idx="1">
            <a:schemeClr val="dk2">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9" name="Oval 18">
            <a:extLst>
              <a:ext uri="{FF2B5EF4-FFF2-40B4-BE49-F238E27FC236}">
                <a16:creationId xmlns:a16="http://schemas.microsoft.com/office/drawing/2014/main" id="{F26BA891-1D71-21EA-E68C-50BFEB354E99}"/>
              </a:ext>
            </a:extLst>
          </p:cNvPr>
          <p:cNvSpPr>
            <a:spLocks noChangeAspect="1"/>
          </p:cNvSpPr>
          <p:nvPr userDrawn="1"/>
        </p:nvSpPr>
        <p:spPr>
          <a:xfrm>
            <a:off x="616393" y="3703318"/>
            <a:ext cx="182880" cy="182880"/>
          </a:xfrm>
          <a:prstGeom prst="ellipse">
            <a:avLst/>
          </a:prstGeom>
          <a:solidFill>
            <a:schemeClr val="bg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nchor="ctr"/>
          <a:lstStyle/>
          <a:p>
            <a:pPr algn="ctr"/>
            <a:endParaRPr lang="en-US"/>
          </a:p>
        </p:txBody>
      </p:sp>
      <p:sp>
        <p:nvSpPr>
          <p:cNvPr id="22" name="Straight Connector 21">
            <a:extLst>
              <a:ext uri="{FF2B5EF4-FFF2-40B4-BE49-F238E27FC236}">
                <a16:creationId xmlns:a16="http://schemas.microsoft.com/office/drawing/2014/main" id="{1438CB18-8D05-ECF1-ED8D-A15A3F3A8C5B}"/>
              </a:ext>
            </a:extLst>
          </p:cNvPr>
          <p:cNvSpPr/>
          <p:nvPr userDrawn="1"/>
        </p:nvSpPr>
        <p:spPr>
          <a:xfrm>
            <a:off x="2580099" y="3794759"/>
            <a:ext cx="0" cy="1770911"/>
          </a:xfrm>
          <a:prstGeom prst="line">
            <a:avLst/>
          </a:prstGeom>
        </p:spPr>
        <p:style>
          <a:lnRef idx="1">
            <a:schemeClr val="dk2">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3" name="Oval 22">
            <a:extLst>
              <a:ext uri="{FF2B5EF4-FFF2-40B4-BE49-F238E27FC236}">
                <a16:creationId xmlns:a16="http://schemas.microsoft.com/office/drawing/2014/main" id="{50C8456C-5119-4D33-E55E-2CAC098F814C}"/>
              </a:ext>
            </a:extLst>
          </p:cNvPr>
          <p:cNvSpPr>
            <a:spLocks noChangeAspect="1"/>
          </p:cNvSpPr>
          <p:nvPr userDrawn="1"/>
        </p:nvSpPr>
        <p:spPr>
          <a:xfrm>
            <a:off x="2488659" y="3703318"/>
            <a:ext cx="182880" cy="182880"/>
          </a:xfrm>
          <a:prstGeom prst="ellipse">
            <a:avLst/>
          </a:prstGeom>
          <a:solidFill>
            <a:schemeClr val="bg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nchor="ctr"/>
          <a:lstStyle/>
          <a:p>
            <a:pPr algn="ctr"/>
            <a:endParaRPr lang="en-US"/>
          </a:p>
        </p:txBody>
      </p:sp>
      <p:sp>
        <p:nvSpPr>
          <p:cNvPr id="26" name="Straight Connector 25">
            <a:extLst>
              <a:ext uri="{FF2B5EF4-FFF2-40B4-BE49-F238E27FC236}">
                <a16:creationId xmlns:a16="http://schemas.microsoft.com/office/drawing/2014/main" id="{67960DD4-5A34-1D8C-C86C-8E69FE795B01}"/>
              </a:ext>
            </a:extLst>
          </p:cNvPr>
          <p:cNvSpPr/>
          <p:nvPr userDrawn="1"/>
        </p:nvSpPr>
        <p:spPr>
          <a:xfrm>
            <a:off x="4449019" y="2023847"/>
            <a:ext cx="0" cy="1770911"/>
          </a:xfrm>
          <a:prstGeom prst="line">
            <a:avLst/>
          </a:prstGeom>
        </p:spPr>
        <p:style>
          <a:lnRef idx="1">
            <a:schemeClr val="dk2">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7" name="Oval 26">
            <a:extLst>
              <a:ext uri="{FF2B5EF4-FFF2-40B4-BE49-F238E27FC236}">
                <a16:creationId xmlns:a16="http://schemas.microsoft.com/office/drawing/2014/main" id="{19475230-95A0-2DC8-9B6C-14CAB833CD90}"/>
              </a:ext>
            </a:extLst>
          </p:cNvPr>
          <p:cNvSpPr>
            <a:spLocks noChangeAspect="1"/>
          </p:cNvSpPr>
          <p:nvPr userDrawn="1"/>
        </p:nvSpPr>
        <p:spPr>
          <a:xfrm>
            <a:off x="4357580" y="3703318"/>
            <a:ext cx="182880" cy="182880"/>
          </a:xfrm>
          <a:prstGeom prst="ellipse">
            <a:avLst/>
          </a:prstGeom>
          <a:solidFill>
            <a:schemeClr val="bg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nchor="ctr"/>
          <a:lstStyle/>
          <a:p>
            <a:pPr algn="ctr"/>
            <a:endParaRPr lang="en-US"/>
          </a:p>
        </p:txBody>
      </p:sp>
      <p:sp>
        <p:nvSpPr>
          <p:cNvPr id="30" name="Straight Connector 29">
            <a:extLst>
              <a:ext uri="{FF2B5EF4-FFF2-40B4-BE49-F238E27FC236}">
                <a16:creationId xmlns:a16="http://schemas.microsoft.com/office/drawing/2014/main" id="{15C71462-1F25-157D-EDF9-5D3DEF49782D}"/>
              </a:ext>
            </a:extLst>
          </p:cNvPr>
          <p:cNvSpPr/>
          <p:nvPr userDrawn="1"/>
        </p:nvSpPr>
        <p:spPr>
          <a:xfrm>
            <a:off x="6317940" y="3794759"/>
            <a:ext cx="0" cy="1770911"/>
          </a:xfrm>
          <a:prstGeom prst="line">
            <a:avLst/>
          </a:prstGeom>
        </p:spPr>
        <p:style>
          <a:lnRef idx="1">
            <a:schemeClr val="dk2">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1" name="Oval 30">
            <a:extLst>
              <a:ext uri="{FF2B5EF4-FFF2-40B4-BE49-F238E27FC236}">
                <a16:creationId xmlns:a16="http://schemas.microsoft.com/office/drawing/2014/main" id="{9A1D86A3-8BD2-FD53-4EA3-DABECD13AA53}"/>
              </a:ext>
            </a:extLst>
          </p:cNvPr>
          <p:cNvSpPr>
            <a:spLocks noChangeAspect="1"/>
          </p:cNvSpPr>
          <p:nvPr userDrawn="1"/>
        </p:nvSpPr>
        <p:spPr>
          <a:xfrm>
            <a:off x="6226500" y="3703318"/>
            <a:ext cx="182880" cy="182880"/>
          </a:xfrm>
          <a:prstGeom prst="ellipse">
            <a:avLst/>
          </a:prstGeom>
          <a:solidFill>
            <a:schemeClr val="bg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nchor="ctr"/>
          <a:lstStyle/>
          <a:p>
            <a:pPr algn="ctr"/>
            <a:endParaRPr lang="en-US"/>
          </a:p>
        </p:txBody>
      </p:sp>
      <p:sp>
        <p:nvSpPr>
          <p:cNvPr id="34" name="Straight Connector 33">
            <a:extLst>
              <a:ext uri="{FF2B5EF4-FFF2-40B4-BE49-F238E27FC236}">
                <a16:creationId xmlns:a16="http://schemas.microsoft.com/office/drawing/2014/main" id="{DE3F2BB4-EFA4-1E20-63F2-A1D19A8321EE}"/>
              </a:ext>
            </a:extLst>
          </p:cNvPr>
          <p:cNvSpPr/>
          <p:nvPr userDrawn="1"/>
        </p:nvSpPr>
        <p:spPr>
          <a:xfrm>
            <a:off x="8186860" y="2023847"/>
            <a:ext cx="0" cy="1770911"/>
          </a:xfrm>
          <a:prstGeom prst="line">
            <a:avLst/>
          </a:prstGeom>
        </p:spPr>
        <p:style>
          <a:lnRef idx="1">
            <a:schemeClr val="dk2">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5" name="Oval 34">
            <a:extLst>
              <a:ext uri="{FF2B5EF4-FFF2-40B4-BE49-F238E27FC236}">
                <a16:creationId xmlns:a16="http://schemas.microsoft.com/office/drawing/2014/main" id="{CFB391B0-AD00-F89E-CFB5-4842FF3D851A}"/>
              </a:ext>
            </a:extLst>
          </p:cNvPr>
          <p:cNvSpPr>
            <a:spLocks noChangeAspect="1"/>
          </p:cNvSpPr>
          <p:nvPr userDrawn="1"/>
        </p:nvSpPr>
        <p:spPr>
          <a:xfrm>
            <a:off x="8095420" y="3703318"/>
            <a:ext cx="182880" cy="182880"/>
          </a:xfrm>
          <a:prstGeom prst="ellipse">
            <a:avLst/>
          </a:prstGeom>
          <a:solidFill>
            <a:schemeClr val="bg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nchor="ctr"/>
          <a:lstStyle/>
          <a:p>
            <a:pPr algn="ctr"/>
            <a:endParaRPr lang="en-US"/>
          </a:p>
        </p:txBody>
      </p:sp>
      <p:sp>
        <p:nvSpPr>
          <p:cNvPr id="37" name="Text Placeholder 36">
            <a:extLst>
              <a:ext uri="{FF2B5EF4-FFF2-40B4-BE49-F238E27FC236}">
                <a16:creationId xmlns:a16="http://schemas.microsoft.com/office/drawing/2014/main" id="{29532D11-4142-9119-6FF8-764C68215FDB}"/>
              </a:ext>
            </a:extLst>
          </p:cNvPr>
          <p:cNvSpPr>
            <a:spLocks noGrp="1"/>
          </p:cNvSpPr>
          <p:nvPr>
            <p:ph type="body" sz="quarter" idx="68" hasCustomPrompt="1"/>
          </p:nvPr>
        </p:nvSpPr>
        <p:spPr>
          <a:xfrm>
            <a:off x="888459" y="2028553"/>
            <a:ext cx="3200400" cy="365760"/>
          </a:xfrm>
          <a:prstGeom prst="rect">
            <a:avLst/>
          </a:prstGeom>
        </p:spPr>
        <p:txBody>
          <a:bodyPr anchor="ctr"/>
          <a:lstStyle>
            <a:lvl1pPr>
              <a:buNone/>
              <a:defRPr sz="2000" b="1">
                <a:solidFill>
                  <a:schemeClr val="accent1">
                    <a:lumMod val="90000"/>
                  </a:schemeClr>
                </a:solidFill>
              </a:defRPr>
            </a:lvl1pPr>
          </a:lstStyle>
          <a:p>
            <a:pPr lvl="0"/>
            <a:r>
              <a:rPr lang="en-US"/>
              <a:t>Add event</a:t>
            </a:r>
          </a:p>
        </p:txBody>
      </p:sp>
      <p:sp>
        <p:nvSpPr>
          <p:cNvPr id="38" name="Text Placeholder 36">
            <a:extLst>
              <a:ext uri="{FF2B5EF4-FFF2-40B4-BE49-F238E27FC236}">
                <a16:creationId xmlns:a16="http://schemas.microsoft.com/office/drawing/2014/main" id="{89A44025-3217-1771-ADED-0BAACD6BB2C8}"/>
              </a:ext>
            </a:extLst>
          </p:cNvPr>
          <p:cNvSpPr>
            <a:spLocks noGrp="1"/>
          </p:cNvSpPr>
          <p:nvPr>
            <p:ph type="body" sz="quarter" idx="69" hasCustomPrompt="1"/>
          </p:nvPr>
        </p:nvSpPr>
        <p:spPr>
          <a:xfrm>
            <a:off x="891209" y="2465491"/>
            <a:ext cx="3200400" cy="1097280"/>
          </a:xfrm>
          <a:prstGeom prst="rect">
            <a:avLst/>
          </a:prstGeom>
        </p:spPr>
        <p:txBody>
          <a:bodyPr anchor="t"/>
          <a:lstStyle>
            <a:lvl1pPr marL="9525" indent="-9525" algn="l">
              <a:buNone/>
              <a:tabLst/>
              <a:defRPr sz="1400" b="0">
                <a:solidFill>
                  <a:schemeClr val="tx2">
                    <a:lumMod val="10000"/>
                  </a:schemeClr>
                </a:solidFill>
              </a:defRPr>
            </a:lvl1pPr>
          </a:lstStyle>
          <a:p>
            <a:pPr lvl="0"/>
            <a:r>
              <a:rPr lang="en-US"/>
              <a:t>Add text here</a:t>
            </a:r>
          </a:p>
        </p:txBody>
      </p:sp>
      <p:sp>
        <p:nvSpPr>
          <p:cNvPr id="39" name="Text Placeholder 36">
            <a:extLst>
              <a:ext uri="{FF2B5EF4-FFF2-40B4-BE49-F238E27FC236}">
                <a16:creationId xmlns:a16="http://schemas.microsoft.com/office/drawing/2014/main" id="{AEBD6A41-5BC7-446E-6610-7E6F8805638D}"/>
              </a:ext>
            </a:extLst>
          </p:cNvPr>
          <p:cNvSpPr>
            <a:spLocks noGrp="1"/>
          </p:cNvSpPr>
          <p:nvPr>
            <p:ph type="body" sz="quarter" idx="70" hasCustomPrompt="1"/>
          </p:nvPr>
        </p:nvSpPr>
        <p:spPr>
          <a:xfrm>
            <a:off x="4623549" y="2028553"/>
            <a:ext cx="3200400" cy="365760"/>
          </a:xfrm>
          <a:prstGeom prst="rect">
            <a:avLst/>
          </a:prstGeom>
        </p:spPr>
        <p:txBody>
          <a:bodyPr anchor="ctr"/>
          <a:lstStyle>
            <a:lvl1pPr>
              <a:buNone/>
              <a:defRPr sz="2000" b="1">
                <a:solidFill>
                  <a:schemeClr val="accent3"/>
                </a:solidFill>
              </a:defRPr>
            </a:lvl1pPr>
          </a:lstStyle>
          <a:p>
            <a:pPr lvl="0"/>
            <a:r>
              <a:rPr lang="en-US"/>
              <a:t>Add event</a:t>
            </a:r>
          </a:p>
        </p:txBody>
      </p:sp>
      <p:sp>
        <p:nvSpPr>
          <p:cNvPr id="40" name="Text Placeholder 36">
            <a:extLst>
              <a:ext uri="{FF2B5EF4-FFF2-40B4-BE49-F238E27FC236}">
                <a16:creationId xmlns:a16="http://schemas.microsoft.com/office/drawing/2014/main" id="{BCD4B87D-C8D5-8B45-C665-066080BE4685}"/>
              </a:ext>
            </a:extLst>
          </p:cNvPr>
          <p:cNvSpPr>
            <a:spLocks noGrp="1"/>
          </p:cNvSpPr>
          <p:nvPr>
            <p:ph type="body" sz="quarter" idx="71" hasCustomPrompt="1"/>
          </p:nvPr>
        </p:nvSpPr>
        <p:spPr>
          <a:xfrm>
            <a:off x="4626299" y="2465491"/>
            <a:ext cx="3200400" cy="1097280"/>
          </a:xfrm>
          <a:prstGeom prst="rect">
            <a:avLst/>
          </a:prstGeom>
        </p:spPr>
        <p:txBody>
          <a:bodyPr anchor="t"/>
          <a:lstStyle>
            <a:lvl1pPr marL="9525" indent="-9525" algn="l">
              <a:buNone/>
              <a:tabLst/>
              <a:defRPr sz="1400" b="0">
                <a:solidFill>
                  <a:schemeClr val="tx2">
                    <a:lumMod val="10000"/>
                  </a:schemeClr>
                </a:solidFill>
              </a:defRPr>
            </a:lvl1pPr>
          </a:lstStyle>
          <a:p>
            <a:pPr lvl="0"/>
            <a:r>
              <a:rPr lang="en-US"/>
              <a:t>Add text here</a:t>
            </a:r>
          </a:p>
        </p:txBody>
      </p:sp>
      <p:sp>
        <p:nvSpPr>
          <p:cNvPr id="41" name="Text Placeholder 36">
            <a:extLst>
              <a:ext uri="{FF2B5EF4-FFF2-40B4-BE49-F238E27FC236}">
                <a16:creationId xmlns:a16="http://schemas.microsoft.com/office/drawing/2014/main" id="{5E1D76F5-142A-932B-5C14-DE65F2AB2BA3}"/>
              </a:ext>
            </a:extLst>
          </p:cNvPr>
          <p:cNvSpPr>
            <a:spLocks noGrp="1"/>
          </p:cNvSpPr>
          <p:nvPr>
            <p:ph type="body" sz="quarter" idx="72" hasCustomPrompt="1"/>
          </p:nvPr>
        </p:nvSpPr>
        <p:spPr>
          <a:xfrm>
            <a:off x="8364141" y="2028553"/>
            <a:ext cx="3200400" cy="365760"/>
          </a:xfrm>
          <a:prstGeom prst="rect">
            <a:avLst/>
          </a:prstGeom>
        </p:spPr>
        <p:txBody>
          <a:bodyPr anchor="ctr"/>
          <a:lstStyle>
            <a:lvl1pPr>
              <a:buNone/>
              <a:defRPr sz="2000" b="1">
                <a:solidFill>
                  <a:srgbClr val="3366FF"/>
                </a:solidFill>
              </a:defRPr>
            </a:lvl1pPr>
          </a:lstStyle>
          <a:p>
            <a:pPr lvl="0"/>
            <a:r>
              <a:rPr lang="en-US"/>
              <a:t>Add event</a:t>
            </a:r>
          </a:p>
        </p:txBody>
      </p:sp>
      <p:sp>
        <p:nvSpPr>
          <p:cNvPr id="42" name="Text Placeholder 36">
            <a:extLst>
              <a:ext uri="{FF2B5EF4-FFF2-40B4-BE49-F238E27FC236}">
                <a16:creationId xmlns:a16="http://schemas.microsoft.com/office/drawing/2014/main" id="{F99206B1-4B03-F272-2DFB-821BDDEB8000}"/>
              </a:ext>
            </a:extLst>
          </p:cNvPr>
          <p:cNvSpPr>
            <a:spLocks noGrp="1"/>
          </p:cNvSpPr>
          <p:nvPr>
            <p:ph type="body" sz="quarter" idx="73" hasCustomPrompt="1"/>
          </p:nvPr>
        </p:nvSpPr>
        <p:spPr>
          <a:xfrm>
            <a:off x="8366891" y="2465491"/>
            <a:ext cx="3200400" cy="1097280"/>
          </a:xfrm>
          <a:prstGeom prst="rect">
            <a:avLst/>
          </a:prstGeom>
        </p:spPr>
        <p:txBody>
          <a:bodyPr anchor="t"/>
          <a:lstStyle>
            <a:lvl1pPr marL="9525" indent="-9525" algn="l">
              <a:buNone/>
              <a:tabLst/>
              <a:defRPr sz="1400" b="0">
                <a:solidFill>
                  <a:schemeClr val="tx2">
                    <a:lumMod val="10000"/>
                  </a:schemeClr>
                </a:solidFill>
              </a:defRPr>
            </a:lvl1pPr>
          </a:lstStyle>
          <a:p>
            <a:pPr lvl="0"/>
            <a:r>
              <a:rPr lang="en-US"/>
              <a:t>Add text here</a:t>
            </a:r>
          </a:p>
        </p:txBody>
      </p:sp>
      <p:sp>
        <p:nvSpPr>
          <p:cNvPr id="43" name="Text Placeholder 36">
            <a:extLst>
              <a:ext uri="{FF2B5EF4-FFF2-40B4-BE49-F238E27FC236}">
                <a16:creationId xmlns:a16="http://schemas.microsoft.com/office/drawing/2014/main" id="{E96F2340-7B8B-FA68-6D8F-AACD91E1763A}"/>
              </a:ext>
            </a:extLst>
          </p:cNvPr>
          <p:cNvSpPr>
            <a:spLocks noGrp="1"/>
          </p:cNvSpPr>
          <p:nvPr>
            <p:ph type="body" sz="quarter" idx="74" hasCustomPrompt="1"/>
          </p:nvPr>
        </p:nvSpPr>
        <p:spPr>
          <a:xfrm>
            <a:off x="2757380" y="4025923"/>
            <a:ext cx="3200400" cy="365760"/>
          </a:xfrm>
          <a:prstGeom prst="rect">
            <a:avLst/>
          </a:prstGeom>
        </p:spPr>
        <p:txBody>
          <a:bodyPr anchor="ctr"/>
          <a:lstStyle>
            <a:lvl1pPr>
              <a:buNone/>
              <a:defRPr sz="2000" b="1">
                <a:solidFill>
                  <a:schemeClr val="accent4"/>
                </a:solidFill>
              </a:defRPr>
            </a:lvl1pPr>
          </a:lstStyle>
          <a:p>
            <a:pPr lvl="0"/>
            <a:r>
              <a:rPr lang="en-US"/>
              <a:t>Add event</a:t>
            </a:r>
          </a:p>
        </p:txBody>
      </p:sp>
      <p:sp>
        <p:nvSpPr>
          <p:cNvPr id="44" name="Text Placeholder 36">
            <a:extLst>
              <a:ext uri="{FF2B5EF4-FFF2-40B4-BE49-F238E27FC236}">
                <a16:creationId xmlns:a16="http://schemas.microsoft.com/office/drawing/2014/main" id="{BD32B6BC-D429-C0F4-E252-19EECDCEBDBF}"/>
              </a:ext>
            </a:extLst>
          </p:cNvPr>
          <p:cNvSpPr>
            <a:spLocks noGrp="1"/>
          </p:cNvSpPr>
          <p:nvPr>
            <p:ph type="body" sz="quarter" idx="75" hasCustomPrompt="1"/>
          </p:nvPr>
        </p:nvSpPr>
        <p:spPr>
          <a:xfrm>
            <a:off x="2760130" y="4462861"/>
            <a:ext cx="3200400" cy="1097280"/>
          </a:xfrm>
          <a:prstGeom prst="rect">
            <a:avLst/>
          </a:prstGeom>
        </p:spPr>
        <p:txBody>
          <a:bodyPr anchor="t"/>
          <a:lstStyle>
            <a:lvl1pPr marL="9525" indent="-9525" algn="l">
              <a:buNone/>
              <a:tabLst/>
              <a:defRPr sz="1400" b="0">
                <a:solidFill>
                  <a:schemeClr val="tx2">
                    <a:lumMod val="10000"/>
                  </a:schemeClr>
                </a:solidFill>
              </a:defRPr>
            </a:lvl1pPr>
          </a:lstStyle>
          <a:p>
            <a:pPr lvl="0"/>
            <a:r>
              <a:rPr lang="en-US"/>
              <a:t>Add text here</a:t>
            </a:r>
          </a:p>
        </p:txBody>
      </p:sp>
      <p:sp>
        <p:nvSpPr>
          <p:cNvPr id="45" name="Text Placeholder 36">
            <a:extLst>
              <a:ext uri="{FF2B5EF4-FFF2-40B4-BE49-F238E27FC236}">
                <a16:creationId xmlns:a16="http://schemas.microsoft.com/office/drawing/2014/main" id="{E9A964BA-281C-5D92-7F99-4A198265A837}"/>
              </a:ext>
            </a:extLst>
          </p:cNvPr>
          <p:cNvSpPr>
            <a:spLocks noGrp="1"/>
          </p:cNvSpPr>
          <p:nvPr>
            <p:ph type="body" sz="quarter" idx="76" hasCustomPrompt="1"/>
          </p:nvPr>
        </p:nvSpPr>
        <p:spPr>
          <a:xfrm>
            <a:off x="6495220" y="4025923"/>
            <a:ext cx="3200400" cy="365760"/>
          </a:xfrm>
          <a:prstGeom prst="rect">
            <a:avLst/>
          </a:prstGeom>
        </p:spPr>
        <p:txBody>
          <a:bodyPr anchor="ctr"/>
          <a:lstStyle>
            <a:lvl1pPr>
              <a:buNone/>
              <a:defRPr sz="2000" b="1">
                <a:solidFill>
                  <a:schemeClr val="accent1"/>
                </a:solidFill>
              </a:defRPr>
            </a:lvl1pPr>
          </a:lstStyle>
          <a:p>
            <a:pPr lvl="0"/>
            <a:r>
              <a:rPr lang="en-US"/>
              <a:t>Add event</a:t>
            </a:r>
          </a:p>
        </p:txBody>
      </p:sp>
      <p:sp>
        <p:nvSpPr>
          <p:cNvPr id="46" name="Text Placeholder 36">
            <a:extLst>
              <a:ext uri="{FF2B5EF4-FFF2-40B4-BE49-F238E27FC236}">
                <a16:creationId xmlns:a16="http://schemas.microsoft.com/office/drawing/2014/main" id="{FFB1F6C4-DDB2-38A8-710E-177FC7EB5A16}"/>
              </a:ext>
            </a:extLst>
          </p:cNvPr>
          <p:cNvSpPr>
            <a:spLocks noGrp="1"/>
          </p:cNvSpPr>
          <p:nvPr>
            <p:ph type="body" sz="quarter" idx="77" hasCustomPrompt="1"/>
          </p:nvPr>
        </p:nvSpPr>
        <p:spPr>
          <a:xfrm>
            <a:off x="6497970" y="4462861"/>
            <a:ext cx="3200400" cy="1097280"/>
          </a:xfrm>
          <a:prstGeom prst="rect">
            <a:avLst/>
          </a:prstGeom>
        </p:spPr>
        <p:txBody>
          <a:bodyPr anchor="t"/>
          <a:lstStyle>
            <a:lvl1pPr marL="9525" indent="-9525" algn="l">
              <a:buNone/>
              <a:tabLst/>
              <a:defRPr sz="1400" b="0">
                <a:solidFill>
                  <a:schemeClr val="tx2">
                    <a:lumMod val="10000"/>
                  </a:schemeClr>
                </a:solidFill>
              </a:defRPr>
            </a:lvl1pPr>
          </a:lstStyle>
          <a:p>
            <a:pPr lvl="0"/>
            <a:r>
              <a:rPr lang="en-US"/>
              <a:t>Add text here</a:t>
            </a:r>
          </a:p>
        </p:txBody>
      </p:sp>
      <p:pic>
        <p:nvPicPr>
          <p:cNvPr id="4" name="Graphic 3">
            <a:extLst>
              <a:ext uri="{FF2B5EF4-FFF2-40B4-BE49-F238E27FC236}">
                <a16:creationId xmlns:a16="http://schemas.microsoft.com/office/drawing/2014/main" id="{DBF958C4-2B72-C41F-E4CD-BE80DB30355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5" name="Footer Placeholder 4">
            <a:extLst>
              <a:ext uri="{FF2B5EF4-FFF2-40B4-BE49-F238E27FC236}">
                <a16:creationId xmlns:a16="http://schemas.microsoft.com/office/drawing/2014/main" id="{B82317D3-5E5F-5649-A143-0501D95F3126}"/>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Tree>
    <p:extLst>
      <p:ext uri="{BB962C8B-B14F-4D97-AF65-F5344CB8AC3E}">
        <p14:creationId xmlns:p14="http://schemas.microsoft.com/office/powerpoint/2010/main" val="31132746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7A6FABFB-D00A-3FAC-DBA2-2A7A5D51BD44}"/>
              </a:ext>
            </a:extLst>
          </p:cNvPr>
          <p:cNvSpPr>
            <a:spLocks noGrp="1"/>
          </p:cNvSpPr>
          <p:nvPr>
            <p:ph type="sldNum" sz="quarter" idx="67"/>
          </p:nvPr>
        </p:nvSpPr>
        <p:spPr>
          <a:xfrm>
            <a:off x="479425" y="6339948"/>
            <a:ext cx="173038" cy="169200"/>
          </a:xfrm>
          <a:prstGeom prst="rect">
            <a:avLst/>
          </a:prstGeom>
        </p:spPr>
        <p:txBody>
          <a:bodyPr/>
          <a:lstStyle>
            <a:lvl1pPr>
              <a:lnSpc>
                <a:spcPct val="100000"/>
              </a:lnSpc>
              <a:spcAft>
                <a:spcPts val="600"/>
              </a:spcAft>
              <a:defRPr>
                <a:solidFill>
                  <a:schemeClr val="bg1"/>
                </a:solidFill>
              </a:defRPr>
            </a:lvl1pPr>
          </a:lstStyle>
          <a:p>
            <a:fld id="{E4C2AD82-1025-4508-97C1-6F7EE5C92734}" type="slidenum">
              <a:rPr lang="en-AU" smtClean="0"/>
              <a:pPr/>
              <a:t>‹#›</a:t>
            </a:fld>
            <a:endParaRPr lang="en-AU"/>
          </a:p>
        </p:txBody>
      </p:sp>
      <p:sp>
        <p:nvSpPr>
          <p:cNvPr id="2" name="Title 6">
            <a:extLst>
              <a:ext uri="{FF2B5EF4-FFF2-40B4-BE49-F238E27FC236}">
                <a16:creationId xmlns:a16="http://schemas.microsoft.com/office/drawing/2014/main" id="{E95DDE5E-713B-8444-9E85-611FAE8A8E53}"/>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3" name="Title 6">
            <a:extLst>
              <a:ext uri="{FF2B5EF4-FFF2-40B4-BE49-F238E27FC236}">
                <a16:creationId xmlns:a16="http://schemas.microsoft.com/office/drawing/2014/main" id="{6AACB044-FE29-D3B5-A944-1FFB44C2564B}"/>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5" name="Text Placeholder 9">
            <a:extLst>
              <a:ext uri="{FF2B5EF4-FFF2-40B4-BE49-F238E27FC236}">
                <a16:creationId xmlns:a16="http://schemas.microsoft.com/office/drawing/2014/main" id="{146FD924-25C7-CF9C-A534-FF1F4F99DA29}"/>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8" name="Text Placeholder 7">
            <a:extLst>
              <a:ext uri="{FF2B5EF4-FFF2-40B4-BE49-F238E27FC236}">
                <a16:creationId xmlns:a16="http://schemas.microsoft.com/office/drawing/2014/main" id="{2E540EA2-73E5-024D-A2CB-09957A983BB7}"/>
              </a:ext>
            </a:extLst>
          </p:cNvPr>
          <p:cNvSpPr>
            <a:spLocks noGrp="1"/>
          </p:cNvSpPr>
          <p:nvPr>
            <p:ph type="body" sz="quarter" idx="68" hasCustomPrompt="1"/>
          </p:nvPr>
        </p:nvSpPr>
        <p:spPr>
          <a:xfrm>
            <a:off x="479425" y="1663663"/>
            <a:ext cx="2235784" cy="405862"/>
          </a:xfrm>
          <a:prstGeom prst="homePlate">
            <a:avLst/>
          </a:prstGeom>
          <a:solidFill>
            <a:srgbClr val="3366FF"/>
          </a:solidFill>
        </p:spPr>
        <p:txBody>
          <a:bodyPr/>
          <a:lstStyle>
            <a:lvl1pPr>
              <a:buNone/>
              <a:defRPr sz="1400"/>
            </a:lvl1pPr>
            <a:lvl2pPr>
              <a:defRPr sz="1400"/>
            </a:lvl2pPr>
            <a:lvl3pPr>
              <a:defRPr sz="1400"/>
            </a:lvl3pPr>
            <a:lvl4pPr>
              <a:defRPr sz="1400"/>
            </a:lvl4pPr>
            <a:lvl5pPr>
              <a:defRPr sz="1400"/>
            </a:lvl5pPr>
          </a:lstStyle>
          <a:p>
            <a:pPr lvl="0"/>
            <a:r>
              <a:rPr lang="en-US"/>
              <a:t> </a:t>
            </a:r>
          </a:p>
        </p:txBody>
      </p:sp>
      <p:sp>
        <p:nvSpPr>
          <p:cNvPr id="9" name="Text Placeholder 7">
            <a:extLst>
              <a:ext uri="{FF2B5EF4-FFF2-40B4-BE49-F238E27FC236}">
                <a16:creationId xmlns:a16="http://schemas.microsoft.com/office/drawing/2014/main" id="{1C9AF71A-5E6A-0491-ABC8-FACC5D3B415C}"/>
              </a:ext>
            </a:extLst>
          </p:cNvPr>
          <p:cNvSpPr>
            <a:spLocks noGrp="1"/>
          </p:cNvSpPr>
          <p:nvPr>
            <p:ph type="body" sz="quarter" idx="69" hasCustomPrompt="1"/>
          </p:nvPr>
        </p:nvSpPr>
        <p:spPr>
          <a:xfrm>
            <a:off x="2728766" y="1663663"/>
            <a:ext cx="2235784" cy="405862"/>
          </a:xfrm>
          <a:prstGeom prst="chevron">
            <a:avLst/>
          </a:prstGeom>
          <a:solidFill>
            <a:srgbClr val="3366FF"/>
          </a:solidFill>
        </p:spPr>
        <p:txBody>
          <a:bodyPr/>
          <a:lstStyle>
            <a:lvl1pPr>
              <a:buNone/>
              <a:defRPr sz="1400"/>
            </a:lvl1pPr>
            <a:lvl2pPr>
              <a:defRPr sz="1400"/>
            </a:lvl2pPr>
            <a:lvl3pPr>
              <a:defRPr sz="1400"/>
            </a:lvl3pPr>
            <a:lvl4pPr>
              <a:defRPr sz="1400"/>
            </a:lvl4pPr>
            <a:lvl5pPr>
              <a:defRPr sz="1400"/>
            </a:lvl5pPr>
          </a:lstStyle>
          <a:p>
            <a:pPr lvl="0"/>
            <a:r>
              <a:rPr lang="en-US"/>
              <a:t> </a:t>
            </a:r>
          </a:p>
        </p:txBody>
      </p:sp>
      <p:sp>
        <p:nvSpPr>
          <p:cNvPr id="10" name="Text Placeholder 7">
            <a:extLst>
              <a:ext uri="{FF2B5EF4-FFF2-40B4-BE49-F238E27FC236}">
                <a16:creationId xmlns:a16="http://schemas.microsoft.com/office/drawing/2014/main" id="{C4BDD6E9-FEE9-BC25-6D6D-F9FB4BF7C665}"/>
              </a:ext>
            </a:extLst>
          </p:cNvPr>
          <p:cNvSpPr>
            <a:spLocks noGrp="1"/>
          </p:cNvSpPr>
          <p:nvPr>
            <p:ph type="body" sz="quarter" idx="70" hasCustomPrompt="1"/>
          </p:nvPr>
        </p:nvSpPr>
        <p:spPr>
          <a:xfrm>
            <a:off x="4978107" y="1663663"/>
            <a:ext cx="2235784" cy="405862"/>
          </a:xfrm>
          <a:prstGeom prst="chevron">
            <a:avLst/>
          </a:prstGeom>
          <a:solidFill>
            <a:srgbClr val="3366FF"/>
          </a:solidFill>
        </p:spPr>
        <p:txBody>
          <a:bodyPr/>
          <a:lstStyle>
            <a:lvl1pPr>
              <a:buNone/>
              <a:defRPr sz="1400"/>
            </a:lvl1pPr>
            <a:lvl2pPr>
              <a:defRPr sz="1400"/>
            </a:lvl2pPr>
            <a:lvl3pPr>
              <a:defRPr sz="1400"/>
            </a:lvl3pPr>
            <a:lvl4pPr>
              <a:defRPr sz="1400"/>
            </a:lvl4pPr>
            <a:lvl5pPr>
              <a:defRPr sz="1400"/>
            </a:lvl5pPr>
          </a:lstStyle>
          <a:p>
            <a:pPr lvl="0"/>
            <a:r>
              <a:rPr lang="en-US"/>
              <a:t> </a:t>
            </a:r>
          </a:p>
        </p:txBody>
      </p:sp>
      <p:sp>
        <p:nvSpPr>
          <p:cNvPr id="11" name="Text Placeholder 7">
            <a:extLst>
              <a:ext uri="{FF2B5EF4-FFF2-40B4-BE49-F238E27FC236}">
                <a16:creationId xmlns:a16="http://schemas.microsoft.com/office/drawing/2014/main" id="{2AFCF516-5EA7-64A8-5C35-8BE36ABE3BF4}"/>
              </a:ext>
            </a:extLst>
          </p:cNvPr>
          <p:cNvSpPr>
            <a:spLocks noGrp="1"/>
          </p:cNvSpPr>
          <p:nvPr>
            <p:ph type="body" sz="quarter" idx="71" hasCustomPrompt="1"/>
          </p:nvPr>
        </p:nvSpPr>
        <p:spPr>
          <a:xfrm>
            <a:off x="7227448" y="1663663"/>
            <a:ext cx="2235784" cy="405862"/>
          </a:xfrm>
          <a:prstGeom prst="chevron">
            <a:avLst/>
          </a:prstGeom>
          <a:solidFill>
            <a:srgbClr val="3366FF"/>
          </a:solidFill>
        </p:spPr>
        <p:txBody>
          <a:bodyPr/>
          <a:lstStyle>
            <a:lvl1pPr>
              <a:buNone/>
              <a:defRPr sz="1400"/>
            </a:lvl1pPr>
            <a:lvl2pPr>
              <a:defRPr sz="1400"/>
            </a:lvl2pPr>
            <a:lvl3pPr>
              <a:defRPr sz="1400"/>
            </a:lvl3pPr>
            <a:lvl4pPr>
              <a:defRPr sz="1400"/>
            </a:lvl4pPr>
            <a:lvl5pPr>
              <a:defRPr sz="1400"/>
            </a:lvl5pPr>
          </a:lstStyle>
          <a:p>
            <a:pPr lvl="0"/>
            <a:r>
              <a:rPr lang="en-US"/>
              <a:t> </a:t>
            </a:r>
          </a:p>
        </p:txBody>
      </p:sp>
      <p:sp>
        <p:nvSpPr>
          <p:cNvPr id="14" name="Text Placeholder 7">
            <a:extLst>
              <a:ext uri="{FF2B5EF4-FFF2-40B4-BE49-F238E27FC236}">
                <a16:creationId xmlns:a16="http://schemas.microsoft.com/office/drawing/2014/main" id="{504926AF-6BDB-3D9B-D7CC-C95AA504B1D9}"/>
              </a:ext>
            </a:extLst>
          </p:cNvPr>
          <p:cNvSpPr>
            <a:spLocks noGrp="1"/>
          </p:cNvSpPr>
          <p:nvPr>
            <p:ph type="body" sz="quarter" idx="72" hasCustomPrompt="1"/>
          </p:nvPr>
        </p:nvSpPr>
        <p:spPr>
          <a:xfrm>
            <a:off x="9476790" y="1663663"/>
            <a:ext cx="2235784" cy="405862"/>
          </a:xfrm>
          <a:prstGeom prst="chevron">
            <a:avLst/>
          </a:prstGeom>
          <a:solidFill>
            <a:srgbClr val="3366FF"/>
          </a:solidFill>
        </p:spPr>
        <p:txBody>
          <a:bodyPr/>
          <a:lstStyle>
            <a:lvl1pPr>
              <a:buNone/>
              <a:defRPr sz="1400"/>
            </a:lvl1pPr>
            <a:lvl2pPr>
              <a:defRPr sz="1400"/>
            </a:lvl2pPr>
            <a:lvl3pPr>
              <a:defRPr sz="1400"/>
            </a:lvl3pPr>
            <a:lvl4pPr>
              <a:defRPr sz="1400"/>
            </a:lvl4pPr>
            <a:lvl5pPr>
              <a:defRPr sz="1400"/>
            </a:lvl5pPr>
          </a:lstStyle>
          <a:p>
            <a:pPr lvl="0"/>
            <a:r>
              <a:rPr lang="en-US"/>
              <a:t> </a:t>
            </a:r>
          </a:p>
        </p:txBody>
      </p:sp>
      <p:pic>
        <p:nvPicPr>
          <p:cNvPr id="4" name="Graphic 3">
            <a:extLst>
              <a:ext uri="{FF2B5EF4-FFF2-40B4-BE49-F238E27FC236}">
                <a16:creationId xmlns:a16="http://schemas.microsoft.com/office/drawing/2014/main" id="{91D7D7DE-3506-4FE8-CF13-EDBFF47EF6F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5" name="Footer Placeholder 4">
            <a:extLst>
              <a:ext uri="{FF2B5EF4-FFF2-40B4-BE49-F238E27FC236}">
                <a16:creationId xmlns:a16="http://schemas.microsoft.com/office/drawing/2014/main" id="{836D44D4-24E7-27A9-57CF-5865420F0BDB}"/>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6" name="Content Placeholder 21">
            <a:extLst>
              <a:ext uri="{FF2B5EF4-FFF2-40B4-BE49-F238E27FC236}">
                <a16:creationId xmlns:a16="http://schemas.microsoft.com/office/drawing/2014/main" id="{B25BD647-6B89-4F52-34A8-365E1F378C2A}"/>
              </a:ext>
            </a:extLst>
          </p:cNvPr>
          <p:cNvSpPr>
            <a:spLocks noGrp="1"/>
          </p:cNvSpPr>
          <p:nvPr>
            <p:ph sz="quarter" idx="78"/>
          </p:nvPr>
        </p:nvSpPr>
        <p:spPr>
          <a:xfrm>
            <a:off x="479425" y="2287374"/>
            <a:ext cx="2041200" cy="351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21">
            <a:extLst>
              <a:ext uri="{FF2B5EF4-FFF2-40B4-BE49-F238E27FC236}">
                <a16:creationId xmlns:a16="http://schemas.microsoft.com/office/drawing/2014/main" id="{07F533A1-7C28-A20A-ECA5-9923CA7810A7}"/>
              </a:ext>
            </a:extLst>
          </p:cNvPr>
          <p:cNvSpPr>
            <a:spLocks noGrp="1"/>
          </p:cNvSpPr>
          <p:nvPr>
            <p:ph sz="quarter" idx="79"/>
          </p:nvPr>
        </p:nvSpPr>
        <p:spPr>
          <a:xfrm>
            <a:off x="2728766" y="2287374"/>
            <a:ext cx="2041200" cy="351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21">
            <a:extLst>
              <a:ext uri="{FF2B5EF4-FFF2-40B4-BE49-F238E27FC236}">
                <a16:creationId xmlns:a16="http://schemas.microsoft.com/office/drawing/2014/main" id="{77B5DB56-6C15-6C44-C413-E2FB5EF7361F}"/>
              </a:ext>
            </a:extLst>
          </p:cNvPr>
          <p:cNvSpPr>
            <a:spLocks noGrp="1"/>
          </p:cNvSpPr>
          <p:nvPr>
            <p:ph sz="quarter" idx="80"/>
          </p:nvPr>
        </p:nvSpPr>
        <p:spPr>
          <a:xfrm>
            <a:off x="4978107" y="2287374"/>
            <a:ext cx="2041200" cy="351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Content Placeholder 21">
            <a:extLst>
              <a:ext uri="{FF2B5EF4-FFF2-40B4-BE49-F238E27FC236}">
                <a16:creationId xmlns:a16="http://schemas.microsoft.com/office/drawing/2014/main" id="{4A5C53D8-07F8-1602-BB0D-9B55EA8698DD}"/>
              </a:ext>
            </a:extLst>
          </p:cNvPr>
          <p:cNvSpPr>
            <a:spLocks noGrp="1"/>
          </p:cNvSpPr>
          <p:nvPr>
            <p:ph sz="quarter" idx="81"/>
          </p:nvPr>
        </p:nvSpPr>
        <p:spPr>
          <a:xfrm>
            <a:off x="7227448" y="2287374"/>
            <a:ext cx="2041200" cy="351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21">
            <a:extLst>
              <a:ext uri="{FF2B5EF4-FFF2-40B4-BE49-F238E27FC236}">
                <a16:creationId xmlns:a16="http://schemas.microsoft.com/office/drawing/2014/main" id="{FF76B7F1-5799-F0A4-F4C8-E4554E590A48}"/>
              </a:ext>
            </a:extLst>
          </p:cNvPr>
          <p:cNvSpPr>
            <a:spLocks noGrp="1"/>
          </p:cNvSpPr>
          <p:nvPr>
            <p:ph sz="quarter" idx="82"/>
          </p:nvPr>
        </p:nvSpPr>
        <p:spPr>
          <a:xfrm>
            <a:off x="9476789" y="2287374"/>
            <a:ext cx="2041200" cy="351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45954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Column + 2 Circles">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E702B7A4-38E7-23DB-3F24-0C0E2DF46ABB}"/>
              </a:ext>
            </a:extLst>
          </p:cNvPr>
          <p:cNvSpPr>
            <a:spLocks noGrp="1" noChangeAspect="1"/>
          </p:cNvSpPr>
          <p:nvPr>
            <p:ph type="body" sz="quarter" idx="82"/>
          </p:nvPr>
        </p:nvSpPr>
        <p:spPr>
          <a:xfrm>
            <a:off x="6397448" y="1828598"/>
            <a:ext cx="2743200" cy="2743200"/>
          </a:xfrm>
          <a:custGeom>
            <a:avLst/>
            <a:gdLst>
              <a:gd name="connsiteX0" fmla="*/ 1371600 w 2743200"/>
              <a:gd name="connsiteY0" fmla="*/ 0 h 2743200"/>
              <a:gd name="connsiteX1" fmla="*/ 2743200 w 2743200"/>
              <a:gd name="connsiteY1" fmla="*/ 1371600 h 2743200"/>
              <a:gd name="connsiteX2" fmla="*/ 1371600 w 2743200"/>
              <a:gd name="connsiteY2" fmla="*/ 2743200 h 2743200"/>
              <a:gd name="connsiteX3" fmla="*/ 0 w 2743200"/>
              <a:gd name="connsiteY3" fmla="*/ 1371600 h 2743200"/>
              <a:gd name="connsiteX4" fmla="*/ 1371600 w 2743200"/>
              <a:gd name="connsiteY4" fmla="*/ 0 h 274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0" h="2743200">
                <a:moveTo>
                  <a:pt x="1371600" y="0"/>
                </a:moveTo>
                <a:cubicBezTo>
                  <a:pt x="2129114" y="0"/>
                  <a:pt x="2743200" y="614086"/>
                  <a:pt x="2743200" y="1371600"/>
                </a:cubicBezTo>
                <a:cubicBezTo>
                  <a:pt x="2743200" y="2129114"/>
                  <a:pt x="2129114" y="2743200"/>
                  <a:pt x="1371600" y="2743200"/>
                </a:cubicBezTo>
                <a:cubicBezTo>
                  <a:pt x="614086" y="2743200"/>
                  <a:pt x="0" y="2129114"/>
                  <a:pt x="0" y="1371600"/>
                </a:cubicBezTo>
                <a:cubicBezTo>
                  <a:pt x="0" y="614086"/>
                  <a:pt x="614086" y="0"/>
                  <a:pt x="1371600" y="0"/>
                </a:cubicBezTo>
                <a:close/>
              </a:path>
            </a:pathLst>
          </a:custGeom>
          <a:solidFill>
            <a:srgbClr val="3366FF"/>
          </a:solidFill>
        </p:spPr>
        <p:txBody>
          <a:bodyPr wrap="square" tIns="914400" anchor="t">
            <a:noAutofit/>
          </a:bodyPr>
          <a:lstStyle>
            <a:lvl1pPr algn="ctr">
              <a:buNone/>
              <a:defRPr sz="1800"/>
            </a:lvl1pPr>
          </a:lstStyle>
          <a:p>
            <a:pPr lvl="0"/>
            <a:endParaRPr lang="en-US"/>
          </a:p>
          <a:p>
            <a:pPr lvl="0"/>
            <a:r>
              <a:rPr lang="en-US"/>
              <a:t>Click to add text</a:t>
            </a:r>
          </a:p>
        </p:txBody>
      </p:sp>
      <p:sp>
        <p:nvSpPr>
          <p:cNvPr id="3" name="Slide Number Placeholder 3">
            <a:extLst>
              <a:ext uri="{FF2B5EF4-FFF2-40B4-BE49-F238E27FC236}">
                <a16:creationId xmlns:a16="http://schemas.microsoft.com/office/drawing/2014/main" id="{7A6FABFB-D00A-3FAC-DBA2-2A7A5D51BD44}"/>
              </a:ext>
            </a:extLst>
          </p:cNvPr>
          <p:cNvSpPr>
            <a:spLocks noGrp="1"/>
          </p:cNvSpPr>
          <p:nvPr>
            <p:ph type="sldNum" sz="quarter" idx="67"/>
          </p:nvPr>
        </p:nvSpPr>
        <p:spPr>
          <a:xfrm>
            <a:off x="479425" y="6339948"/>
            <a:ext cx="173038" cy="169200"/>
          </a:xfrm>
          <a:prstGeom prst="rect">
            <a:avLst/>
          </a:prstGeom>
        </p:spPr>
        <p:txBody>
          <a:bodyPr/>
          <a:lstStyle>
            <a:lvl1pPr>
              <a:lnSpc>
                <a:spcPct val="100000"/>
              </a:lnSpc>
              <a:spcAft>
                <a:spcPts val="600"/>
              </a:spcAft>
              <a:defRPr>
                <a:solidFill>
                  <a:schemeClr val="tx2">
                    <a:lumMod val="10000"/>
                  </a:schemeClr>
                </a:solidFill>
              </a:defRPr>
            </a:lvl1pPr>
          </a:lstStyle>
          <a:p>
            <a:fld id="{E4C2AD82-1025-4508-97C1-6F7EE5C92734}" type="slidenum">
              <a:rPr lang="en-AU" smtClean="0"/>
              <a:pPr/>
              <a:t>‹#›</a:t>
            </a:fld>
            <a:endParaRPr lang="en-AU"/>
          </a:p>
        </p:txBody>
      </p:sp>
      <p:sp>
        <p:nvSpPr>
          <p:cNvPr id="2" name="Title 6">
            <a:extLst>
              <a:ext uri="{FF2B5EF4-FFF2-40B4-BE49-F238E27FC236}">
                <a16:creationId xmlns:a16="http://schemas.microsoft.com/office/drawing/2014/main" id="{E95DDE5E-713B-8444-9E85-611FAE8A8E53}"/>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sp>
        <p:nvSpPr>
          <p:cNvPr id="13" name="Title 6">
            <a:extLst>
              <a:ext uri="{FF2B5EF4-FFF2-40B4-BE49-F238E27FC236}">
                <a16:creationId xmlns:a16="http://schemas.microsoft.com/office/drawing/2014/main" id="{6AACB044-FE29-D3B5-A944-1FFB44C2564B}"/>
              </a:ext>
            </a:extLst>
          </p:cNvPr>
          <p:cNvSpPr>
            <a:spLocks noGrp="1"/>
          </p:cNvSpPr>
          <p:nvPr>
            <p:ph type="title" hasCustomPrompt="1"/>
          </p:nvPr>
        </p:nvSpPr>
        <p:spPr>
          <a:xfrm>
            <a:off x="479426" y="788705"/>
            <a:ext cx="11233148" cy="457200"/>
          </a:xfrm>
          <a:prstGeom prst="rect">
            <a:avLst/>
          </a:prstGeom>
        </p:spPr>
        <p:txBody>
          <a:bodyPr lIns="0" tIns="0" rIns="0" bIns="0" anchor="t"/>
          <a:lstStyle>
            <a:lvl1pPr>
              <a:lnSpc>
                <a:spcPct val="85000"/>
              </a:lnSpc>
              <a:spcAft>
                <a:spcPts val="600"/>
              </a:spcAft>
              <a:defRPr sz="2800" b="1">
                <a:solidFill>
                  <a:schemeClr val="bg1"/>
                </a:solidFill>
              </a:defRPr>
            </a:lvl1pPr>
          </a:lstStyle>
          <a:p>
            <a:r>
              <a:rPr lang="en-US"/>
              <a:t>Slide title goes here</a:t>
            </a:r>
            <a:endParaRPr lang="en-GB"/>
          </a:p>
        </p:txBody>
      </p:sp>
      <p:sp>
        <p:nvSpPr>
          <p:cNvPr id="15" name="Text Placeholder 9">
            <a:extLst>
              <a:ext uri="{FF2B5EF4-FFF2-40B4-BE49-F238E27FC236}">
                <a16:creationId xmlns:a16="http://schemas.microsoft.com/office/drawing/2014/main" id="{146FD924-25C7-CF9C-A534-FF1F4F99DA29}"/>
              </a:ext>
            </a:extLst>
          </p:cNvPr>
          <p:cNvSpPr>
            <a:spLocks noGrp="1"/>
          </p:cNvSpPr>
          <p:nvPr>
            <p:ph type="body" sz="quarter" idx="44" hasCustomPrompt="1"/>
          </p:nvPr>
        </p:nvSpPr>
        <p:spPr>
          <a:xfrm>
            <a:off x="479426" y="489600"/>
            <a:ext cx="11233148" cy="228600"/>
          </a:xfrm>
          <a:prstGeom prst="rect">
            <a:avLst/>
          </a:prstGeom>
        </p:spPr>
        <p:txBody>
          <a:bodyPr lIns="0" tIns="0" rIns="0" bIns="0" anchor="b"/>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
        <p:nvSpPr>
          <p:cNvPr id="25" name="Picture Placeholder 5">
            <a:extLst>
              <a:ext uri="{FF2B5EF4-FFF2-40B4-BE49-F238E27FC236}">
                <a16:creationId xmlns:a16="http://schemas.microsoft.com/office/drawing/2014/main" id="{47ED0572-7B63-6A23-5F61-3ED1A36B85F0}"/>
              </a:ext>
            </a:extLst>
          </p:cNvPr>
          <p:cNvSpPr>
            <a:spLocks noGrp="1"/>
          </p:cNvSpPr>
          <p:nvPr>
            <p:ph type="pic" sz="quarter" idx="42"/>
          </p:nvPr>
        </p:nvSpPr>
        <p:spPr>
          <a:xfrm>
            <a:off x="7463048" y="2161683"/>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sp>
        <p:nvSpPr>
          <p:cNvPr id="28" name="Text Placeholder 27">
            <a:extLst>
              <a:ext uri="{FF2B5EF4-FFF2-40B4-BE49-F238E27FC236}">
                <a16:creationId xmlns:a16="http://schemas.microsoft.com/office/drawing/2014/main" id="{E565726B-F0B2-F97A-0A94-78E22C732A91}"/>
              </a:ext>
            </a:extLst>
          </p:cNvPr>
          <p:cNvSpPr>
            <a:spLocks noGrp="1"/>
          </p:cNvSpPr>
          <p:nvPr>
            <p:ph type="body" sz="quarter" idx="83" hasCustomPrompt="1"/>
          </p:nvPr>
        </p:nvSpPr>
        <p:spPr>
          <a:xfrm>
            <a:off x="8683201" y="3965472"/>
            <a:ext cx="2016000" cy="2016000"/>
          </a:xfrm>
          <a:custGeom>
            <a:avLst/>
            <a:gdLst>
              <a:gd name="connsiteX0" fmla="*/ 1008000 w 2016000"/>
              <a:gd name="connsiteY0" fmla="*/ 0 h 2016000"/>
              <a:gd name="connsiteX1" fmla="*/ 2016000 w 2016000"/>
              <a:gd name="connsiteY1" fmla="*/ 1008000 h 2016000"/>
              <a:gd name="connsiteX2" fmla="*/ 1008000 w 2016000"/>
              <a:gd name="connsiteY2" fmla="*/ 2016000 h 2016000"/>
              <a:gd name="connsiteX3" fmla="*/ 0 w 2016000"/>
              <a:gd name="connsiteY3" fmla="*/ 1008000 h 2016000"/>
              <a:gd name="connsiteX4" fmla="*/ 1008000 w 2016000"/>
              <a:gd name="connsiteY4" fmla="*/ 0 h 2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6000" h="2016000">
                <a:moveTo>
                  <a:pt x="1008000" y="0"/>
                </a:moveTo>
                <a:cubicBezTo>
                  <a:pt x="1564703" y="0"/>
                  <a:pt x="2016000" y="451297"/>
                  <a:pt x="2016000" y="1008000"/>
                </a:cubicBezTo>
                <a:cubicBezTo>
                  <a:pt x="2016000" y="1564703"/>
                  <a:pt x="1564703" y="2016000"/>
                  <a:pt x="1008000" y="2016000"/>
                </a:cubicBezTo>
                <a:cubicBezTo>
                  <a:pt x="451297" y="2016000"/>
                  <a:pt x="0" y="1564703"/>
                  <a:pt x="0" y="1008000"/>
                </a:cubicBezTo>
                <a:cubicBezTo>
                  <a:pt x="0" y="451297"/>
                  <a:pt x="451297" y="0"/>
                  <a:pt x="1008000" y="0"/>
                </a:cubicBezTo>
                <a:close/>
              </a:path>
            </a:pathLst>
          </a:custGeom>
          <a:solidFill>
            <a:schemeClr val="accent1"/>
          </a:solidFill>
        </p:spPr>
        <p:txBody>
          <a:bodyPr wrap="square" tIns="914400">
            <a:noAutofit/>
          </a:bodyPr>
          <a:lstStyle>
            <a:lvl1pPr marL="12700" indent="-12700" algn="ctr">
              <a:buNone/>
              <a:tabLst/>
              <a:defRPr sz="1800"/>
            </a:lvl1pPr>
          </a:lstStyle>
          <a:p>
            <a:pPr lvl="0"/>
            <a:r>
              <a:rPr lang="en-US"/>
              <a:t>Click to add text</a:t>
            </a:r>
          </a:p>
        </p:txBody>
      </p:sp>
      <p:sp>
        <p:nvSpPr>
          <p:cNvPr id="29" name="Picture Placeholder 5">
            <a:extLst>
              <a:ext uri="{FF2B5EF4-FFF2-40B4-BE49-F238E27FC236}">
                <a16:creationId xmlns:a16="http://schemas.microsoft.com/office/drawing/2014/main" id="{F56537DC-1830-955B-C89C-78E797BF0567}"/>
              </a:ext>
            </a:extLst>
          </p:cNvPr>
          <p:cNvSpPr>
            <a:spLocks noGrp="1"/>
          </p:cNvSpPr>
          <p:nvPr>
            <p:ph type="pic" sz="quarter" idx="84"/>
          </p:nvPr>
        </p:nvSpPr>
        <p:spPr>
          <a:xfrm>
            <a:off x="9385201" y="4156136"/>
            <a:ext cx="612000" cy="612000"/>
          </a:xfrm>
          <a:prstGeom prst="rect">
            <a:avLst/>
          </a:prstGeom>
        </p:spPr>
        <p:txBody>
          <a:bodyPr/>
          <a:lstStyle>
            <a:lvl1pPr marL="0" indent="0">
              <a:lnSpc>
                <a:spcPct val="100000"/>
              </a:lnSpc>
              <a:spcAft>
                <a:spcPts val="600"/>
              </a:spcAft>
              <a:buNone/>
              <a:defRPr sz="800">
                <a:solidFill>
                  <a:schemeClr val="tx1"/>
                </a:solidFill>
              </a:defRPr>
            </a:lvl1pPr>
          </a:lstStyle>
          <a:p>
            <a:r>
              <a:rPr lang="en-US"/>
              <a:t>Click icon to add picture</a:t>
            </a:r>
            <a:endParaRPr lang="en-GB"/>
          </a:p>
        </p:txBody>
      </p:sp>
      <p:pic>
        <p:nvPicPr>
          <p:cNvPr id="4" name="Graphic 3">
            <a:extLst>
              <a:ext uri="{FF2B5EF4-FFF2-40B4-BE49-F238E27FC236}">
                <a16:creationId xmlns:a16="http://schemas.microsoft.com/office/drawing/2014/main" id="{D4CA897A-E8F8-9859-606B-DDD5FBCB1AB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901099" y="6173769"/>
            <a:ext cx="830400" cy="291600"/>
          </a:xfrm>
          <a:prstGeom prst="rect">
            <a:avLst/>
          </a:prstGeom>
        </p:spPr>
      </p:pic>
      <p:sp>
        <p:nvSpPr>
          <p:cNvPr id="5" name="Footer Placeholder 4">
            <a:extLst>
              <a:ext uri="{FF2B5EF4-FFF2-40B4-BE49-F238E27FC236}">
                <a16:creationId xmlns:a16="http://schemas.microsoft.com/office/drawing/2014/main" id="{DB0B388A-4AC4-1074-165D-4ED7AE38CBF7}"/>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7" name="Content Placeholder 10">
            <a:extLst>
              <a:ext uri="{FF2B5EF4-FFF2-40B4-BE49-F238E27FC236}">
                <a16:creationId xmlns:a16="http://schemas.microsoft.com/office/drawing/2014/main" id="{BDEC44B7-5C14-5A45-6582-B01C334F098B}"/>
              </a:ext>
            </a:extLst>
          </p:cNvPr>
          <p:cNvSpPr>
            <a:spLocks noGrp="1"/>
          </p:cNvSpPr>
          <p:nvPr>
            <p:ph sz="quarter" idx="85"/>
          </p:nvPr>
        </p:nvSpPr>
        <p:spPr>
          <a:xfrm>
            <a:off x="479425" y="1575795"/>
            <a:ext cx="5425200" cy="44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538178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70335FF-165D-B1E6-9A9F-D0E063656EB1}"/>
              </a:ext>
            </a:extLst>
          </p:cNvPr>
          <p:cNvSpPr>
            <a:spLocks noGrp="1" noRot="1" noMove="1" noResize="1" noEditPoints="1" noAdjustHandles="1" noChangeArrowheads="1" noChangeShapeType="1"/>
          </p:cNvSpPr>
          <p:nvPr>
            <p:ph type="pic" sz="quarter" idx="25" hasCustomPrompt="1"/>
          </p:nvPr>
        </p:nvSpPr>
        <p:spPr>
          <a:xfrm>
            <a:off x="0" y="16849"/>
            <a:ext cx="12192000" cy="6858000"/>
          </a:xfrm>
          <a:prstGeom prst="rect">
            <a:avLst/>
          </a:prstGeom>
          <a:solidFill>
            <a:schemeClr val="tx2"/>
          </a:solidFill>
        </p:spPr>
        <p:txBody>
          <a:bodyPr wrap="square">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6" name="Title 1">
            <a:extLst>
              <a:ext uri="{FF2B5EF4-FFF2-40B4-BE49-F238E27FC236}">
                <a16:creationId xmlns:a16="http://schemas.microsoft.com/office/drawing/2014/main" id="{C591F5DE-EFB2-AC95-6870-79D8421AD64D}"/>
              </a:ext>
            </a:extLst>
          </p:cNvPr>
          <p:cNvSpPr>
            <a:spLocks noGrp="1"/>
          </p:cNvSpPr>
          <p:nvPr>
            <p:ph type="title" hasCustomPrompt="1"/>
          </p:nvPr>
        </p:nvSpPr>
        <p:spPr>
          <a:xfrm>
            <a:off x="479425" y="4624957"/>
            <a:ext cx="7460615" cy="835026"/>
          </a:xfrm>
          <a:prstGeom prst="rect">
            <a:avLst/>
          </a:prstGeom>
        </p:spPr>
        <p:txBody>
          <a:bodyPr lIns="0" tIns="0" rIns="0" bIns="0" anchor="t"/>
          <a:lstStyle>
            <a:lvl1pPr algn="l">
              <a:lnSpc>
                <a:spcPct val="85000"/>
              </a:lnSpc>
              <a:tabLst>
                <a:tab pos="896938" algn="l"/>
              </a:tabLst>
              <a:defRPr sz="7200" b="1">
                <a:solidFill>
                  <a:schemeClr val="bg1"/>
                </a:solidFill>
              </a:defRPr>
            </a:lvl1pPr>
          </a:lstStyle>
          <a:p>
            <a:r>
              <a:rPr lang="en-US"/>
              <a:t>Thank you!</a:t>
            </a:r>
            <a:endParaRPr lang="en-AU"/>
          </a:p>
        </p:txBody>
      </p:sp>
      <p:sp>
        <p:nvSpPr>
          <p:cNvPr id="8" name="Text Placeholder 5">
            <a:extLst>
              <a:ext uri="{FF2B5EF4-FFF2-40B4-BE49-F238E27FC236}">
                <a16:creationId xmlns:a16="http://schemas.microsoft.com/office/drawing/2014/main" id="{B414203A-770E-0CD4-312D-5FEC373F91D4}"/>
              </a:ext>
            </a:extLst>
          </p:cNvPr>
          <p:cNvSpPr>
            <a:spLocks noGrp="1"/>
          </p:cNvSpPr>
          <p:nvPr>
            <p:ph type="body" sz="quarter" idx="10" hasCustomPrompt="1"/>
          </p:nvPr>
        </p:nvSpPr>
        <p:spPr>
          <a:xfrm>
            <a:off x="479984" y="5628842"/>
            <a:ext cx="7460055" cy="835026"/>
          </a:xfrm>
          <a:prstGeom prst="rect">
            <a:avLst/>
          </a:prstGeom>
        </p:spPr>
        <p:txBody>
          <a:bodyPr lIns="0" tIns="0" rIns="0" bIns="0"/>
          <a:lstStyle>
            <a:lvl1pPr marL="0" indent="0">
              <a:lnSpc>
                <a:spcPct val="85000"/>
              </a:lnSpc>
              <a:buNone/>
              <a:defRPr sz="1800">
                <a:solidFill>
                  <a:schemeClr val="tx2">
                    <a:lumMod val="10000"/>
                  </a:schemeClr>
                </a:solidFill>
              </a:defRPr>
            </a:lvl1pPr>
            <a:lvl2pPr marL="252000" indent="0">
              <a:buNone/>
              <a:defRPr/>
            </a:lvl2pPr>
            <a:lvl3pPr marL="504000" indent="0">
              <a:buNone/>
              <a:defRPr/>
            </a:lvl3pPr>
            <a:lvl4pPr marL="756000" indent="0">
              <a:buNone/>
              <a:defRPr/>
            </a:lvl4pPr>
            <a:lvl5pPr marL="1008000" indent="0">
              <a:buNone/>
              <a:defRPr/>
            </a:lvl5pPr>
          </a:lstStyle>
          <a:p>
            <a:pPr lvl="0"/>
            <a:r>
              <a:rPr lang="en-US"/>
              <a:t>Insert contact information here</a:t>
            </a:r>
          </a:p>
        </p:txBody>
      </p:sp>
      <p:sp>
        <p:nvSpPr>
          <p:cNvPr id="2" name="Text Placeholder 9">
            <a:extLst>
              <a:ext uri="{FF2B5EF4-FFF2-40B4-BE49-F238E27FC236}">
                <a16:creationId xmlns:a16="http://schemas.microsoft.com/office/drawing/2014/main" id="{576CAB0F-22FA-BC66-CCC1-544E9F5E241D}"/>
              </a:ext>
            </a:extLst>
          </p:cNvPr>
          <p:cNvSpPr>
            <a:spLocks noGrp="1" noChangeAspect="1"/>
          </p:cNvSpPr>
          <p:nvPr>
            <p:ph type="body" sz="quarter" idx="52"/>
          </p:nvPr>
        </p:nvSpPr>
        <p:spPr>
          <a:xfrm>
            <a:off x="10899797" y="6167885"/>
            <a:ext cx="829301" cy="290983"/>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a:buNone/>
              <a:defRPr sz="100">
                <a:solidFill>
                  <a:schemeClr val="tx1">
                    <a:alpha val="0"/>
                  </a:schemeClr>
                </a:solidFill>
              </a:defRPr>
            </a:lvl1pPr>
          </a:lstStyle>
          <a:p>
            <a:pPr lvl="0"/>
            <a:endParaRPr lang="en-US"/>
          </a:p>
        </p:txBody>
      </p:sp>
    </p:spTree>
    <p:extLst>
      <p:ext uri="{BB962C8B-B14F-4D97-AF65-F5344CB8AC3E}">
        <p14:creationId xmlns:p14="http://schemas.microsoft.com/office/powerpoint/2010/main" val="3303990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9177D7A-9655-079E-C215-E5CE1E052D0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92124" y="4042072"/>
            <a:ext cx="1301985" cy="457200"/>
          </a:xfrm>
          <a:prstGeom prst="rect">
            <a:avLst/>
          </a:prstGeom>
        </p:spPr>
      </p:pic>
      <p:sp>
        <p:nvSpPr>
          <p:cNvPr id="3" name="Picture Placeholder 3">
            <a:extLst>
              <a:ext uri="{FF2B5EF4-FFF2-40B4-BE49-F238E27FC236}">
                <a16:creationId xmlns:a16="http://schemas.microsoft.com/office/drawing/2014/main" id="{370335FF-165D-B1E6-9A9F-D0E063656EB1}"/>
              </a:ext>
            </a:extLst>
          </p:cNvPr>
          <p:cNvSpPr>
            <a:spLocks noGrp="1" noRot="1" noMove="1" noResize="1" noEditPoints="1" noAdjustHandles="1" noChangeArrowheads="1" noChangeShapeType="1"/>
          </p:cNvSpPr>
          <p:nvPr>
            <p:ph type="pic" sz="quarter" idx="25" hasCustomPrompt="1"/>
          </p:nvPr>
        </p:nvSpPr>
        <p:spPr>
          <a:xfrm>
            <a:off x="6096000" y="1"/>
            <a:ext cx="6096000" cy="6858000"/>
          </a:xfrm>
          <a:prstGeom prst="rect">
            <a:avLst/>
          </a:prstGeom>
          <a:solidFill>
            <a:schemeClr val="tx2"/>
          </a:solidFill>
        </p:spPr>
        <p:txBody>
          <a:bodyPr wrap="square">
            <a:noAutofit/>
          </a:bodyPr>
          <a:lstStyle>
            <a:lvl1pPr marL="0" indent="0" algn="ctr">
              <a:lnSpc>
                <a:spcPct val="100000"/>
              </a:lnSpc>
              <a:spcAft>
                <a:spcPts val="600"/>
              </a:spcAft>
              <a:buNone/>
              <a:defRPr sz="1200">
                <a:solidFill>
                  <a:schemeClr val="bg1"/>
                </a:solidFill>
              </a:defRPr>
            </a:lvl1pPr>
          </a:lstStyle>
          <a:p>
            <a:r>
              <a:rPr lang="en-AU"/>
              <a:t>Click on icon to insert image and send to back</a:t>
            </a:r>
          </a:p>
        </p:txBody>
      </p:sp>
      <p:sp>
        <p:nvSpPr>
          <p:cNvPr id="2" name="Title 1">
            <a:extLst>
              <a:ext uri="{FF2B5EF4-FFF2-40B4-BE49-F238E27FC236}">
                <a16:creationId xmlns:a16="http://schemas.microsoft.com/office/drawing/2014/main" id="{CF9A0213-0E70-D87C-D460-5E293897683B}"/>
              </a:ext>
            </a:extLst>
          </p:cNvPr>
          <p:cNvSpPr>
            <a:spLocks noGrp="1"/>
          </p:cNvSpPr>
          <p:nvPr>
            <p:ph type="title" hasCustomPrompt="1"/>
          </p:nvPr>
        </p:nvSpPr>
        <p:spPr>
          <a:xfrm>
            <a:off x="492125" y="1791731"/>
            <a:ext cx="4892675" cy="2107170"/>
          </a:xfrm>
          <a:prstGeom prst="rect">
            <a:avLst/>
          </a:prstGeom>
        </p:spPr>
        <p:txBody>
          <a:bodyPr lIns="0" tIns="0" rIns="0" bIns="0" anchor="t"/>
          <a:lstStyle>
            <a:lvl1pPr algn="l">
              <a:lnSpc>
                <a:spcPct val="100000"/>
              </a:lnSpc>
              <a:tabLst>
                <a:tab pos="896938" algn="l"/>
              </a:tabLst>
              <a:defRPr sz="7200" b="1" spc="0">
                <a:solidFill>
                  <a:schemeClr val="bg1"/>
                </a:solidFill>
              </a:defRPr>
            </a:lvl1pPr>
          </a:lstStyle>
          <a:p>
            <a:r>
              <a:rPr lang="en-US"/>
              <a:t>Thank you!</a:t>
            </a:r>
            <a:br>
              <a:rPr lang="en-US"/>
            </a:br>
            <a:endParaRPr lang="en-AU"/>
          </a:p>
        </p:txBody>
      </p:sp>
      <p:sp>
        <p:nvSpPr>
          <p:cNvPr id="4" name="Text Placeholder 9">
            <a:extLst>
              <a:ext uri="{FF2B5EF4-FFF2-40B4-BE49-F238E27FC236}">
                <a16:creationId xmlns:a16="http://schemas.microsoft.com/office/drawing/2014/main" id="{933ACD2D-A245-561C-C072-D4BBB2409073}"/>
              </a:ext>
            </a:extLst>
          </p:cNvPr>
          <p:cNvSpPr>
            <a:spLocks noGrp="1"/>
          </p:cNvSpPr>
          <p:nvPr>
            <p:ph type="body" sz="quarter" idx="44" hasCustomPrompt="1"/>
          </p:nvPr>
        </p:nvSpPr>
        <p:spPr>
          <a:xfrm>
            <a:off x="479426" y="1462722"/>
            <a:ext cx="4905374" cy="228600"/>
          </a:xfrm>
          <a:prstGeom prst="rect">
            <a:avLst/>
          </a:prstGeom>
        </p:spPr>
        <p:txBody>
          <a:bodyPr lIns="0" tIns="0" rIns="0" bIns="0" anchor="b">
            <a:normAutofit/>
          </a:bodyPr>
          <a:lstStyle>
            <a:lvl1pPr marL="0" indent="0">
              <a:lnSpc>
                <a:spcPct val="85000"/>
              </a:lnSpc>
              <a:spcAft>
                <a:spcPts val="600"/>
              </a:spcAft>
              <a:buNone/>
              <a:defRPr lang="en-DE" sz="1200" b="0" kern="1200" cap="all" baseline="0" dirty="0">
                <a:solidFill>
                  <a:schemeClr val="accent1"/>
                </a:solidFill>
                <a:latin typeface="+mn-lt"/>
                <a:ea typeface="+mn-ea"/>
                <a:cs typeface="+mn-cs"/>
              </a:defRPr>
            </a:lvl1pPr>
          </a:lstStyle>
          <a:p>
            <a:pPr marL="0" lvl="0" indent="0" algn="l" defTabSz="914400" rtl="0" eaLnBrk="1" latinLnBrk="0" hangingPunct="1">
              <a:lnSpc>
                <a:spcPct val="85000"/>
              </a:lnSpc>
              <a:spcBef>
                <a:spcPts val="1000"/>
              </a:spcBef>
              <a:spcAft>
                <a:spcPts val="600"/>
              </a:spcAft>
              <a:buFont typeface="Arial" panose="020B0604020202020204" pitchFamily="34" charset="0"/>
              <a:buNone/>
            </a:pPr>
            <a:r>
              <a:rPr lang="en-US"/>
              <a:t>Subheading goes here</a:t>
            </a:r>
            <a:endParaRPr lang="en-DE"/>
          </a:p>
        </p:txBody>
      </p:sp>
    </p:spTree>
    <p:extLst>
      <p:ext uri="{BB962C8B-B14F-4D97-AF65-F5344CB8AC3E}">
        <p14:creationId xmlns:p14="http://schemas.microsoft.com/office/powerpoint/2010/main" val="13035410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6917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9620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hank you 1">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70335FF-165D-B1E6-9A9F-D0E063656EB1}"/>
              </a:ext>
            </a:extLst>
          </p:cNvPr>
          <p:cNvSpPr>
            <a:spLocks noGrp="1" noRot="1" noMove="1" noResize="1" noEditPoints="1" noAdjustHandles="1" noChangeArrowheads="1" noChangeShapeType="1"/>
          </p:cNvSpPr>
          <p:nvPr>
            <p:ph type="pic" sz="quarter" idx="25" hasCustomPrompt="1"/>
          </p:nvPr>
        </p:nvSpPr>
        <p:spPr>
          <a:xfrm>
            <a:off x="0" y="16849"/>
            <a:ext cx="12192000" cy="6858000"/>
          </a:xfrm>
          <a:prstGeom prst="rect">
            <a:avLst/>
          </a:prstGeom>
          <a:solidFill>
            <a:schemeClr val="tx1"/>
          </a:solidFill>
        </p:spPr>
        <p:txBody>
          <a:bodyPr wrap="square">
            <a:noAutofit/>
          </a:bodyPr>
          <a:lstStyle>
            <a:lvl1pPr marL="0" indent="0" algn="ctr">
              <a:lnSpc>
                <a:spcPct val="100000"/>
              </a:lnSpc>
              <a:spcAft>
                <a:spcPts val="600"/>
              </a:spcAft>
              <a:buNone/>
              <a:defRPr sz="1200">
                <a:solidFill>
                  <a:schemeClr val="tx1"/>
                </a:solidFill>
              </a:defRPr>
            </a:lvl1pPr>
          </a:lstStyle>
          <a:p>
            <a:r>
              <a:rPr lang="en-AU"/>
              <a:t>Click on icon to insert image and send to back</a:t>
            </a:r>
          </a:p>
        </p:txBody>
      </p:sp>
      <p:sp>
        <p:nvSpPr>
          <p:cNvPr id="2" name="Text Placeholder 9">
            <a:extLst>
              <a:ext uri="{FF2B5EF4-FFF2-40B4-BE49-F238E27FC236}">
                <a16:creationId xmlns:a16="http://schemas.microsoft.com/office/drawing/2014/main" id="{C3650DFD-AA06-FB04-462B-D6A975FFB1BD}"/>
              </a:ext>
            </a:extLst>
          </p:cNvPr>
          <p:cNvSpPr>
            <a:spLocks noGrp="1" noChangeAspect="1"/>
          </p:cNvSpPr>
          <p:nvPr>
            <p:ph type="body" sz="quarter" idx="52"/>
          </p:nvPr>
        </p:nvSpPr>
        <p:spPr>
          <a:xfrm>
            <a:off x="10426077" y="6001667"/>
            <a:ext cx="1303021" cy="457201"/>
          </a:xfrm>
          <a:prstGeom prst="rect">
            <a:avLst/>
          </a:prstGeom>
          <a:blipFill>
            <a:blip>
              <a:extLst>
                <a:ext uri="{96DAC541-7B7A-43D3-8B79-37D633B846F1}">
                  <asvg:svgBlip xmlns:asvg="http://schemas.microsoft.com/office/drawing/2016/SVG/main" r:embed="rId3"/>
                </a:ext>
              </a:extLst>
            </a:blip>
            <a:stretch>
              <a:fillRect/>
            </a:stretch>
          </a:blipFill>
        </p:spPr>
        <p:txBody>
          <a:bodyPr/>
          <a:lstStyle>
            <a:lvl1pPr>
              <a:buNone/>
              <a:defRPr sz="100">
                <a:solidFill>
                  <a:schemeClr val="tx1">
                    <a:alpha val="0"/>
                  </a:schemeClr>
                </a:solidFill>
              </a:defRPr>
            </a:lvl1pPr>
          </a:lstStyle>
          <a:p>
            <a:pPr lvl="0"/>
            <a:endParaRPr lang="en-US"/>
          </a:p>
        </p:txBody>
      </p:sp>
      <p:graphicFrame>
        <p:nvGraphicFramePr>
          <p:cNvPr id="7" name="think-cell data - do not delete" hidden="1">
            <a:extLst>
              <a:ext uri="{FF2B5EF4-FFF2-40B4-BE49-F238E27FC236}">
                <a16:creationId xmlns:a16="http://schemas.microsoft.com/office/drawing/2014/main" id="{9DD6E311-D848-60BF-3F44-4F40C4D45F2D}"/>
              </a:ext>
            </a:extLst>
          </p:cNvPr>
          <p:cNvGraphicFramePr>
            <a:graphicFrameLocks noChangeAspect="1"/>
          </p:cNvGraphicFramePr>
          <p:nvPr userDrawn="1">
            <p:custDataLst>
              <p:tags r:id="rId1"/>
            </p:custDataLst>
            <p:extLst>
              <p:ext uri="{D42A27DB-BD31-4B8C-83A1-F6EECF244321}">
                <p14:modId xmlns:p14="http://schemas.microsoft.com/office/powerpoint/2010/main" val="35478207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7" name="think-cell data - do not delete" hidden="1">
                        <a:extLst>
                          <a:ext uri="{FF2B5EF4-FFF2-40B4-BE49-F238E27FC236}">
                            <a16:creationId xmlns:a16="http://schemas.microsoft.com/office/drawing/2014/main" id="{9DD6E311-D848-60BF-3F44-4F40C4D45F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C591F5DE-EFB2-AC95-6870-79D8421AD64D}"/>
              </a:ext>
            </a:extLst>
          </p:cNvPr>
          <p:cNvSpPr>
            <a:spLocks noGrp="1"/>
          </p:cNvSpPr>
          <p:nvPr>
            <p:ph type="title" hasCustomPrompt="1"/>
          </p:nvPr>
        </p:nvSpPr>
        <p:spPr>
          <a:xfrm>
            <a:off x="479425" y="510157"/>
            <a:ext cx="7460615" cy="835026"/>
          </a:xfrm>
          <a:prstGeom prst="rect">
            <a:avLst/>
          </a:prstGeom>
        </p:spPr>
        <p:txBody>
          <a:bodyPr vert="horz" lIns="0" tIns="0" rIns="0" bIns="0" anchor="t"/>
          <a:lstStyle>
            <a:lvl1pPr algn="l">
              <a:lnSpc>
                <a:spcPct val="85000"/>
              </a:lnSpc>
              <a:tabLst>
                <a:tab pos="896938" algn="l"/>
              </a:tabLst>
              <a:defRPr sz="7200" b="1">
                <a:solidFill>
                  <a:schemeClr val="bg1"/>
                </a:solidFill>
              </a:defRPr>
            </a:lvl1pPr>
          </a:lstStyle>
          <a:p>
            <a:r>
              <a:rPr lang="en-US"/>
              <a:t>Thank you!</a:t>
            </a:r>
            <a:endParaRPr lang="en-AU"/>
          </a:p>
        </p:txBody>
      </p:sp>
      <p:sp>
        <p:nvSpPr>
          <p:cNvPr id="8" name="Text Placeholder 5">
            <a:extLst>
              <a:ext uri="{FF2B5EF4-FFF2-40B4-BE49-F238E27FC236}">
                <a16:creationId xmlns:a16="http://schemas.microsoft.com/office/drawing/2014/main" id="{B414203A-770E-0CD4-312D-5FEC373F91D4}"/>
              </a:ext>
            </a:extLst>
          </p:cNvPr>
          <p:cNvSpPr>
            <a:spLocks noGrp="1"/>
          </p:cNvSpPr>
          <p:nvPr>
            <p:ph type="body" sz="quarter" idx="10" hasCustomPrompt="1"/>
          </p:nvPr>
        </p:nvSpPr>
        <p:spPr>
          <a:xfrm>
            <a:off x="479984" y="1514042"/>
            <a:ext cx="7460055" cy="835026"/>
          </a:xfrm>
          <a:prstGeom prst="rect">
            <a:avLst/>
          </a:prstGeom>
        </p:spPr>
        <p:txBody>
          <a:bodyPr lIns="0" tIns="0" rIns="0" bIns="0"/>
          <a:lstStyle>
            <a:lvl1pPr marL="0" indent="0">
              <a:lnSpc>
                <a:spcPct val="85000"/>
              </a:lnSpc>
              <a:buNone/>
              <a:defRPr sz="1800"/>
            </a:lvl1pPr>
            <a:lvl2pPr marL="252000" indent="0">
              <a:buNone/>
              <a:defRPr/>
            </a:lvl2pPr>
            <a:lvl3pPr marL="504000" indent="0">
              <a:buNone/>
              <a:defRPr/>
            </a:lvl3pPr>
            <a:lvl4pPr marL="756000" indent="0">
              <a:buNone/>
              <a:defRPr/>
            </a:lvl4pPr>
            <a:lvl5pPr marL="1008000" indent="0">
              <a:buNone/>
              <a:defRPr/>
            </a:lvl5pPr>
          </a:lstStyle>
          <a:p>
            <a:pPr lvl="0"/>
            <a:r>
              <a:rPr lang="en-US"/>
              <a:t>Insert contact information here</a:t>
            </a:r>
          </a:p>
        </p:txBody>
      </p:sp>
    </p:spTree>
    <p:extLst>
      <p:ext uri="{BB962C8B-B14F-4D97-AF65-F5344CB8AC3E}">
        <p14:creationId xmlns:p14="http://schemas.microsoft.com/office/powerpoint/2010/main" val="38950097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oleObject" Target="../embeddings/oleObject1.bin"/><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5EC4A82-6080-6219-8BBC-845D3B455642}"/>
              </a:ext>
            </a:extLst>
          </p:cNvPr>
          <p:cNvGraphicFramePr>
            <a:graphicFrameLocks noChangeAspect="1"/>
          </p:cNvGraphicFramePr>
          <p:nvPr userDrawn="1">
            <p:custDataLst>
              <p:tags r:id="rId5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6" imgW="327" imgH="327" progId="TCLayout.ActiveDocument.1">
                  <p:embed/>
                </p:oleObj>
              </mc:Choice>
              <mc:Fallback>
                <p:oleObj name="think-cell Slide" r:id="rId56" imgW="327" imgH="327" progId="TCLayout.ActiveDocument.1">
                  <p:embed/>
                  <p:pic>
                    <p:nvPicPr>
                      <p:cNvPr id="2" name="think-cell data - do not delete" hidden="1">
                        <a:extLst>
                          <a:ext uri="{FF2B5EF4-FFF2-40B4-BE49-F238E27FC236}">
                            <a16:creationId xmlns:a16="http://schemas.microsoft.com/office/drawing/2014/main" id="{15EC4A82-6080-6219-8BBC-845D3B455642}"/>
                          </a:ext>
                        </a:extLst>
                      </p:cNvPr>
                      <p:cNvPicPr/>
                      <p:nvPr/>
                    </p:nvPicPr>
                    <p:blipFill>
                      <a:blip r:embed="rId57"/>
                      <a:stretch>
                        <a:fillRect/>
                      </a:stretch>
                    </p:blipFill>
                    <p:spPr>
                      <a:xfrm>
                        <a:off x="1588" y="1588"/>
                        <a:ext cx="1588" cy="1588"/>
                      </a:xfrm>
                      <a:prstGeom prst="rect">
                        <a:avLst/>
                      </a:prstGeom>
                    </p:spPr>
                  </p:pic>
                </p:oleObj>
              </mc:Fallback>
            </mc:AlternateContent>
          </a:graphicData>
        </a:graphic>
      </p:graphicFrame>
      <p:sp>
        <p:nvSpPr>
          <p:cNvPr id="8" name="Slide Number Placeholder 8">
            <a:extLst>
              <a:ext uri="{FF2B5EF4-FFF2-40B4-BE49-F238E27FC236}">
                <a16:creationId xmlns:a16="http://schemas.microsoft.com/office/drawing/2014/main" id="{B9EEC6D5-7F62-2BEC-7536-4E90BE36D6F2}"/>
              </a:ext>
            </a:extLst>
          </p:cNvPr>
          <p:cNvSpPr>
            <a:spLocks noGrp="1"/>
          </p:cNvSpPr>
          <p:nvPr>
            <p:ph type="sldNum" sz="quarter" idx="4"/>
          </p:nvPr>
        </p:nvSpPr>
        <p:spPr>
          <a:xfrm>
            <a:off x="479425" y="6339948"/>
            <a:ext cx="173038" cy="169200"/>
          </a:xfrm>
          <a:prstGeom prst="rect">
            <a:avLst/>
          </a:prstGeom>
        </p:spPr>
        <p:txBody>
          <a:bodyPr vert="horz" lIns="0" tIns="0" rIns="0" bIns="0" rtlCol="0" anchor="ctr"/>
          <a:lstStyle>
            <a:lvl1pPr algn="l">
              <a:defRPr sz="800" b="1">
                <a:solidFill>
                  <a:schemeClr val="bg1"/>
                </a:solidFill>
              </a:defRPr>
            </a:lvl1pPr>
          </a:lstStyle>
          <a:p>
            <a:fld id="{E4C2AD82-1025-4508-97C1-6F7EE5C92734}" type="slidenum">
              <a:rPr lang="en-AU" smtClean="0"/>
              <a:pPr/>
              <a:t>‹#›</a:t>
            </a:fld>
            <a:endParaRPr lang="en-AU"/>
          </a:p>
        </p:txBody>
      </p:sp>
      <p:sp>
        <p:nvSpPr>
          <p:cNvPr id="3" name="TextBox 2">
            <a:extLst>
              <a:ext uri="{FF2B5EF4-FFF2-40B4-BE49-F238E27FC236}">
                <a16:creationId xmlns:a16="http://schemas.microsoft.com/office/drawing/2014/main" id="{588B4CD4-22E7-D1C5-6F57-C9317E1AAF38}"/>
              </a:ext>
            </a:extLst>
          </p:cNvPr>
          <p:cNvSpPr txBox="1"/>
          <p:nvPr>
            <p:extLst>
              <p:ext uri="{1162E1C5-73C7-4A58-AE30-91384D911F3F}">
                <p184:classification xmlns:p184="http://schemas.microsoft.com/office/powerpoint/2018/4/main" val="ftr"/>
              </p:ext>
            </p:extLst>
          </p:nvPr>
        </p:nvSpPr>
        <p:spPr>
          <a:xfrm>
            <a:off x="63500" y="6642100"/>
            <a:ext cx="7302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Only</a:t>
            </a:r>
          </a:p>
        </p:txBody>
      </p:sp>
      <p:sp>
        <p:nvSpPr>
          <p:cNvPr id="6" name="Footer Placeholder 4">
            <a:extLst>
              <a:ext uri="{FF2B5EF4-FFF2-40B4-BE49-F238E27FC236}">
                <a16:creationId xmlns:a16="http://schemas.microsoft.com/office/drawing/2014/main" id="{00EB424E-5035-4A49-6B69-EA907A1D1D15}"/>
              </a:ext>
            </a:extLst>
          </p:cNvPr>
          <p:cNvSpPr>
            <a:spLocks noGrp="1"/>
          </p:cNvSpPr>
          <p:nvPr>
            <p:ph type="ftr" sz="quarter" idx="3"/>
          </p:nvPr>
        </p:nvSpPr>
        <p:spPr>
          <a:xfrm>
            <a:off x="653782" y="6341508"/>
            <a:ext cx="3787785" cy="167640"/>
          </a:xfrm>
          <a:prstGeom prst="rect">
            <a:avLst/>
          </a:prstGeom>
        </p:spPr>
        <p:txBody>
          <a:bodyPr lIns="0" tIns="0" rIns="0" bIns="0" anchor="ctr" anchorCtr="0"/>
          <a:lstStyle>
            <a:lvl1pPr>
              <a:lnSpc>
                <a:spcPct val="100000"/>
              </a:lnSpc>
              <a:spcAft>
                <a:spcPts val="600"/>
              </a:spcAft>
              <a:defRPr sz="800">
                <a:solidFill>
                  <a:schemeClr val="bg1"/>
                </a:solidFill>
              </a:defRPr>
            </a:lvl1pPr>
          </a:lstStyle>
          <a:p>
            <a:endParaRPr lang="en-AU">
              <a:solidFill>
                <a:schemeClr val="bg1"/>
              </a:solidFill>
            </a:endParaRPr>
          </a:p>
        </p:txBody>
      </p:sp>
      <p:sp>
        <p:nvSpPr>
          <p:cNvPr id="12" name="Title Placeholder 11">
            <a:extLst>
              <a:ext uri="{FF2B5EF4-FFF2-40B4-BE49-F238E27FC236}">
                <a16:creationId xmlns:a16="http://schemas.microsoft.com/office/drawing/2014/main" id="{10FB7BF8-CDBC-3510-B585-2E43C9A866D4}"/>
              </a:ext>
            </a:extLst>
          </p:cNvPr>
          <p:cNvSpPr>
            <a:spLocks noGrp="1"/>
          </p:cNvSpPr>
          <p:nvPr>
            <p:ph type="title"/>
          </p:nvPr>
        </p:nvSpPr>
        <p:spPr>
          <a:xfrm>
            <a:off x="480575" y="780139"/>
            <a:ext cx="11248524" cy="449774"/>
          </a:xfrm>
          <a:prstGeom prst="rect">
            <a:avLst/>
          </a:prstGeom>
        </p:spPr>
        <p:txBody>
          <a:bodyPr vert="horz" lIns="0" tIns="0" rIns="0" bIns="0" rtlCol="0" anchor="t">
            <a:noAutofit/>
          </a:bodyPr>
          <a:lstStyle/>
          <a:p>
            <a:r>
              <a:rPr lang="en-US"/>
              <a:t>Click to edit Master title style</a:t>
            </a:r>
            <a:endParaRPr lang="en-DE"/>
          </a:p>
        </p:txBody>
      </p:sp>
      <p:sp>
        <p:nvSpPr>
          <p:cNvPr id="14" name="Title 6">
            <a:extLst>
              <a:ext uri="{FF2B5EF4-FFF2-40B4-BE49-F238E27FC236}">
                <a16:creationId xmlns:a16="http://schemas.microsoft.com/office/drawing/2014/main" id="{82BE3519-68E6-B095-4EB7-5E5A28B4AB3C}"/>
              </a:ext>
            </a:extLst>
          </p:cNvPr>
          <p:cNvSpPr txBox="1">
            <a:spLocks/>
          </p:cNvSpPr>
          <p:nvPr userDrawn="1"/>
        </p:nvSpPr>
        <p:spPr>
          <a:xfrm>
            <a:off x="479426" y="784422"/>
            <a:ext cx="11233148" cy="457200"/>
          </a:xfrm>
          <a:prstGeom prst="rect">
            <a:avLst/>
          </a:prstGeom>
        </p:spPr>
        <p:txBody>
          <a:bodyPr lIns="0" tIns="0" rIns="0" bIns="0"/>
          <a:lstStyle>
            <a:lvl1pPr algn="l" defTabSz="914400" rtl="0" eaLnBrk="1" latinLnBrk="0" hangingPunct="1">
              <a:lnSpc>
                <a:spcPct val="85000"/>
              </a:lnSpc>
              <a:spcBef>
                <a:spcPct val="0"/>
              </a:spcBef>
              <a:spcAft>
                <a:spcPts val="600"/>
              </a:spcAft>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a:p>
        </p:txBody>
      </p:sp>
      <p:grpSp>
        <p:nvGrpSpPr>
          <p:cNvPr id="4" name="Group 3">
            <a:extLst>
              <a:ext uri="{FF2B5EF4-FFF2-40B4-BE49-F238E27FC236}">
                <a16:creationId xmlns:a16="http://schemas.microsoft.com/office/drawing/2014/main" id="{28480673-E314-8EC9-8932-15AC2A91631D}"/>
              </a:ext>
            </a:extLst>
          </p:cNvPr>
          <p:cNvGrpSpPr>
            <a:grpSpLocks/>
          </p:cNvGrpSpPr>
          <p:nvPr userDrawn="1"/>
        </p:nvGrpSpPr>
        <p:grpSpPr>
          <a:xfrm>
            <a:off x="12388945" y="0"/>
            <a:ext cx="529282" cy="4240490"/>
            <a:chOff x="12692413" y="0"/>
            <a:chExt cx="529282" cy="4240490"/>
          </a:xfrm>
        </p:grpSpPr>
        <p:sp>
          <p:nvSpPr>
            <p:cNvPr id="5" name="Rectangle 4">
              <a:extLst>
                <a:ext uri="{FF2B5EF4-FFF2-40B4-BE49-F238E27FC236}">
                  <a16:creationId xmlns:a16="http://schemas.microsoft.com/office/drawing/2014/main" id="{410D6EBF-7C94-C0A7-F5A7-16577537A251}"/>
                </a:ext>
              </a:extLst>
            </p:cNvPr>
            <p:cNvSpPr>
              <a:spLocks/>
            </p:cNvSpPr>
            <p:nvPr/>
          </p:nvSpPr>
          <p:spPr>
            <a:xfrm>
              <a:off x="12696629" y="1238934"/>
              <a:ext cx="525066" cy="525066"/>
            </a:xfrm>
            <a:prstGeom prst="rect">
              <a:avLst/>
            </a:prstGeom>
            <a:solidFill>
              <a:schemeClr val="accent1"/>
            </a:solidFill>
            <a:ln w="12748" cap="flat">
              <a:noFill/>
              <a:prstDash val="solid"/>
              <a:miter/>
            </a:ln>
          </p:spPr>
          <p:txBody>
            <a:bodyPr wrap="square" rtlCol="0" anchor="ctr">
              <a:noAutofit/>
            </a:bodyPr>
            <a:lstStyle/>
            <a:p>
              <a:pPr algn="ctr"/>
              <a:endParaRPr lang="en-US"/>
            </a:p>
          </p:txBody>
        </p:sp>
        <p:sp>
          <p:nvSpPr>
            <p:cNvPr id="7" name="Rectangle 6">
              <a:extLst>
                <a:ext uri="{FF2B5EF4-FFF2-40B4-BE49-F238E27FC236}">
                  <a16:creationId xmlns:a16="http://schemas.microsoft.com/office/drawing/2014/main" id="{C090F0E7-13FB-13A9-A37D-ECDCD9C3234E}"/>
                </a:ext>
              </a:extLst>
            </p:cNvPr>
            <p:cNvSpPr>
              <a:spLocks/>
            </p:cNvSpPr>
            <p:nvPr/>
          </p:nvSpPr>
          <p:spPr>
            <a:xfrm>
              <a:off x="12696629" y="1858056"/>
              <a:ext cx="525066" cy="525066"/>
            </a:xfrm>
            <a:prstGeom prst="rect">
              <a:avLst/>
            </a:prstGeom>
            <a:solidFill>
              <a:schemeClr val="accent2"/>
            </a:solidFill>
            <a:ln w="12748" cap="flat">
              <a:noFill/>
              <a:prstDash val="solid"/>
              <a:miter/>
            </a:ln>
          </p:spPr>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232D5CA-1C19-24AA-81C5-66F780D06690}"/>
                </a:ext>
              </a:extLst>
            </p:cNvPr>
            <p:cNvSpPr>
              <a:spLocks/>
            </p:cNvSpPr>
            <p:nvPr/>
          </p:nvSpPr>
          <p:spPr>
            <a:xfrm>
              <a:off x="12696629" y="2477178"/>
              <a:ext cx="525066" cy="525066"/>
            </a:xfrm>
            <a:prstGeom prst="rect">
              <a:avLst/>
            </a:prstGeom>
            <a:solidFill>
              <a:schemeClr val="accent3"/>
            </a:solidFill>
            <a:ln w="12748" cap="flat">
              <a:noFill/>
              <a:prstDash val="solid"/>
              <a:miter/>
            </a:ln>
          </p:spPr>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A5E020B5-AE8D-0505-D5A5-FBEDE5A0F22A}"/>
                </a:ext>
              </a:extLst>
            </p:cNvPr>
            <p:cNvSpPr>
              <a:spLocks/>
            </p:cNvSpPr>
            <p:nvPr/>
          </p:nvSpPr>
          <p:spPr>
            <a:xfrm>
              <a:off x="12696629" y="3096300"/>
              <a:ext cx="525066" cy="525066"/>
            </a:xfrm>
            <a:prstGeom prst="rect">
              <a:avLst/>
            </a:prstGeom>
            <a:solidFill>
              <a:schemeClr val="accent4"/>
            </a:solidFill>
            <a:ln w="12748" cap="flat">
              <a:noFill/>
              <a:prstDash val="solid"/>
              <a:miter/>
            </a:ln>
          </p:spPr>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DC1B579D-EC39-DFF0-AC03-4CC8CD908E71}"/>
                </a:ext>
              </a:extLst>
            </p:cNvPr>
            <p:cNvSpPr>
              <a:spLocks/>
            </p:cNvSpPr>
            <p:nvPr/>
          </p:nvSpPr>
          <p:spPr>
            <a:xfrm>
              <a:off x="12696629" y="3715424"/>
              <a:ext cx="525066" cy="525066"/>
            </a:xfrm>
            <a:prstGeom prst="rect">
              <a:avLst/>
            </a:prstGeom>
            <a:solidFill>
              <a:schemeClr val="accent5"/>
            </a:solidFill>
            <a:ln w="12748" cap="flat">
              <a:noFill/>
              <a:prstDash val="solid"/>
              <a:miter/>
            </a:ln>
          </p:spPr>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D16F9E0C-5C4D-705A-15AF-1E5952DDA58E}"/>
                </a:ext>
              </a:extLst>
            </p:cNvPr>
            <p:cNvSpPr>
              <a:spLocks/>
            </p:cNvSpPr>
            <p:nvPr/>
          </p:nvSpPr>
          <p:spPr>
            <a:xfrm>
              <a:off x="12696629" y="619467"/>
              <a:ext cx="525066" cy="525066"/>
            </a:xfrm>
            <a:prstGeom prst="rect">
              <a:avLst/>
            </a:prstGeom>
            <a:solidFill>
              <a:schemeClr val="accent6"/>
            </a:solidFill>
            <a:ln w="12748" cap="flat">
              <a:noFill/>
              <a:prstDash val="solid"/>
              <a:miter/>
            </a:ln>
          </p:spPr>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FCCD8134-023F-7076-B5E8-49FD0B8A837F}"/>
                </a:ext>
              </a:extLst>
            </p:cNvPr>
            <p:cNvSpPr>
              <a:spLocks/>
            </p:cNvSpPr>
            <p:nvPr/>
          </p:nvSpPr>
          <p:spPr>
            <a:xfrm>
              <a:off x="12692413" y="0"/>
              <a:ext cx="525066" cy="525066"/>
            </a:xfrm>
            <a:prstGeom prst="rect">
              <a:avLst/>
            </a:prstGeom>
            <a:solidFill>
              <a:schemeClr val="bg2"/>
            </a:solidFill>
            <a:ln w="12748" cap="flat">
              <a:noFill/>
              <a:prstDash val="solid"/>
              <a:miter/>
            </a:ln>
          </p:spPr>
          <p:txBody>
            <a:bodyPr wrap="square" rtlCol="0" anchor="ctr">
              <a:noAutofit/>
            </a:bodyPr>
            <a:lstStyle/>
            <a:p>
              <a:pPr algn="ctr"/>
              <a:endParaRPr lang="en-US"/>
            </a:p>
          </p:txBody>
        </p:sp>
      </p:grpSp>
      <p:sp>
        <p:nvSpPr>
          <p:cNvPr id="17" name="Text Placeholder 6">
            <a:extLst>
              <a:ext uri="{FF2B5EF4-FFF2-40B4-BE49-F238E27FC236}">
                <a16:creationId xmlns:a16="http://schemas.microsoft.com/office/drawing/2014/main" id="{BAF3E9A0-9DC3-BC6C-788F-9CA3AD965C59}"/>
              </a:ext>
            </a:extLst>
          </p:cNvPr>
          <p:cNvSpPr>
            <a:spLocks noGrp="1"/>
          </p:cNvSpPr>
          <p:nvPr>
            <p:ph type="body" idx="1"/>
          </p:nvPr>
        </p:nvSpPr>
        <p:spPr>
          <a:xfrm>
            <a:off x="479424" y="1609331"/>
            <a:ext cx="11233147"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Tree>
    <p:extLst>
      <p:ext uri="{BB962C8B-B14F-4D97-AF65-F5344CB8AC3E}">
        <p14:creationId xmlns:p14="http://schemas.microsoft.com/office/powerpoint/2010/main" val="236976697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4" r:id="rId52"/>
    <p:sldLayoutId id="2147483715" r:id="rId53"/>
  </p:sldLayoutIdLst>
  <p:hf hdr="0" dt="0"/>
  <p:txStyles>
    <p:titleStyle>
      <a:lvl1pPr algn="l" defTabSz="914400" rtl="0" eaLnBrk="1" latinLnBrk="0" hangingPunct="1">
        <a:lnSpc>
          <a:spcPct val="90000"/>
        </a:lnSpc>
        <a:spcBef>
          <a:spcPct val="0"/>
        </a:spcBef>
        <a:buNone/>
        <a:defRPr sz="28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24000" indent="-324000" algn="l" defTabSz="457200" rtl="0" eaLnBrk="1" latinLnBrk="0" hangingPunct="1">
        <a:lnSpc>
          <a:spcPct val="90000"/>
        </a:lnSpc>
        <a:spcBef>
          <a:spcPts val="600"/>
        </a:spcBef>
        <a:spcAft>
          <a:spcPts val="0"/>
        </a:spcAft>
        <a:buFont typeface="Arial" panose="020B0604020202020204" pitchFamily="34" charset="0"/>
        <a:buChar char="•"/>
        <a:defRPr sz="1600" kern="1200">
          <a:solidFill>
            <a:schemeClr val="bg1"/>
          </a:solidFill>
          <a:latin typeface="+mn-lt"/>
          <a:ea typeface="+mn-ea"/>
          <a:cs typeface="+mn-cs"/>
        </a:defRPr>
      </a:lvl1pPr>
      <a:lvl2pPr marL="648000" indent="-324000" algn="l" defTabSz="684000" rtl="0" eaLnBrk="1" latinLnBrk="0" hangingPunct="1">
        <a:lnSpc>
          <a:spcPct val="90000"/>
        </a:lnSpc>
        <a:spcBef>
          <a:spcPts val="600"/>
        </a:spcBef>
        <a:spcAft>
          <a:spcPts val="0"/>
        </a:spcAft>
        <a:buFont typeface="Arial" panose="020B0604020202020204" pitchFamily="34" charset="0"/>
        <a:buChar char="•"/>
        <a:tabLst/>
        <a:defRPr sz="1400" kern="1200">
          <a:solidFill>
            <a:schemeClr val="bg1"/>
          </a:solidFill>
          <a:latin typeface="+mn-lt"/>
          <a:ea typeface="+mn-ea"/>
          <a:cs typeface="+mn-cs"/>
        </a:defRPr>
      </a:lvl2pPr>
      <a:lvl3pPr marL="972000" indent="-324000" algn="l" defTabSz="1029600" rtl="0" eaLnBrk="1" latinLnBrk="0" hangingPunct="1">
        <a:lnSpc>
          <a:spcPct val="90000"/>
        </a:lnSpc>
        <a:spcBef>
          <a:spcPts val="600"/>
        </a:spcBef>
        <a:spcAft>
          <a:spcPts val="0"/>
        </a:spcAft>
        <a:buFont typeface="Arial" panose="020B0604020202020204" pitchFamily="34" charset="0"/>
        <a:buChar char="•"/>
        <a:defRPr sz="1200" kern="1200">
          <a:solidFill>
            <a:schemeClr val="bg1"/>
          </a:solidFill>
          <a:latin typeface="+mn-lt"/>
          <a:ea typeface="+mn-ea"/>
          <a:cs typeface="+mn-cs"/>
        </a:defRPr>
      </a:lvl3pPr>
      <a:lvl4pPr marL="1296000" indent="-324000" algn="l" defTabSz="1371600" rtl="0" eaLnBrk="1" latinLnBrk="0" hangingPunct="1">
        <a:lnSpc>
          <a:spcPct val="90000"/>
        </a:lnSpc>
        <a:spcBef>
          <a:spcPts val="600"/>
        </a:spcBef>
        <a:spcAft>
          <a:spcPts val="0"/>
        </a:spcAft>
        <a:buFont typeface="Arial" panose="020B0604020202020204" pitchFamily="34" charset="0"/>
        <a:buChar char="•"/>
        <a:defRPr sz="1200" i="1" kern="1200">
          <a:solidFill>
            <a:schemeClr val="bg1"/>
          </a:solidFill>
          <a:latin typeface="+mn-lt"/>
          <a:ea typeface="+mn-ea"/>
          <a:cs typeface="+mn-cs"/>
        </a:defRPr>
      </a:lvl4pPr>
      <a:lvl5pPr marL="1620000" indent="-324000" algn="l" defTabSz="1713600" rtl="0" eaLnBrk="1" latinLnBrk="0" hangingPunct="1">
        <a:lnSpc>
          <a:spcPct val="90000"/>
        </a:lnSpc>
        <a:spcBef>
          <a:spcPts val="600"/>
        </a:spcBef>
        <a:spcAft>
          <a:spcPts val="0"/>
        </a:spcAft>
        <a:buFont typeface="Arial" panose="020B0604020202020204" pitchFamily="34" charset="0"/>
        <a:buChar char="•"/>
        <a:defRPr sz="1100" kern="1200">
          <a:solidFill>
            <a:schemeClr val="bg1"/>
          </a:solidFill>
          <a:latin typeface="+mn-lt"/>
          <a:ea typeface="+mn-ea"/>
          <a:cs typeface="+mn-cs"/>
        </a:defRPr>
      </a:lvl5pPr>
      <a:lvl6pPr marL="893763" indent="-18415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5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1.xml"/><Relationship Id="rId1" Type="http://schemas.openxmlformats.org/officeDocument/2006/relationships/slideLayout" Target="../slideLayouts/slideLayout53.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a:extLst>
              <a:ext uri="{FF2B5EF4-FFF2-40B4-BE49-F238E27FC236}">
                <a16:creationId xmlns:a16="http://schemas.microsoft.com/office/drawing/2014/main" id="{FD5B963F-EAB4-687B-64CD-1ABFAB79C2E9}"/>
              </a:ext>
            </a:extLst>
          </p:cNvPr>
          <p:cNvPicPr>
            <a:picLocks noGrp="1" noChangeAspect="1"/>
          </p:cNvPicPr>
          <p:nvPr>
            <p:ph type="pic" sz="quarter" idx="47"/>
          </p:nvPr>
        </p:nvPicPr>
        <p:blipFill>
          <a:blip r:embed="rId3"/>
          <a:srcRect l="10851" r="10851"/>
          <a:stretch>
            <a:fillRect/>
          </a:stretch>
        </p:blipFill>
        <p:spPr/>
      </p:pic>
      <p:sp>
        <p:nvSpPr>
          <p:cNvPr id="3" name="Text Placeholder 2">
            <a:extLst>
              <a:ext uri="{FF2B5EF4-FFF2-40B4-BE49-F238E27FC236}">
                <a16:creationId xmlns:a16="http://schemas.microsoft.com/office/drawing/2014/main" id="{A89CBF54-FAC7-34AC-1381-524F090F19F6}"/>
              </a:ext>
            </a:extLst>
          </p:cNvPr>
          <p:cNvSpPr>
            <a:spLocks noGrp="1" noRot="1" noMove="1" noResize="1" noEditPoints="1" noAdjustHandles="1" noChangeArrowheads="1" noChangeShapeType="1"/>
          </p:cNvSpPr>
          <p:nvPr>
            <p:ph type="body" sz="quarter" idx="50"/>
          </p:nvPr>
        </p:nvSpPr>
        <p:spPr>
          <a:xfrm>
            <a:off x="3600000" y="0"/>
            <a:ext cx="8591999" cy="6858000"/>
          </a:xfrm>
        </p:spPr>
        <p:txBody>
          <a:bodyPr/>
          <a:lstStyle/>
          <a:p>
            <a:r>
              <a:rPr lang="en-US"/>
              <a:t> </a:t>
            </a:r>
          </a:p>
        </p:txBody>
      </p:sp>
      <p:sp>
        <p:nvSpPr>
          <p:cNvPr id="4" name="Subtitle 3">
            <a:extLst>
              <a:ext uri="{FF2B5EF4-FFF2-40B4-BE49-F238E27FC236}">
                <a16:creationId xmlns:a16="http://schemas.microsoft.com/office/drawing/2014/main" id="{95043043-3526-056D-172A-A5AFE97EC3FB}"/>
              </a:ext>
            </a:extLst>
          </p:cNvPr>
          <p:cNvSpPr>
            <a:spLocks noGrp="1"/>
          </p:cNvSpPr>
          <p:nvPr>
            <p:ph type="subTitle" idx="1"/>
          </p:nvPr>
        </p:nvSpPr>
        <p:spPr/>
        <p:txBody>
          <a:bodyPr/>
          <a:lstStyle/>
          <a:p>
            <a:r>
              <a:rPr lang="en-US" dirty="0"/>
              <a:t>Senior Consultant</a:t>
            </a:r>
          </a:p>
        </p:txBody>
      </p:sp>
      <p:sp>
        <p:nvSpPr>
          <p:cNvPr id="5" name="Text Placeholder 4">
            <a:extLst>
              <a:ext uri="{FF2B5EF4-FFF2-40B4-BE49-F238E27FC236}">
                <a16:creationId xmlns:a16="http://schemas.microsoft.com/office/drawing/2014/main" id="{52B16033-4841-5904-7456-16E3FC240A17}"/>
              </a:ext>
            </a:extLst>
          </p:cNvPr>
          <p:cNvSpPr>
            <a:spLocks noGrp="1"/>
          </p:cNvSpPr>
          <p:nvPr>
            <p:ph type="body" sz="quarter" idx="12"/>
          </p:nvPr>
        </p:nvSpPr>
        <p:spPr/>
        <p:txBody>
          <a:bodyPr/>
          <a:lstStyle/>
          <a:p>
            <a:r>
              <a:rPr lang="en-US" dirty="0"/>
              <a:t>Devlin Duldulao</a:t>
            </a:r>
          </a:p>
        </p:txBody>
      </p:sp>
      <p:sp>
        <p:nvSpPr>
          <p:cNvPr id="7" name="Title 6">
            <a:extLst>
              <a:ext uri="{FF2B5EF4-FFF2-40B4-BE49-F238E27FC236}">
                <a16:creationId xmlns:a16="http://schemas.microsoft.com/office/drawing/2014/main" id="{91E1D5C4-F8B6-E1B8-B3F8-2C1B72FB4F40}"/>
              </a:ext>
            </a:extLst>
          </p:cNvPr>
          <p:cNvSpPr>
            <a:spLocks noGrp="1"/>
          </p:cNvSpPr>
          <p:nvPr>
            <p:ph type="ctrTitle"/>
          </p:nvPr>
        </p:nvSpPr>
        <p:spPr/>
        <p:txBody>
          <a:bodyPr>
            <a:normAutofit/>
          </a:bodyPr>
          <a:lstStyle/>
          <a:p>
            <a:r>
              <a:rPr lang="en-GB" dirty="0">
                <a:solidFill>
                  <a:srgbClr val="000000"/>
                </a:solidFill>
              </a:rPr>
              <a:t>5 AI Agent Terms You Need to Know</a:t>
            </a:r>
            <a:endParaRPr lang="en-US" dirty="0">
              <a:solidFill>
                <a:schemeClr val="bg2"/>
              </a:solidFill>
            </a:endParaRPr>
          </a:p>
        </p:txBody>
      </p:sp>
    </p:spTree>
    <p:extLst>
      <p:ext uri="{BB962C8B-B14F-4D97-AF65-F5344CB8AC3E}">
        <p14:creationId xmlns:p14="http://schemas.microsoft.com/office/powerpoint/2010/main" val="232139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E1A153-E74E-EBD0-8363-E390347C20F0}"/>
              </a:ext>
            </a:extLst>
          </p:cNvPr>
          <p:cNvPicPr>
            <a:picLocks noChangeAspect="1"/>
          </p:cNvPicPr>
          <p:nvPr/>
        </p:nvPicPr>
        <p:blipFill>
          <a:blip r:embed="rId3"/>
          <a:stretch>
            <a:fillRect/>
          </a:stretch>
        </p:blipFill>
        <p:spPr>
          <a:xfrm>
            <a:off x="1123519" y="49237"/>
            <a:ext cx="9944962" cy="6759526"/>
          </a:xfrm>
          <a:prstGeom prst="rect">
            <a:avLst/>
          </a:prstGeom>
        </p:spPr>
      </p:pic>
    </p:spTree>
    <p:extLst>
      <p:ext uri="{BB962C8B-B14F-4D97-AF65-F5344CB8AC3E}">
        <p14:creationId xmlns:p14="http://schemas.microsoft.com/office/powerpoint/2010/main" val="856620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E959E2-4E7B-8CAD-F658-0623B087FECD}"/>
              </a:ext>
            </a:extLst>
          </p:cNvPr>
          <p:cNvPicPr>
            <a:picLocks noChangeAspect="1"/>
          </p:cNvPicPr>
          <p:nvPr/>
        </p:nvPicPr>
        <p:blipFill>
          <a:blip r:embed="rId3"/>
          <a:stretch>
            <a:fillRect/>
          </a:stretch>
        </p:blipFill>
        <p:spPr>
          <a:xfrm>
            <a:off x="1442614" y="0"/>
            <a:ext cx="9306772" cy="6858000"/>
          </a:xfrm>
          <a:prstGeom prst="rect">
            <a:avLst/>
          </a:prstGeom>
        </p:spPr>
      </p:pic>
    </p:spTree>
    <p:extLst>
      <p:ext uri="{BB962C8B-B14F-4D97-AF65-F5344CB8AC3E}">
        <p14:creationId xmlns:p14="http://schemas.microsoft.com/office/powerpoint/2010/main" val="2754144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ACED-CD36-0012-D26C-16E9BA423BFA}"/>
            </a:ext>
          </a:extLst>
        </p:cNvPr>
        <p:cNvGrpSpPr/>
        <p:nvPr/>
      </p:nvGrpSpPr>
      <p:grpSpPr>
        <a:xfrm>
          <a:off x="0" y="0"/>
          <a:ext cx="0" cy="0"/>
          <a:chOff x="0" y="0"/>
          <a:chExt cx="0" cy="0"/>
        </a:xfrm>
      </p:grpSpPr>
      <p:sp>
        <p:nvSpPr>
          <p:cNvPr id="103" name="TextBox 104">
            <a:extLst>
              <a:ext uri="{FF2B5EF4-FFF2-40B4-BE49-F238E27FC236}">
                <a16:creationId xmlns:a16="http://schemas.microsoft.com/office/drawing/2014/main" id="{95748A36-7DEB-3992-69BB-283DE2F977E0}"/>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The answer was: train your own.</a:t>
            </a:r>
          </a:p>
        </p:txBody>
      </p:sp>
      <p:sp>
        <p:nvSpPr>
          <p:cNvPr id="109" name="TextBox 110">
            <a:extLst>
              <a:ext uri="{FF2B5EF4-FFF2-40B4-BE49-F238E27FC236}">
                <a16:creationId xmlns:a16="http://schemas.microsoft.com/office/drawing/2014/main" id="{042F8D90-048D-C428-5D97-30D96B462A68}"/>
              </a:ext>
            </a:extLst>
          </p:cNvPr>
          <p:cNvSpPr txBox="1"/>
          <p:nvPr/>
        </p:nvSpPr>
        <p:spPr>
          <a:xfrm>
            <a:off x="400050" y="1850000"/>
            <a:ext cx="7000000" cy="2000000"/>
          </a:xfrm>
          <a:prstGeom prst="rect">
            <a:avLst/>
          </a:prstGeom>
          <a:noFill/>
        </p:spPr>
        <p:txBody>
          <a:bodyPr wrap="square" lIns="0" tIns="0" rIns="0" bIns="0" anchor="t">
            <a:noAutofit/>
          </a:bodyPr>
          <a:lstStyle/>
          <a:p>
            <a:pPr algn="l">
              <a:lnSpc>
                <a:spcPct val="95000"/>
              </a:lnSpc>
              <a:buNone/>
              <a:defRPr sz="12000" b="1">
                <a:solidFill>
                  <a:srgbClr val="000000"/>
                </a:solidFill>
              </a:defRPr>
            </a:pPr>
            <a:r>
              <a:rPr lang="en-GB" sz="12000" b="1" dirty="0">
                <a:solidFill>
                  <a:srgbClr val="000000"/>
                </a:solidFill>
              </a:rPr>
              <a:t>97%</a:t>
            </a:r>
          </a:p>
        </p:txBody>
      </p:sp>
      <p:sp>
        <p:nvSpPr>
          <p:cNvPr id="111" name="Rectangle 112">
            <a:extLst>
              <a:ext uri="{FF2B5EF4-FFF2-40B4-BE49-F238E27FC236}">
                <a16:creationId xmlns:a16="http://schemas.microsoft.com/office/drawing/2014/main" id="{6AF16F51-BE93-798C-E98B-CCA53A6FE12B}"/>
              </a:ext>
            </a:extLst>
          </p:cNvPr>
          <p:cNvSpPr>
            <a:spLocks noGrp="1"/>
          </p:cNvSpPr>
          <p:nvPr/>
        </p:nvSpPr>
        <p:spPr>
          <a:xfrm>
            <a:off x="400050" y="4020000"/>
            <a:ext cx="3600000" cy="76200"/>
          </a:xfrm>
          <a:prstGeom prst="rect">
            <a:avLst/>
          </a:prstGeom>
          <a:solidFill>
            <a:srgbClr val="FF6B35"/>
          </a:solidFill>
          <a:ln w="0">
            <a:noFill/>
            <a:prstDash val="solid"/>
          </a:ln>
        </p:spPr>
        <p:txBody>
          <a:bodyPr/>
          <a:lstStyle/>
          <a:p>
            <a:endParaRPr lang="en-GB"/>
          </a:p>
        </p:txBody>
      </p:sp>
      <p:sp>
        <p:nvSpPr>
          <p:cNvPr id="113" name="TextBox 114">
            <a:extLst>
              <a:ext uri="{FF2B5EF4-FFF2-40B4-BE49-F238E27FC236}">
                <a16:creationId xmlns:a16="http://schemas.microsoft.com/office/drawing/2014/main" id="{0C98D331-DBD2-5A81-4F71-E504F87BA176}"/>
              </a:ext>
            </a:extLst>
          </p:cNvPr>
          <p:cNvSpPr txBox="1"/>
          <p:nvPr/>
        </p:nvSpPr>
        <p:spPr>
          <a:xfrm>
            <a:off x="400050" y="4320000"/>
            <a:ext cx="10200000" cy="1100000"/>
          </a:xfrm>
          <a:prstGeom prst="rect">
            <a:avLst/>
          </a:prstGeom>
          <a:noFill/>
        </p:spPr>
        <p:txBody>
          <a:bodyPr wrap="square" lIns="0" tIns="0" rIns="0" bIns="0" anchor="t">
            <a:noAutofit/>
          </a:bodyPr>
          <a:lstStyle/>
          <a:p>
            <a:pPr algn="l">
              <a:lnSpc>
                <a:spcPct val="104000"/>
              </a:lnSpc>
              <a:buNone/>
              <a:defRPr sz="3200" b="0">
                <a:solidFill>
                  <a:srgbClr val="222222"/>
                </a:solidFill>
              </a:defRPr>
            </a:pPr>
            <a:r>
              <a:rPr lang="en-GB" sz="3200" b="0" dirty="0">
                <a:solidFill>
                  <a:srgbClr val="222222"/>
                </a:solidFill>
              </a:rPr>
              <a:t>of blind comparisons preferred a fine-tuned legal model over GPT-4</a:t>
            </a:r>
          </a:p>
        </p:txBody>
      </p:sp>
    </p:spTree>
    <p:extLst>
      <p:ext uri="{BB962C8B-B14F-4D97-AF65-F5344CB8AC3E}">
        <p14:creationId xmlns:p14="http://schemas.microsoft.com/office/powerpoint/2010/main" val="2696010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4"/>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Two years later, seven models beat it.</a:t>
            </a:r>
          </a:p>
        </p:txBody>
      </p:sp>
      <p:sp>
        <p:nvSpPr>
          <p:cNvPr id="109" name="TextBox 110"/>
          <p:cNvSpPr txBox="1"/>
          <p:nvPr/>
        </p:nvSpPr>
        <p:spPr>
          <a:xfrm>
            <a:off x="400050" y="1850000"/>
            <a:ext cx="7000000" cy="2000000"/>
          </a:xfrm>
          <a:prstGeom prst="rect">
            <a:avLst/>
          </a:prstGeom>
          <a:noFill/>
        </p:spPr>
        <p:txBody>
          <a:bodyPr wrap="square" lIns="0" tIns="0" rIns="0" bIns="0" anchor="t">
            <a:noAutofit/>
          </a:bodyPr>
          <a:lstStyle/>
          <a:p>
            <a:pPr algn="l">
              <a:lnSpc>
                <a:spcPct val="95000"/>
              </a:lnSpc>
              <a:buNone/>
              <a:defRPr sz="12000" b="1">
                <a:solidFill>
                  <a:srgbClr val="000000"/>
                </a:solidFill>
              </a:defRPr>
            </a:pPr>
            <a:r>
              <a:rPr lang="en-GB" sz="12000" b="1" dirty="0">
                <a:solidFill>
                  <a:srgbClr val="000000"/>
                </a:solidFill>
              </a:rPr>
              <a:t>7</a:t>
            </a:r>
          </a:p>
        </p:txBody>
      </p:sp>
      <p:sp>
        <p:nvSpPr>
          <p:cNvPr id="111" name="Rectangle 112"/>
          <p:cNvSpPr>
            <a:spLocks noGrp="1"/>
          </p:cNvSpPr>
          <p:nvPr/>
        </p:nvSpPr>
        <p:spPr>
          <a:xfrm>
            <a:off x="400050" y="4020000"/>
            <a:ext cx="3600000" cy="76200"/>
          </a:xfrm>
          <a:prstGeom prst="rect">
            <a:avLst/>
          </a:prstGeom>
          <a:solidFill>
            <a:srgbClr val="FF6B35"/>
          </a:solidFill>
          <a:ln w="0">
            <a:noFill/>
            <a:prstDash val="solid"/>
          </a:ln>
        </p:spPr>
        <p:txBody>
          <a:bodyPr/>
          <a:lstStyle/>
          <a:p>
            <a:endParaRPr lang="en-GB"/>
          </a:p>
        </p:txBody>
      </p:sp>
      <p:sp>
        <p:nvSpPr>
          <p:cNvPr id="113" name="TextBox 114"/>
          <p:cNvSpPr txBox="1"/>
          <p:nvPr/>
        </p:nvSpPr>
        <p:spPr>
          <a:xfrm>
            <a:off x="400050" y="4320000"/>
            <a:ext cx="10200000" cy="1100000"/>
          </a:xfrm>
          <a:prstGeom prst="rect">
            <a:avLst/>
          </a:prstGeom>
          <a:noFill/>
        </p:spPr>
        <p:txBody>
          <a:bodyPr wrap="square" lIns="0" tIns="0" rIns="0" bIns="0" anchor="t">
            <a:noAutofit/>
          </a:bodyPr>
          <a:lstStyle/>
          <a:p>
            <a:pPr>
              <a:lnSpc>
                <a:spcPct val="104000"/>
              </a:lnSpc>
              <a:defRPr sz="3200" b="0">
                <a:solidFill>
                  <a:srgbClr val="222222"/>
                </a:solidFill>
              </a:defRPr>
            </a:pPr>
            <a:r>
              <a:rPr lang="en-GB" sz="3200" b="0" dirty="0">
                <a:solidFill>
                  <a:srgbClr val="222222"/>
                </a:solidFill>
              </a:rPr>
              <a:t>none of </a:t>
            </a:r>
            <a:r>
              <a:rPr lang="en-GB" sz="3200" dirty="0">
                <a:solidFill>
                  <a:srgbClr val="222222"/>
                </a:solidFill>
              </a:rPr>
              <a:t>the general-purpose models were</a:t>
            </a:r>
            <a:r>
              <a:rPr lang="en-GB" sz="3200" b="0" dirty="0">
                <a:solidFill>
                  <a:srgbClr val="222222"/>
                </a:solidFill>
              </a:rPr>
              <a:t> trained on a single contract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1B2F3E-CB1E-19FA-4843-0D3699294F02}"/>
              </a:ext>
            </a:extLst>
          </p:cNvPr>
          <p:cNvPicPr>
            <a:picLocks noChangeAspect="1"/>
          </p:cNvPicPr>
          <p:nvPr/>
        </p:nvPicPr>
        <p:blipFill>
          <a:blip r:embed="rId3"/>
          <a:stretch>
            <a:fillRect/>
          </a:stretch>
        </p:blipFill>
        <p:spPr>
          <a:xfrm>
            <a:off x="1452338" y="0"/>
            <a:ext cx="9287323" cy="6858000"/>
          </a:xfrm>
          <a:prstGeom prst="rect">
            <a:avLst/>
          </a:prstGeom>
        </p:spPr>
      </p:pic>
    </p:spTree>
    <p:extLst>
      <p:ext uri="{BB962C8B-B14F-4D97-AF65-F5344CB8AC3E}">
        <p14:creationId xmlns:p14="http://schemas.microsoft.com/office/powerpoint/2010/main" val="2620035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302E5-2992-1478-7763-07F52C3A8181}"/>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10D25052-6AA9-11ED-29FF-5E7AF225C1EC}"/>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849D3DA9-A5B3-1BC5-02E3-C523E254CD79}"/>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27C9C381-3759-FF4D-13E7-22AF8F1ED35B}"/>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7E7BD0F2-F7EE-FCF6-7990-7E81E3463EDE}"/>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Tree>
    <p:extLst>
      <p:ext uri="{BB962C8B-B14F-4D97-AF65-F5344CB8AC3E}">
        <p14:creationId xmlns:p14="http://schemas.microsoft.com/office/powerpoint/2010/main" val="202685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49643-59DD-8F06-4F40-11437E881583}"/>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66CEA25A-5581-75CB-47B5-191A7910358D}"/>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ACFE8352-29E6-E6CC-55D3-A24196EC6FBB}"/>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CA321685-AAF8-06D6-31A2-FC61BF0C4A10}"/>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9348BF28-283B-4C6A-D81E-F4C0ACF90A3A}"/>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
        <p:nvSpPr>
          <p:cNvPr id="115" name="Rectangle 116">
            <a:extLst>
              <a:ext uri="{FF2B5EF4-FFF2-40B4-BE49-F238E27FC236}">
                <a16:creationId xmlns:a16="http://schemas.microsoft.com/office/drawing/2014/main" id="{AF05AA10-3C0B-A3C8-C7C6-7F5DE66EA6AA}"/>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7B0C2E19-1A49-7302-0A4D-10AB83D75117}"/>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F20C0D0A-30B7-9B8B-0595-B77E5DB1F1FC}"/>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REASONING</a:t>
            </a:r>
          </a:p>
        </p:txBody>
      </p:sp>
      <p:sp>
        <p:nvSpPr>
          <p:cNvPr id="121" name="TextBox 122">
            <a:extLst>
              <a:ext uri="{FF2B5EF4-FFF2-40B4-BE49-F238E27FC236}">
                <a16:creationId xmlns:a16="http://schemas.microsoft.com/office/drawing/2014/main" id="{E7AC3411-3D73-652B-E645-AEC5B4625B0C}"/>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At question time</a:t>
            </a:r>
          </a:p>
        </p:txBody>
      </p:sp>
      <p:sp>
        <p:nvSpPr>
          <p:cNvPr id="123" name="TextBox 124">
            <a:extLst>
              <a:ext uri="{FF2B5EF4-FFF2-40B4-BE49-F238E27FC236}">
                <a16:creationId xmlns:a16="http://schemas.microsoft.com/office/drawing/2014/main" id="{5F3B5078-251F-3A44-EE85-345928D55407}"/>
              </a:ext>
            </a:extLst>
          </p:cNvPr>
          <p:cNvSpPr txBox="1"/>
          <p:nvPr/>
        </p:nvSpPr>
        <p:spPr>
          <a:xfrm>
            <a:off x="4552950" y="3695750"/>
            <a:ext cx="3086100" cy="768500"/>
          </a:xfrm>
          <a:prstGeom prst="rect">
            <a:avLst/>
          </a:prstGeom>
          <a:noFill/>
        </p:spPr>
        <p:txBody>
          <a:bodyPr wrap="square" lIns="0" tIns="0" rIns="0" bIns="0" anchor="t">
            <a:noAutofit/>
          </a:bodyPr>
          <a:lstStyle/>
          <a:p>
            <a:pPr>
              <a:lnSpc>
                <a:spcPct val="105000"/>
              </a:lnSpc>
              <a:defRPr sz="2200" b="0">
                <a:solidFill>
                  <a:srgbClr val="555555"/>
                </a:solidFill>
              </a:defRPr>
            </a:pPr>
            <a:r>
              <a:rPr lang="en-GB" sz="2200" dirty="0">
                <a:solidFill>
                  <a:srgbClr val="555555"/>
                </a:solidFill>
              </a:rPr>
              <a:t>extended thinking</a:t>
            </a:r>
          </a:p>
        </p:txBody>
      </p:sp>
    </p:spTree>
    <p:extLst>
      <p:ext uri="{BB962C8B-B14F-4D97-AF65-F5344CB8AC3E}">
        <p14:creationId xmlns:p14="http://schemas.microsoft.com/office/powerpoint/2010/main" val="3274339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2A9EC-42AD-2772-0861-665136D927D2}"/>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B184684A-49FE-F00D-B951-153DFE41DE01}"/>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2A10C804-5567-3B64-9DD4-E5E167AE1F7C}"/>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C041DE6D-7ED0-D5E3-18E6-9CEF6F155829}"/>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F784A724-7629-F643-1A80-E5C39498EA6F}"/>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
        <p:nvSpPr>
          <p:cNvPr id="115" name="Rectangle 116">
            <a:extLst>
              <a:ext uri="{FF2B5EF4-FFF2-40B4-BE49-F238E27FC236}">
                <a16:creationId xmlns:a16="http://schemas.microsoft.com/office/drawing/2014/main" id="{93C5A71F-3B77-4F67-9B52-972D2CC10CEC}"/>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EA0D0149-79D3-DA4D-BFFF-2B36C93DEB75}"/>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ED825D50-70D9-9DFE-9E05-8AF7213D2E17}"/>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REASONING</a:t>
            </a:r>
          </a:p>
        </p:txBody>
      </p:sp>
      <p:sp>
        <p:nvSpPr>
          <p:cNvPr id="121" name="TextBox 122">
            <a:extLst>
              <a:ext uri="{FF2B5EF4-FFF2-40B4-BE49-F238E27FC236}">
                <a16:creationId xmlns:a16="http://schemas.microsoft.com/office/drawing/2014/main" id="{C023F20F-0938-2D6E-A666-0F368BA7C0AB}"/>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At question time</a:t>
            </a:r>
          </a:p>
        </p:txBody>
      </p:sp>
      <p:sp>
        <p:nvSpPr>
          <p:cNvPr id="123" name="TextBox 124">
            <a:extLst>
              <a:ext uri="{FF2B5EF4-FFF2-40B4-BE49-F238E27FC236}">
                <a16:creationId xmlns:a16="http://schemas.microsoft.com/office/drawing/2014/main" id="{09855E0B-6CBC-12A9-C5CE-538BFE6E5543}"/>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dirty="0">
                <a:solidFill>
                  <a:srgbClr val="555555"/>
                </a:solidFill>
              </a:rPr>
              <a:t>e</a:t>
            </a:r>
            <a:r>
              <a:rPr lang="en-GB" sz="2200" b="0" dirty="0">
                <a:solidFill>
                  <a:srgbClr val="555555"/>
                </a:solidFill>
              </a:rPr>
              <a:t>xtended thinking</a:t>
            </a:r>
          </a:p>
        </p:txBody>
      </p:sp>
      <p:sp>
        <p:nvSpPr>
          <p:cNvPr id="125" name="Rectangle 126">
            <a:extLst>
              <a:ext uri="{FF2B5EF4-FFF2-40B4-BE49-F238E27FC236}">
                <a16:creationId xmlns:a16="http://schemas.microsoft.com/office/drawing/2014/main" id="{11E07C0F-8D4E-20AB-43BF-9E3EEAB171BC}"/>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A1DC1C44-AC03-655D-D4F6-14D100AFCF54}"/>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FBF83A2B-7AF5-5419-AAEA-D3D6F29D22D3}"/>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COST</a:t>
            </a:r>
          </a:p>
        </p:txBody>
      </p:sp>
      <p:sp>
        <p:nvSpPr>
          <p:cNvPr id="131" name="TextBox 132">
            <a:extLst>
              <a:ext uri="{FF2B5EF4-FFF2-40B4-BE49-F238E27FC236}">
                <a16:creationId xmlns:a16="http://schemas.microsoft.com/office/drawing/2014/main" id="{31C6D949-3C5B-0563-3645-531EB52F9159}"/>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Falls every quarter</a:t>
            </a:r>
          </a:p>
        </p:txBody>
      </p:sp>
      <p:sp>
        <p:nvSpPr>
          <p:cNvPr id="133" name="TextBox 134">
            <a:extLst>
              <a:ext uri="{FF2B5EF4-FFF2-40B4-BE49-F238E27FC236}">
                <a16:creationId xmlns:a16="http://schemas.microsoft.com/office/drawing/2014/main" id="{757393B0-7AA7-8FAE-7696-F08073F5C540}"/>
              </a:ext>
            </a:extLst>
          </p:cNvPr>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dirty="0">
                <a:solidFill>
                  <a:srgbClr val="555555"/>
                </a:solidFill>
              </a:rPr>
              <a:t>g</a:t>
            </a:r>
            <a:r>
              <a:rPr lang="en-GB" sz="2200" b="0" dirty="0">
                <a:solidFill>
                  <a:srgbClr val="555555"/>
                </a:solidFill>
              </a:rPr>
              <a:t>etting efficient and smarter</a:t>
            </a:r>
          </a:p>
        </p:txBody>
      </p:sp>
    </p:spTree>
    <p:extLst>
      <p:ext uri="{BB962C8B-B14F-4D97-AF65-F5344CB8AC3E}">
        <p14:creationId xmlns:p14="http://schemas.microsoft.com/office/powerpoint/2010/main" val="1188141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9BCFD-ECF7-CB93-BCC4-7D5561FB7E33}"/>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90DDFEA7-A71E-CE9F-CDFD-703A303DC76B}"/>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BF69634C-975E-EF7A-E82E-0ACC72C9223E}"/>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CONTEXT WINDOW</a:t>
            </a:r>
          </a:p>
        </p:txBody>
      </p:sp>
      <p:sp>
        <p:nvSpPr>
          <p:cNvPr id="111" name="TextBox 112">
            <a:extLst>
              <a:ext uri="{FF2B5EF4-FFF2-40B4-BE49-F238E27FC236}">
                <a16:creationId xmlns:a16="http://schemas.microsoft.com/office/drawing/2014/main" id="{50CAA9CF-0477-2481-99B4-A5C823B9EC0D}"/>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2k → 1M+</a:t>
            </a:r>
          </a:p>
        </p:txBody>
      </p:sp>
      <p:sp>
        <p:nvSpPr>
          <p:cNvPr id="113" name="TextBox 114">
            <a:extLst>
              <a:ext uri="{FF2B5EF4-FFF2-40B4-BE49-F238E27FC236}">
                <a16:creationId xmlns:a16="http://schemas.microsoft.com/office/drawing/2014/main" id="{5B93DCFF-07A4-936A-362F-B263482F0A7B}"/>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read it, don't bake it</a:t>
            </a:r>
          </a:p>
        </p:txBody>
      </p:sp>
      <p:sp>
        <p:nvSpPr>
          <p:cNvPr id="115" name="Rectangle 116">
            <a:extLst>
              <a:ext uri="{FF2B5EF4-FFF2-40B4-BE49-F238E27FC236}">
                <a16:creationId xmlns:a16="http://schemas.microsoft.com/office/drawing/2014/main" id="{8FDE0081-9C12-154D-2AB4-32A9C91A2465}"/>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3858A8FD-B6E0-6B0C-9A00-3184D43A079B}"/>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172D807B-ADA7-DD77-DF2C-1CB2A054D1E3}"/>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REASONING</a:t>
            </a:r>
          </a:p>
        </p:txBody>
      </p:sp>
      <p:sp>
        <p:nvSpPr>
          <p:cNvPr id="121" name="TextBox 122">
            <a:extLst>
              <a:ext uri="{FF2B5EF4-FFF2-40B4-BE49-F238E27FC236}">
                <a16:creationId xmlns:a16="http://schemas.microsoft.com/office/drawing/2014/main" id="{C1C5096F-6850-9C4E-87F4-69863BDB87AB}"/>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At question time</a:t>
            </a:r>
          </a:p>
        </p:txBody>
      </p:sp>
      <p:sp>
        <p:nvSpPr>
          <p:cNvPr id="123" name="TextBox 124">
            <a:extLst>
              <a:ext uri="{FF2B5EF4-FFF2-40B4-BE49-F238E27FC236}">
                <a16:creationId xmlns:a16="http://schemas.microsoft.com/office/drawing/2014/main" id="{4FE2A2B5-DC6E-79BE-4C38-4619CB8BDB17}"/>
              </a:ext>
            </a:extLst>
          </p:cNvPr>
          <p:cNvSpPr txBox="1"/>
          <p:nvPr/>
        </p:nvSpPr>
        <p:spPr>
          <a:xfrm>
            <a:off x="4552950" y="3695750"/>
            <a:ext cx="3086100" cy="768500"/>
          </a:xfrm>
          <a:prstGeom prst="rect">
            <a:avLst/>
          </a:prstGeom>
          <a:noFill/>
        </p:spPr>
        <p:txBody>
          <a:bodyPr wrap="square" lIns="0" tIns="0" rIns="0" bIns="0" anchor="t">
            <a:noAutofit/>
          </a:bodyPr>
          <a:lstStyle/>
          <a:p>
            <a:pPr>
              <a:lnSpc>
                <a:spcPct val="105000"/>
              </a:lnSpc>
              <a:defRPr sz="2200" b="0">
                <a:solidFill>
                  <a:srgbClr val="555555"/>
                </a:solidFill>
              </a:defRPr>
            </a:pPr>
            <a:r>
              <a:rPr lang="en-GB" sz="2200" dirty="0">
                <a:solidFill>
                  <a:srgbClr val="555555"/>
                </a:solidFill>
              </a:rPr>
              <a:t>extended thinking</a:t>
            </a:r>
          </a:p>
        </p:txBody>
      </p:sp>
      <p:sp>
        <p:nvSpPr>
          <p:cNvPr id="125" name="Rectangle 126">
            <a:extLst>
              <a:ext uri="{FF2B5EF4-FFF2-40B4-BE49-F238E27FC236}">
                <a16:creationId xmlns:a16="http://schemas.microsoft.com/office/drawing/2014/main" id="{CE8899AE-B0CD-670B-7775-F9BB557E399F}"/>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3BB3CE5C-6075-9088-5B18-7C4B0761E9FA}"/>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F9D6B946-0893-0ABF-EA7C-81176E76EDAB}"/>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COST</a:t>
            </a:r>
          </a:p>
        </p:txBody>
      </p:sp>
      <p:sp>
        <p:nvSpPr>
          <p:cNvPr id="131" name="TextBox 132">
            <a:extLst>
              <a:ext uri="{FF2B5EF4-FFF2-40B4-BE49-F238E27FC236}">
                <a16:creationId xmlns:a16="http://schemas.microsoft.com/office/drawing/2014/main" id="{42498E08-60B8-1D4F-7D72-3112CFA1A824}"/>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Falls every quarter</a:t>
            </a:r>
          </a:p>
        </p:txBody>
      </p:sp>
      <p:sp>
        <p:nvSpPr>
          <p:cNvPr id="133" name="TextBox 134">
            <a:extLst>
              <a:ext uri="{FF2B5EF4-FFF2-40B4-BE49-F238E27FC236}">
                <a16:creationId xmlns:a16="http://schemas.microsoft.com/office/drawing/2014/main" id="{0B61A6EE-4A7C-5496-0A76-B85E289287B1}"/>
              </a:ext>
            </a:extLst>
          </p:cNvPr>
          <p:cNvSpPr txBox="1"/>
          <p:nvPr/>
        </p:nvSpPr>
        <p:spPr>
          <a:xfrm>
            <a:off x="8420100" y="3695750"/>
            <a:ext cx="3086100" cy="768500"/>
          </a:xfrm>
          <a:prstGeom prst="rect">
            <a:avLst/>
          </a:prstGeom>
          <a:noFill/>
        </p:spPr>
        <p:txBody>
          <a:bodyPr wrap="square" lIns="0" tIns="0" rIns="0" bIns="0" anchor="t">
            <a:noAutofit/>
          </a:bodyPr>
          <a:lstStyle/>
          <a:p>
            <a:pPr>
              <a:lnSpc>
                <a:spcPct val="105000"/>
              </a:lnSpc>
              <a:defRPr sz="2200" b="0">
                <a:solidFill>
                  <a:srgbClr val="555555"/>
                </a:solidFill>
              </a:defRPr>
            </a:pPr>
            <a:r>
              <a:rPr lang="en-GB" sz="2200" dirty="0">
                <a:solidFill>
                  <a:srgbClr val="555555"/>
                </a:solidFill>
              </a:rPr>
              <a:t>getting efficient and smarter</a:t>
            </a:r>
          </a:p>
        </p:txBody>
      </p:sp>
      <p:sp>
        <p:nvSpPr>
          <p:cNvPr id="135" name="TextBox 136">
            <a:extLst>
              <a:ext uri="{FF2B5EF4-FFF2-40B4-BE49-F238E27FC236}">
                <a16:creationId xmlns:a16="http://schemas.microsoft.com/office/drawing/2014/main" id="{4E4E916F-586A-9BE2-507F-DE3BFF3E9FE0}"/>
              </a:ext>
            </a:extLst>
          </p:cNvPr>
          <p:cNvSpPr txBox="1"/>
          <p:nvPr/>
        </p:nvSpPr>
        <p:spPr>
          <a:xfrm>
            <a:off x="400050" y="5050000"/>
            <a:ext cx="113919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A fine-tune is a snapshot. The frontier is a video.</a:t>
            </a:r>
          </a:p>
        </p:txBody>
      </p:sp>
    </p:spTree>
    <p:extLst>
      <p:ext uri="{BB962C8B-B14F-4D97-AF65-F5344CB8AC3E}">
        <p14:creationId xmlns:p14="http://schemas.microsoft.com/office/powerpoint/2010/main" val="326317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Customization moved off the weights.</a:t>
            </a:r>
          </a:p>
        </p:txBody>
      </p:sp>
      <p:sp>
        <p:nvSpPr>
          <p:cNvPr id="103" name="TextBox 104"/>
          <p:cNvSpPr txBox="1"/>
          <p:nvPr/>
        </p:nvSpPr>
        <p:spPr>
          <a:xfrm>
            <a:off x="400050" y="6320000"/>
            <a:ext cx="5000000" cy="320000"/>
          </a:xfrm>
          <a:prstGeom prst="rect">
            <a:avLst/>
          </a:prstGeom>
          <a:noFill/>
        </p:spPr>
        <p:txBody>
          <a:bodyPr wrap="square" lIns="0" tIns="0" rIns="0" bIns="0" anchor="t">
            <a:noAutofit/>
          </a:bodyPr>
          <a:lstStyle/>
          <a:p>
            <a:pPr algn="l">
              <a:buNone/>
              <a:defRPr sz="1400" b="0">
                <a:solidFill>
                  <a:srgbClr val="555555"/>
                </a:solidFill>
              </a:defRPr>
            </a:pPr>
            <a:r>
              <a:rPr lang="en-GB" sz="1400" b="0" dirty="0">
                <a:solidFill>
                  <a:srgbClr val="555555"/>
                </a:solidFill>
              </a:rPr>
              <a:t>how we got 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E9A8-2DF3-350E-26C0-B2645DFD6686}"/>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24B8B0BF-6721-7E2C-4F71-9E9EF8505203}"/>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7E6163D1-EC7B-A08F-5946-E8C89108A10E}"/>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CCE59785-16A7-7649-E2E3-01124A7A6034}"/>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5C2CC6D6-7BA5-E5F7-FDA4-1F2A790E4C9C}"/>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Tree>
    <p:extLst>
      <p:ext uri="{BB962C8B-B14F-4D97-AF65-F5344CB8AC3E}">
        <p14:creationId xmlns:p14="http://schemas.microsoft.com/office/powerpoint/2010/main" val="668922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6346F-C02A-8D6B-73C4-BC883D39293D}"/>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FDDA18E2-E6CE-F843-135B-39273C6BFBE0}"/>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36AB7AEA-001B-1400-5F71-06126C4110B6}"/>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8FA12DC6-6213-8DFE-61CD-381DC20C9B14}"/>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96845DE4-32AA-CD1E-5E84-96EE531AC6F4}"/>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
        <p:nvSpPr>
          <p:cNvPr id="115" name="Rectangle 116">
            <a:extLst>
              <a:ext uri="{FF2B5EF4-FFF2-40B4-BE49-F238E27FC236}">
                <a16:creationId xmlns:a16="http://schemas.microsoft.com/office/drawing/2014/main" id="{14660E83-C211-EA09-7A09-A6C3B45B67C4}"/>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5D48A328-6B3B-EE29-6CA1-F8E54D1C13F9}"/>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FE49F1E5-E6B7-EFBF-C625-7C5C08D42941}"/>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FRAMING</a:t>
            </a:r>
          </a:p>
        </p:txBody>
      </p:sp>
      <p:sp>
        <p:nvSpPr>
          <p:cNvPr id="121" name="TextBox 122">
            <a:extLst>
              <a:ext uri="{FF2B5EF4-FFF2-40B4-BE49-F238E27FC236}">
                <a16:creationId xmlns:a16="http://schemas.microsoft.com/office/drawing/2014/main" id="{E3753D05-A134-BA23-1BCE-26AFA82AB1DE}"/>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Context</a:t>
            </a:r>
          </a:p>
        </p:txBody>
      </p:sp>
      <p:sp>
        <p:nvSpPr>
          <p:cNvPr id="123" name="TextBox 124">
            <a:extLst>
              <a:ext uri="{FF2B5EF4-FFF2-40B4-BE49-F238E27FC236}">
                <a16:creationId xmlns:a16="http://schemas.microsoft.com/office/drawing/2014/main" id="{AD18C8FE-1416-10B9-58AD-5EDA237E1F32}"/>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assembled in code, not typed</a:t>
            </a:r>
          </a:p>
        </p:txBody>
      </p:sp>
    </p:spTree>
    <p:extLst>
      <p:ext uri="{BB962C8B-B14F-4D97-AF65-F5344CB8AC3E}">
        <p14:creationId xmlns:p14="http://schemas.microsoft.com/office/powerpoint/2010/main" val="417366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CD8A-ED35-F36B-71DF-772FF7D13C7E}"/>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BBABD3FC-ADE6-7D80-25B8-23052F219192}"/>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904451F4-E944-DC0C-F246-FB4FD5C0B588}"/>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48566E0B-7575-7EA9-A8C9-66D796B3FE45}"/>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294F4629-51CC-FFAC-E342-B5C476ECCEA8}"/>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
        <p:nvSpPr>
          <p:cNvPr id="115" name="Rectangle 116">
            <a:extLst>
              <a:ext uri="{FF2B5EF4-FFF2-40B4-BE49-F238E27FC236}">
                <a16:creationId xmlns:a16="http://schemas.microsoft.com/office/drawing/2014/main" id="{9A614B96-FCD9-1925-0FBF-50C9F0F5CD76}"/>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10AC0B12-96C3-1F8B-B355-1465D8A03B74}"/>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50B3C4B3-7A38-8F6F-225A-E38A6789EC8F}"/>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FRAMING</a:t>
            </a:r>
          </a:p>
        </p:txBody>
      </p:sp>
      <p:sp>
        <p:nvSpPr>
          <p:cNvPr id="121" name="TextBox 122">
            <a:extLst>
              <a:ext uri="{FF2B5EF4-FFF2-40B4-BE49-F238E27FC236}">
                <a16:creationId xmlns:a16="http://schemas.microsoft.com/office/drawing/2014/main" id="{1DD0680C-1100-1B96-B310-C4C53A9B2102}"/>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Context</a:t>
            </a:r>
          </a:p>
        </p:txBody>
      </p:sp>
      <p:sp>
        <p:nvSpPr>
          <p:cNvPr id="123" name="TextBox 124">
            <a:extLst>
              <a:ext uri="{FF2B5EF4-FFF2-40B4-BE49-F238E27FC236}">
                <a16:creationId xmlns:a16="http://schemas.microsoft.com/office/drawing/2014/main" id="{7812C7D0-4081-00D8-0501-C72BF9D46D63}"/>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assembled in code, not typed</a:t>
            </a:r>
          </a:p>
        </p:txBody>
      </p:sp>
      <p:sp>
        <p:nvSpPr>
          <p:cNvPr id="125" name="Rectangle 126">
            <a:extLst>
              <a:ext uri="{FF2B5EF4-FFF2-40B4-BE49-F238E27FC236}">
                <a16:creationId xmlns:a16="http://schemas.microsoft.com/office/drawing/2014/main" id="{CA4F5F82-16B3-FF61-695F-3E560CE562B8}"/>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B075053C-A9AE-14B3-4315-0A94AD251EED}"/>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717D60B5-EC24-2A4F-2646-1B1A11568D4C}"/>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KNOW-HOW</a:t>
            </a:r>
          </a:p>
        </p:txBody>
      </p:sp>
      <p:sp>
        <p:nvSpPr>
          <p:cNvPr id="131" name="TextBox 132">
            <a:extLst>
              <a:ext uri="{FF2B5EF4-FFF2-40B4-BE49-F238E27FC236}">
                <a16:creationId xmlns:a16="http://schemas.microsoft.com/office/drawing/2014/main" id="{3456BDBF-9B94-A7E8-0391-19ED515B640E}"/>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Skills</a:t>
            </a:r>
          </a:p>
        </p:txBody>
      </p:sp>
      <p:sp>
        <p:nvSpPr>
          <p:cNvPr id="133" name="TextBox 134">
            <a:extLst>
              <a:ext uri="{FF2B5EF4-FFF2-40B4-BE49-F238E27FC236}">
                <a16:creationId xmlns:a16="http://schemas.microsoft.com/office/drawing/2014/main" id="{4EFFE126-A287-C70C-CED3-3C4ACC02E5FD}"/>
              </a:ext>
            </a:extLst>
          </p:cNvPr>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written in plain English</a:t>
            </a:r>
          </a:p>
        </p:txBody>
      </p:sp>
    </p:spTree>
    <p:extLst>
      <p:ext uri="{BB962C8B-B14F-4D97-AF65-F5344CB8AC3E}">
        <p14:creationId xmlns:p14="http://schemas.microsoft.com/office/powerpoint/2010/main" val="3729783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67424-7A3F-8D2A-53C5-586FF70F39BD}"/>
            </a:ext>
          </a:extLst>
        </p:cNvPr>
        <p:cNvGrpSpPr/>
        <p:nvPr/>
      </p:nvGrpSpPr>
      <p:grpSpPr>
        <a:xfrm>
          <a:off x="0" y="0"/>
          <a:ext cx="0" cy="0"/>
          <a:chOff x="0" y="0"/>
          <a:chExt cx="0" cy="0"/>
        </a:xfrm>
      </p:grpSpPr>
      <p:sp>
        <p:nvSpPr>
          <p:cNvPr id="107" name="Rectangle 108">
            <a:extLst>
              <a:ext uri="{FF2B5EF4-FFF2-40B4-BE49-F238E27FC236}">
                <a16:creationId xmlns:a16="http://schemas.microsoft.com/office/drawing/2014/main" id="{69FFE2E2-8910-8C6D-B871-DCF0160111EB}"/>
              </a:ext>
            </a:extLst>
          </p:cNvPr>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a:extLst>
              <a:ext uri="{FF2B5EF4-FFF2-40B4-BE49-F238E27FC236}">
                <a16:creationId xmlns:a16="http://schemas.microsoft.com/office/drawing/2014/main" id="{FE5C31ED-A6A2-6C9C-B7AD-7A58946C30E0}"/>
              </a:ext>
            </a:extLst>
          </p:cNvPr>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FACTS</a:t>
            </a:r>
          </a:p>
        </p:txBody>
      </p:sp>
      <p:sp>
        <p:nvSpPr>
          <p:cNvPr id="111" name="TextBox 112">
            <a:extLst>
              <a:ext uri="{FF2B5EF4-FFF2-40B4-BE49-F238E27FC236}">
                <a16:creationId xmlns:a16="http://schemas.microsoft.com/office/drawing/2014/main" id="{63D7C596-4917-3461-F7B1-09AC4EC8A74C}"/>
              </a:ext>
            </a:extLst>
          </p:cNvPr>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Retrieval</a:t>
            </a:r>
          </a:p>
        </p:txBody>
      </p:sp>
      <p:sp>
        <p:nvSpPr>
          <p:cNvPr id="113" name="TextBox 114">
            <a:extLst>
              <a:ext uri="{FF2B5EF4-FFF2-40B4-BE49-F238E27FC236}">
                <a16:creationId xmlns:a16="http://schemas.microsoft.com/office/drawing/2014/main" id="{F04A26A8-CEAE-BD66-D0A4-5DD85548253E}"/>
              </a:ext>
            </a:extLst>
          </p:cNvPr>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a:solidFill>
                  <a:srgbClr val="555555"/>
                </a:solidFill>
              </a:rPr>
              <a:t>Fresh, traceable, </a:t>
            </a:r>
            <a:r>
              <a:rPr lang="en-GB" sz="2200" b="0" dirty="0">
                <a:solidFill>
                  <a:srgbClr val="555555"/>
                </a:solidFill>
              </a:rPr>
              <a:t>governed</a:t>
            </a:r>
          </a:p>
        </p:txBody>
      </p:sp>
      <p:sp>
        <p:nvSpPr>
          <p:cNvPr id="115" name="Rectangle 116">
            <a:extLst>
              <a:ext uri="{FF2B5EF4-FFF2-40B4-BE49-F238E27FC236}">
                <a16:creationId xmlns:a16="http://schemas.microsoft.com/office/drawing/2014/main" id="{732D7293-650B-412D-F421-D50A6ED74632}"/>
              </a:ext>
            </a:extLst>
          </p:cNvPr>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a:extLst>
              <a:ext uri="{FF2B5EF4-FFF2-40B4-BE49-F238E27FC236}">
                <a16:creationId xmlns:a16="http://schemas.microsoft.com/office/drawing/2014/main" id="{3EDCDEB1-BCD1-547E-C44A-31B277B1BB9B}"/>
              </a:ext>
            </a:extLst>
          </p:cNvPr>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DD2C43B0-49CD-ECCE-90EF-E2460A2F826F}"/>
              </a:ext>
            </a:extLst>
          </p:cNvPr>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FRAMING</a:t>
            </a:r>
          </a:p>
        </p:txBody>
      </p:sp>
      <p:sp>
        <p:nvSpPr>
          <p:cNvPr id="121" name="TextBox 122">
            <a:extLst>
              <a:ext uri="{FF2B5EF4-FFF2-40B4-BE49-F238E27FC236}">
                <a16:creationId xmlns:a16="http://schemas.microsoft.com/office/drawing/2014/main" id="{127D9C04-5F63-774F-747C-2D92EF78F070}"/>
              </a:ext>
            </a:extLst>
          </p:cNvPr>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Context</a:t>
            </a:r>
          </a:p>
        </p:txBody>
      </p:sp>
      <p:sp>
        <p:nvSpPr>
          <p:cNvPr id="123" name="TextBox 124">
            <a:extLst>
              <a:ext uri="{FF2B5EF4-FFF2-40B4-BE49-F238E27FC236}">
                <a16:creationId xmlns:a16="http://schemas.microsoft.com/office/drawing/2014/main" id="{87C334D2-FB74-B7CE-F5B3-795C6548155D}"/>
              </a:ext>
            </a:extLst>
          </p:cNvPr>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assembled in code, not typed</a:t>
            </a:r>
          </a:p>
        </p:txBody>
      </p:sp>
      <p:sp>
        <p:nvSpPr>
          <p:cNvPr id="125" name="Rectangle 126">
            <a:extLst>
              <a:ext uri="{FF2B5EF4-FFF2-40B4-BE49-F238E27FC236}">
                <a16:creationId xmlns:a16="http://schemas.microsoft.com/office/drawing/2014/main" id="{B3869540-87D4-4766-06D2-4340EA751C5C}"/>
              </a:ext>
            </a:extLst>
          </p:cNvPr>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a:extLst>
              <a:ext uri="{FF2B5EF4-FFF2-40B4-BE49-F238E27FC236}">
                <a16:creationId xmlns:a16="http://schemas.microsoft.com/office/drawing/2014/main" id="{AC536927-8D9B-AFCC-4EF2-69A3270D66D2}"/>
              </a:ext>
            </a:extLst>
          </p:cNvPr>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a:extLst>
              <a:ext uri="{FF2B5EF4-FFF2-40B4-BE49-F238E27FC236}">
                <a16:creationId xmlns:a16="http://schemas.microsoft.com/office/drawing/2014/main" id="{60CDD4E7-1FA6-E5AB-AC46-2AD6C9CC6845}"/>
              </a:ext>
            </a:extLst>
          </p:cNvPr>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MISSING KNOW-HOW</a:t>
            </a:r>
          </a:p>
        </p:txBody>
      </p:sp>
      <p:sp>
        <p:nvSpPr>
          <p:cNvPr id="131" name="TextBox 132">
            <a:extLst>
              <a:ext uri="{FF2B5EF4-FFF2-40B4-BE49-F238E27FC236}">
                <a16:creationId xmlns:a16="http://schemas.microsoft.com/office/drawing/2014/main" id="{AE107E95-9AEF-649B-F29B-8966333D7533}"/>
              </a:ext>
            </a:extLst>
          </p:cNvPr>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Skills</a:t>
            </a:r>
          </a:p>
        </p:txBody>
      </p:sp>
      <p:sp>
        <p:nvSpPr>
          <p:cNvPr id="133" name="TextBox 134">
            <a:extLst>
              <a:ext uri="{FF2B5EF4-FFF2-40B4-BE49-F238E27FC236}">
                <a16:creationId xmlns:a16="http://schemas.microsoft.com/office/drawing/2014/main" id="{1D10FF82-D99A-4127-1057-078B34CD48FA}"/>
              </a:ext>
            </a:extLst>
          </p:cNvPr>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written in plain English</a:t>
            </a:r>
          </a:p>
        </p:txBody>
      </p:sp>
      <p:sp>
        <p:nvSpPr>
          <p:cNvPr id="135" name="TextBox 136">
            <a:extLst>
              <a:ext uri="{FF2B5EF4-FFF2-40B4-BE49-F238E27FC236}">
                <a16:creationId xmlns:a16="http://schemas.microsoft.com/office/drawing/2014/main" id="{9ABBDCE3-A8E3-0226-0CDB-5554E75219F5}"/>
              </a:ext>
            </a:extLst>
          </p:cNvPr>
          <p:cNvSpPr txBox="1"/>
          <p:nvPr/>
        </p:nvSpPr>
        <p:spPr>
          <a:xfrm>
            <a:off x="400050" y="5050000"/>
            <a:ext cx="113919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These problems don’t need training.</a:t>
            </a:r>
          </a:p>
        </p:txBody>
      </p:sp>
    </p:spTree>
    <p:extLst>
      <p:ext uri="{BB962C8B-B14F-4D97-AF65-F5344CB8AC3E}">
        <p14:creationId xmlns:p14="http://schemas.microsoft.com/office/powerpoint/2010/main" val="2021014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9C246B-1E76-9194-108C-14FBD40564F8}"/>
              </a:ext>
            </a:extLst>
          </p:cNvPr>
          <p:cNvSpPr txBox="1"/>
          <p:nvPr/>
        </p:nvSpPr>
        <p:spPr>
          <a:xfrm>
            <a:off x="3048000" y="2522277"/>
            <a:ext cx="6096000" cy="906723"/>
          </a:xfrm>
          <a:prstGeom prst="rect">
            <a:avLst/>
          </a:prstGeom>
          <a:noFill/>
        </p:spPr>
        <p:txBody>
          <a:bodyPr wrap="square">
            <a:spAutoFit/>
          </a:bodyPr>
          <a:lstStyle/>
          <a:p>
            <a:pPr algn="ctr">
              <a:lnSpc>
                <a:spcPct val="98000"/>
              </a:lnSpc>
              <a:buNone/>
              <a:defRPr sz="5400" b="1">
                <a:solidFill>
                  <a:srgbClr val="000000"/>
                </a:solidFill>
              </a:defRPr>
            </a:pPr>
            <a:r>
              <a:rPr lang="en-GB" sz="5400" b="1" dirty="0">
                <a:solidFill>
                  <a:srgbClr val="000000"/>
                </a:solidFill>
              </a:rPr>
              <a:t>5 AI Agent Terms</a:t>
            </a:r>
          </a:p>
        </p:txBody>
      </p:sp>
    </p:spTree>
    <p:extLst>
      <p:ext uri="{BB962C8B-B14F-4D97-AF65-F5344CB8AC3E}">
        <p14:creationId xmlns:p14="http://schemas.microsoft.com/office/powerpoint/2010/main" val="2540605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427775-09B3-215E-15F8-D4CC1B0124EA}"/>
              </a:ext>
            </a:extLst>
          </p:cNvPr>
          <p:cNvSpPr txBox="1"/>
          <p:nvPr/>
        </p:nvSpPr>
        <p:spPr>
          <a:xfrm>
            <a:off x="606552" y="507751"/>
            <a:ext cx="11234928" cy="5842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MCP</a:t>
            </a:r>
            <a:r>
              <a:rPr lang="en-US" sz="2800" b="0" i="0" dirty="0">
                <a:solidFill>
                  <a:srgbClr val="0B0B0B"/>
                </a:solidFill>
                <a:effectLst/>
                <a:latin typeface="anthropic-sans"/>
              </a:rPr>
              <a:t> and </a:t>
            </a:r>
            <a:r>
              <a:rPr lang="en-US" sz="2800" b="1" i="0" dirty="0">
                <a:solidFill>
                  <a:srgbClr val="0B0B0B"/>
                </a:solidFill>
                <a:effectLst/>
                <a:latin typeface="anthropic-sans"/>
              </a:rPr>
              <a:t>A2A</a:t>
            </a:r>
            <a:r>
              <a:rPr lang="en-US" sz="2800" b="0" i="0" dirty="0">
                <a:solidFill>
                  <a:srgbClr val="0B0B0B"/>
                </a:solidFill>
                <a:effectLst/>
                <a:latin typeface="anthropic-sans"/>
              </a:rPr>
              <a:t> are </a:t>
            </a:r>
            <a:r>
              <a:rPr lang="en-US" sz="2800" b="0" i="0" u="sng" dirty="0">
                <a:solidFill>
                  <a:srgbClr val="0B0B0B"/>
                </a:solidFill>
                <a:effectLst/>
                <a:latin typeface="anthropic-sans"/>
              </a:rPr>
              <a:t>open protocols and specifications</a:t>
            </a:r>
            <a:r>
              <a:rPr lang="en-US" sz="2800" b="0" i="0" dirty="0">
                <a:solidFill>
                  <a:srgbClr val="0B0B0B"/>
                </a:solidFill>
                <a:effectLst/>
                <a:latin typeface="anthropic-sans"/>
              </a:rPr>
              <a:t>. </a:t>
            </a:r>
            <a:endParaRPr lang="en-US" sz="2800" dirty="0">
              <a:solidFill>
                <a:srgbClr val="0B0B0B"/>
              </a:solidFill>
              <a:latin typeface="anthropic-sans"/>
            </a:endParaRPr>
          </a:p>
          <a:p>
            <a:pPr marL="914400" lvl="1" indent="-457200">
              <a:lnSpc>
                <a:spcPct val="150000"/>
              </a:lnSpc>
              <a:buFont typeface="Courier New" panose="02070309020205020404" pitchFamily="49" charset="0"/>
              <a:buChar char="o"/>
            </a:pPr>
            <a:r>
              <a:rPr lang="en-US" sz="2800" b="0" i="0" dirty="0">
                <a:solidFill>
                  <a:srgbClr val="0B0B0B"/>
                </a:solidFill>
                <a:effectLst/>
                <a:latin typeface="anthropic-sans"/>
              </a:rPr>
              <a:t>MCP is agent to tool, A2A is agent to agent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AGENTS.md</a:t>
            </a:r>
            <a:r>
              <a:rPr lang="en-US" sz="2800" b="0" i="0" dirty="0">
                <a:solidFill>
                  <a:srgbClr val="0B0B0B"/>
                </a:solidFill>
                <a:effectLst/>
                <a:latin typeface="anthropic-sans"/>
              </a:rPr>
              <a:t> is a </a:t>
            </a:r>
            <a:r>
              <a:rPr lang="en-US" sz="2800" b="0" i="0" u="sng" dirty="0">
                <a:solidFill>
                  <a:srgbClr val="0B0B0B"/>
                </a:solidFill>
                <a:effectLst/>
                <a:latin typeface="anthropic-sans"/>
              </a:rPr>
              <a:t>config file</a:t>
            </a:r>
            <a:r>
              <a:rPr lang="en-US" sz="2800" b="0" i="0" dirty="0">
                <a:solidFill>
                  <a:srgbClr val="0B0B0B"/>
                </a:solidFill>
                <a:effectLst/>
                <a:latin typeface="anthropic-sans"/>
              </a:rPr>
              <a:t>. Always loaded, so keep it short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SKILL.md</a:t>
            </a:r>
            <a:r>
              <a:rPr lang="en-US" sz="2800" b="0" i="0" dirty="0">
                <a:solidFill>
                  <a:srgbClr val="0B0B0B"/>
                </a:solidFill>
                <a:effectLst/>
                <a:latin typeface="anthropic-sans"/>
              </a:rPr>
              <a:t> is a plugin format file. Schema plus folder, loaded on demand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Subagents</a:t>
            </a:r>
            <a:r>
              <a:rPr lang="en-US" sz="2800" b="0" i="0" dirty="0">
                <a:solidFill>
                  <a:srgbClr val="0B0B0B"/>
                </a:solidFill>
                <a:effectLst/>
                <a:latin typeface="anthropic-sans"/>
              </a:rPr>
              <a:t> </a:t>
            </a:r>
            <a:r>
              <a:rPr lang="en-US" sz="2800" dirty="0">
                <a:solidFill>
                  <a:srgbClr val="0B0B0B"/>
                </a:solidFill>
                <a:latin typeface="anthropic-sans"/>
              </a:rPr>
              <a:t>is an</a:t>
            </a:r>
            <a:r>
              <a:rPr lang="en-US" sz="2800" b="0" i="0" dirty="0">
                <a:solidFill>
                  <a:srgbClr val="0B0B0B"/>
                </a:solidFill>
                <a:effectLst/>
                <a:latin typeface="anthropic-sans"/>
              </a:rPr>
              <a:t> </a:t>
            </a:r>
            <a:r>
              <a:rPr lang="en-US" sz="2800" b="0" i="0" u="sng" dirty="0">
                <a:solidFill>
                  <a:srgbClr val="0B0B0B"/>
                </a:solidFill>
                <a:effectLst/>
                <a:latin typeface="anthropic-sans"/>
              </a:rPr>
              <a:t>architectural design pattern</a:t>
            </a:r>
            <a:r>
              <a:rPr lang="en-US" sz="2800" b="0" i="0" dirty="0">
                <a:solidFill>
                  <a:srgbClr val="0B0B0B"/>
                </a:solidFill>
                <a:effectLst/>
                <a:latin typeface="anthropic-sans"/>
              </a:rPr>
              <a:t>. No spec, so every vendor does it differently</a:t>
            </a:r>
            <a:endParaRPr lang="en-GB" sz="2800" dirty="0"/>
          </a:p>
        </p:txBody>
      </p:sp>
    </p:spTree>
    <p:extLst>
      <p:ext uri="{BB962C8B-B14F-4D97-AF65-F5344CB8AC3E}">
        <p14:creationId xmlns:p14="http://schemas.microsoft.com/office/powerpoint/2010/main" val="2071303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Repo rules the agent always reads</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01</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AGENTS.md</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A markdown file in your repo</a:t>
            </a:r>
          </a:p>
        </p:txBody>
      </p:sp>
      <p:sp>
        <p:nvSpPr>
          <p:cNvPr id="117" name="Rectangle 118"/>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Read every session before any work starts</a:t>
            </a:r>
          </a:p>
        </p:txBody>
      </p:sp>
      <p:sp>
        <p:nvSpPr>
          <p:cNvPr id="121" name="Rectangle 122"/>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p:cNvSpPr txBox="1"/>
          <p:nvPr/>
        </p:nvSpPr>
        <p:spPr>
          <a:xfrm>
            <a:off x="920050" y="51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It can be nested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34BDC-B44E-DD43-3022-6F4C26B688B7}"/>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E085ED43-3776-13BF-7178-09FD3C4B4624}"/>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Demo</a:t>
            </a:r>
          </a:p>
        </p:txBody>
      </p:sp>
      <p:sp>
        <p:nvSpPr>
          <p:cNvPr id="107" name="TextBox 108">
            <a:extLst>
              <a:ext uri="{FF2B5EF4-FFF2-40B4-BE49-F238E27FC236}">
                <a16:creationId xmlns:a16="http://schemas.microsoft.com/office/drawing/2014/main" id="{841216AB-D8F2-786D-A545-FFB44015A5D9}"/>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01</a:t>
            </a:r>
          </a:p>
        </p:txBody>
      </p:sp>
      <p:sp>
        <p:nvSpPr>
          <p:cNvPr id="109" name="TextBox 110">
            <a:extLst>
              <a:ext uri="{FF2B5EF4-FFF2-40B4-BE49-F238E27FC236}">
                <a16:creationId xmlns:a16="http://schemas.microsoft.com/office/drawing/2014/main" id="{B88BB642-2A27-A7C9-60ED-422B2C8B7706}"/>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AGENTS.md</a:t>
            </a:r>
          </a:p>
        </p:txBody>
      </p:sp>
      <p:sp>
        <p:nvSpPr>
          <p:cNvPr id="111" name="Rectangle 112">
            <a:extLst>
              <a:ext uri="{FF2B5EF4-FFF2-40B4-BE49-F238E27FC236}">
                <a16:creationId xmlns:a16="http://schemas.microsoft.com/office/drawing/2014/main" id="{6A321099-8C44-E75D-8F70-6F6CE6AB7C84}"/>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3559178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Skills load expertise on demand</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02</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Agent skills</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A folder: SKILL.md, plus scripts and template</a:t>
            </a:r>
          </a:p>
        </p:txBody>
      </p:sp>
      <p:sp>
        <p:nvSpPr>
          <p:cNvPr id="117" name="Rectangle 118"/>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Name, trigger (</a:t>
            </a:r>
            <a:r>
              <a:rPr lang="en-GB" sz="3200" b="0" strike="sngStrike" dirty="0">
                <a:solidFill>
                  <a:srgbClr val="222222"/>
                </a:solidFill>
              </a:rPr>
              <a:t>description)</a:t>
            </a:r>
            <a:r>
              <a:rPr lang="en-GB" sz="3200" b="0" dirty="0">
                <a:solidFill>
                  <a:srgbClr val="222222"/>
                </a:solidFill>
              </a:rPr>
              <a:t>, instructions</a:t>
            </a:r>
          </a:p>
        </p:txBody>
      </p:sp>
      <p:sp>
        <p:nvSpPr>
          <p:cNvPr id="121" name="Rectangle 122"/>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p:cNvSpPr txBox="1"/>
          <p:nvPr/>
        </p:nvSpPr>
        <p:spPr>
          <a:xfrm>
            <a:off x="920050" y="51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Procedural knowledge and how we do it here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Your AI agent loads this file in 3 stages</a:t>
            </a:r>
          </a:p>
        </p:txBody>
      </p:sp>
      <p:sp>
        <p:nvSpPr>
          <p:cNvPr id="107" name="Rectangle 108"/>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LEVEL 1</a:t>
            </a:r>
          </a:p>
        </p:txBody>
      </p:sp>
      <p:sp>
        <p:nvSpPr>
          <p:cNvPr id="111" name="TextBox 112"/>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Front matter</a:t>
            </a:r>
          </a:p>
        </p:txBody>
      </p:sp>
      <p:sp>
        <p:nvSpPr>
          <p:cNvPr id="113" name="TextBox 114"/>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name + when to use, always loaded</a:t>
            </a:r>
          </a:p>
        </p:txBody>
      </p:sp>
      <p:sp>
        <p:nvSpPr>
          <p:cNvPr id="115" name="Rectangle 116"/>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LEVEL 2</a:t>
            </a:r>
          </a:p>
        </p:txBody>
      </p:sp>
      <p:sp>
        <p:nvSpPr>
          <p:cNvPr id="121" name="TextBox 122"/>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The body</a:t>
            </a:r>
          </a:p>
        </p:txBody>
      </p:sp>
      <p:sp>
        <p:nvSpPr>
          <p:cNvPr id="123" name="TextBox 124"/>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the instructions, loaded on a match</a:t>
            </a:r>
          </a:p>
        </p:txBody>
      </p:sp>
      <p:sp>
        <p:nvSpPr>
          <p:cNvPr id="125" name="Rectangle 126"/>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LEVEL 3</a:t>
            </a:r>
          </a:p>
        </p:txBody>
      </p:sp>
      <p:sp>
        <p:nvSpPr>
          <p:cNvPr id="131" name="TextBox 132"/>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Linked files</a:t>
            </a:r>
          </a:p>
        </p:txBody>
      </p:sp>
      <p:sp>
        <p:nvSpPr>
          <p:cNvPr id="133" name="TextBox 134"/>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dirty="0">
                <a:solidFill>
                  <a:srgbClr val="555555"/>
                </a:solidFill>
              </a:rPr>
              <a:t>./s</a:t>
            </a:r>
            <a:r>
              <a:rPr lang="en-GB" sz="2200" b="0" dirty="0">
                <a:solidFill>
                  <a:srgbClr val="555555"/>
                </a:solidFill>
              </a:rPr>
              <a:t>cripts, ./references, </a:t>
            </a:r>
            <a:br>
              <a:rPr lang="en-GB" sz="2200" b="0" dirty="0">
                <a:solidFill>
                  <a:srgbClr val="555555"/>
                </a:solidFill>
              </a:rPr>
            </a:br>
            <a:r>
              <a:rPr lang="en-GB" sz="2200" b="0" dirty="0">
                <a:solidFill>
                  <a:srgbClr val="555555"/>
                </a:solidFill>
              </a:rPr>
              <a:t>on demand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The description will trigger your AI agent</a:t>
            </a:r>
          </a:p>
        </p:txBody>
      </p:sp>
      <p:sp>
        <p:nvSpPr>
          <p:cNvPr id="107" name="Rectangle 108"/>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VAGUE</a:t>
            </a:r>
          </a:p>
        </p:txBody>
      </p:sp>
      <p:sp>
        <p:nvSpPr>
          <p:cNvPr id="111" name="TextBox 112"/>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generates reports</a:t>
            </a:r>
          </a:p>
        </p:txBody>
      </p:sp>
      <p:sp>
        <p:nvSpPr>
          <p:cNvPr id="113" name="TextBox 114"/>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the agent will skip it</a:t>
            </a:r>
          </a:p>
        </p:txBody>
      </p:sp>
      <p:sp>
        <p:nvSpPr>
          <p:cNvPr id="115" name="Rectangle 116"/>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SPECIFIC</a:t>
            </a:r>
          </a:p>
        </p:txBody>
      </p:sp>
      <p:sp>
        <p:nvSpPr>
          <p:cNvPr id="121" name="TextBox 122"/>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what + when</a:t>
            </a:r>
          </a:p>
        </p:txBody>
      </p:sp>
      <p:sp>
        <p:nvSpPr>
          <p:cNvPr id="123" name="TextBox 124"/>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the job, and the phrases that mean it</a:t>
            </a:r>
          </a:p>
        </p:txBody>
      </p:sp>
      <p:sp>
        <p:nvSpPr>
          <p:cNvPr id="125" name="Rectangle 126"/>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PUSHY</a:t>
            </a:r>
          </a:p>
        </p:txBody>
      </p:sp>
      <p:sp>
        <p:nvSpPr>
          <p:cNvPr id="131" name="TextBox 132"/>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Oversell and be verbose</a:t>
            </a:r>
          </a:p>
        </p:txBody>
      </p:sp>
      <p:sp>
        <p:nvSpPr>
          <p:cNvPr id="133" name="TextBox 134"/>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models under-trigger</a:t>
            </a:r>
          </a:p>
        </p:txBody>
      </p:sp>
      <p:sp>
        <p:nvSpPr>
          <p:cNvPr id="135" name="TextBox 136"/>
          <p:cNvSpPr txBox="1"/>
          <p:nvPr/>
        </p:nvSpPr>
        <p:spPr>
          <a:xfrm>
            <a:off x="400050" y="5050000"/>
            <a:ext cx="11391900" cy="1000000"/>
          </a:xfrm>
          <a:prstGeom prst="rect">
            <a:avLst/>
          </a:prstGeom>
          <a:noFill/>
        </p:spPr>
        <p:txBody>
          <a:bodyPr wrap="square" lIns="0" tIns="0" rIns="0" bIns="0" anchor="t">
            <a:noAutofit/>
          </a:bodyPr>
          <a:lstStyle/>
          <a:p>
            <a:pPr>
              <a:lnSpc>
                <a:spcPct val="102000"/>
              </a:lnSpc>
              <a:defRPr sz="3200" b="0">
                <a:solidFill>
                  <a:srgbClr val="000000"/>
                </a:solidFill>
              </a:defRPr>
            </a:pPr>
            <a:r>
              <a:rPr lang="en-GB" sz="3200" dirty="0">
                <a:solidFill>
                  <a:srgbClr val="000000"/>
                </a:solidFill>
              </a:rPr>
              <a:t>T</a:t>
            </a:r>
            <a:r>
              <a:rPr lang="en-GB" sz="3200" b="0" dirty="0">
                <a:solidFill>
                  <a:srgbClr val="000000"/>
                </a:solidFill>
              </a:rPr>
              <a:t>he skill will not run</a:t>
            </a:r>
            <a:r>
              <a:rPr lang="en-GB" sz="3200" dirty="0">
                <a:solidFill>
                  <a:srgbClr val="000000"/>
                </a:solidFill>
              </a:rPr>
              <a:t> if the description is vague</a:t>
            </a:r>
            <a:endParaRPr lang="en-GB" sz="3200" b="0" dirty="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EEF14-5A9F-DF7C-90D4-452105D6FC5B}"/>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2EEA6349-B3E1-E016-580A-51F840767996}"/>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Demo</a:t>
            </a:r>
          </a:p>
        </p:txBody>
      </p:sp>
      <p:sp>
        <p:nvSpPr>
          <p:cNvPr id="107" name="TextBox 108">
            <a:extLst>
              <a:ext uri="{FF2B5EF4-FFF2-40B4-BE49-F238E27FC236}">
                <a16:creationId xmlns:a16="http://schemas.microsoft.com/office/drawing/2014/main" id="{26805E1F-9422-24B3-E43E-7E3A12E38448}"/>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02</a:t>
            </a:r>
          </a:p>
        </p:txBody>
      </p:sp>
      <p:sp>
        <p:nvSpPr>
          <p:cNvPr id="109" name="TextBox 110">
            <a:extLst>
              <a:ext uri="{FF2B5EF4-FFF2-40B4-BE49-F238E27FC236}">
                <a16:creationId xmlns:a16="http://schemas.microsoft.com/office/drawing/2014/main" id="{EADF7C6B-A266-C40B-473E-FF302DA8369E}"/>
              </a:ext>
            </a:extLst>
          </p:cNvPr>
          <p:cNvSpPr txBox="1"/>
          <p:nvPr/>
        </p:nvSpPr>
        <p:spPr>
          <a:xfrm>
            <a:off x="2800050" y="1860000"/>
            <a:ext cx="8000000" cy="720000"/>
          </a:xfrm>
          <a:prstGeom prst="rect">
            <a:avLst/>
          </a:prstGeom>
          <a:noFill/>
        </p:spPr>
        <p:txBody>
          <a:bodyPr wrap="square" lIns="0" tIns="0" rIns="0" bIns="0" anchor="t">
            <a:noAutofit/>
          </a:bodyPr>
          <a:lstStyle/>
          <a:p>
            <a:pPr>
              <a:defRPr sz="4000" b="0">
                <a:solidFill>
                  <a:srgbClr val="000000"/>
                </a:solidFill>
              </a:defRPr>
            </a:pPr>
            <a:r>
              <a:rPr lang="en-GB" sz="4000" dirty="0">
                <a:solidFill>
                  <a:srgbClr val="000000"/>
                </a:solidFill>
              </a:rPr>
              <a:t>Agent skills</a:t>
            </a:r>
          </a:p>
        </p:txBody>
      </p:sp>
      <p:sp>
        <p:nvSpPr>
          <p:cNvPr id="111" name="Rectangle 112">
            <a:extLst>
              <a:ext uri="{FF2B5EF4-FFF2-40B4-BE49-F238E27FC236}">
                <a16:creationId xmlns:a16="http://schemas.microsoft.com/office/drawing/2014/main" id="{5AFD8BCB-B06A-C87D-0AEA-18573D8907C5}"/>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2137370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Treat a skill like a dependency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D6D89-7A21-192E-685D-565A1D057D07}"/>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73383F50-2008-C099-698E-487168EEE5E7}"/>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Treat a skill like a dependency</a:t>
            </a:r>
          </a:p>
        </p:txBody>
      </p:sp>
      <p:sp>
        <p:nvSpPr>
          <p:cNvPr id="107" name="TextBox 108">
            <a:extLst>
              <a:ext uri="{FF2B5EF4-FFF2-40B4-BE49-F238E27FC236}">
                <a16:creationId xmlns:a16="http://schemas.microsoft.com/office/drawing/2014/main" id="{CE2FDB59-45BE-5EC9-C72E-0300754E0540}"/>
              </a:ext>
            </a:extLst>
          </p:cNvPr>
          <p:cNvSpPr txBox="1"/>
          <p:nvPr/>
        </p:nvSpPr>
        <p:spPr>
          <a:xfrm>
            <a:off x="400050" y="1850000"/>
            <a:ext cx="7000000" cy="2000000"/>
          </a:xfrm>
          <a:prstGeom prst="rect">
            <a:avLst/>
          </a:prstGeom>
          <a:noFill/>
        </p:spPr>
        <p:txBody>
          <a:bodyPr wrap="square" lIns="0" tIns="0" rIns="0" bIns="0" anchor="t">
            <a:noAutofit/>
          </a:bodyPr>
          <a:lstStyle/>
          <a:p>
            <a:pPr algn="l">
              <a:lnSpc>
                <a:spcPct val="95000"/>
              </a:lnSpc>
              <a:buNone/>
              <a:defRPr sz="12000" b="1">
                <a:solidFill>
                  <a:srgbClr val="000000"/>
                </a:solidFill>
              </a:defRPr>
            </a:pPr>
            <a:r>
              <a:rPr lang="en-GB" sz="12000" b="1" dirty="0">
                <a:solidFill>
                  <a:srgbClr val="000000"/>
                </a:solidFill>
              </a:rPr>
              <a:t>35%</a:t>
            </a:r>
          </a:p>
        </p:txBody>
      </p:sp>
      <p:sp>
        <p:nvSpPr>
          <p:cNvPr id="109" name="Rectangle 110">
            <a:extLst>
              <a:ext uri="{FF2B5EF4-FFF2-40B4-BE49-F238E27FC236}">
                <a16:creationId xmlns:a16="http://schemas.microsoft.com/office/drawing/2014/main" id="{E685D3CB-B71D-6392-7C70-FA7C0FCCF99C}"/>
              </a:ext>
            </a:extLst>
          </p:cNvPr>
          <p:cNvSpPr>
            <a:spLocks noGrp="1"/>
          </p:cNvSpPr>
          <p:nvPr/>
        </p:nvSpPr>
        <p:spPr>
          <a:xfrm>
            <a:off x="400050" y="4020000"/>
            <a:ext cx="3600000" cy="76200"/>
          </a:xfrm>
          <a:prstGeom prst="rect">
            <a:avLst/>
          </a:prstGeom>
          <a:solidFill>
            <a:srgbClr val="FF6B35"/>
          </a:solidFill>
          <a:ln w="0">
            <a:noFill/>
            <a:prstDash val="solid"/>
          </a:ln>
        </p:spPr>
        <p:txBody>
          <a:bodyPr/>
          <a:lstStyle/>
          <a:p>
            <a:endParaRPr lang="en-GB"/>
          </a:p>
        </p:txBody>
      </p:sp>
      <p:sp>
        <p:nvSpPr>
          <p:cNvPr id="111" name="TextBox 112">
            <a:extLst>
              <a:ext uri="{FF2B5EF4-FFF2-40B4-BE49-F238E27FC236}">
                <a16:creationId xmlns:a16="http://schemas.microsoft.com/office/drawing/2014/main" id="{E2CF64B1-C7B8-0B5A-BA63-0670C3748759}"/>
              </a:ext>
            </a:extLst>
          </p:cNvPr>
          <p:cNvSpPr txBox="1"/>
          <p:nvPr/>
        </p:nvSpPr>
        <p:spPr>
          <a:xfrm>
            <a:off x="400050" y="4320000"/>
            <a:ext cx="10200000" cy="1100000"/>
          </a:xfrm>
          <a:prstGeom prst="rect">
            <a:avLst/>
          </a:prstGeom>
          <a:noFill/>
        </p:spPr>
        <p:txBody>
          <a:bodyPr wrap="square" lIns="0" tIns="0" rIns="0" bIns="0" anchor="t">
            <a:noAutofit/>
          </a:bodyPr>
          <a:lstStyle/>
          <a:p>
            <a:pPr algn="l">
              <a:lnSpc>
                <a:spcPct val="104000"/>
              </a:lnSpc>
              <a:buNone/>
              <a:defRPr sz="3200" b="0">
                <a:solidFill>
                  <a:srgbClr val="222222"/>
                </a:solidFill>
              </a:defRPr>
            </a:pPr>
            <a:r>
              <a:rPr lang="en-GB" sz="3200" b="0" dirty="0">
                <a:solidFill>
                  <a:srgbClr val="222222"/>
                </a:solidFill>
              </a:rPr>
              <a:t>Less than </a:t>
            </a:r>
            <a:r>
              <a:rPr lang="en-GB" sz="3200" dirty="0">
                <a:solidFill>
                  <a:srgbClr val="222222"/>
                </a:solidFill>
              </a:rPr>
              <a:t>4000 </a:t>
            </a:r>
            <a:r>
              <a:rPr lang="en-GB" sz="3200" b="0" dirty="0">
                <a:solidFill>
                  <a:srgbClr val="222222"/>
                </a:solidFill>
              </a:rPr>
              <a:t>public skills had a security flaw</a:t>
            </a:r>
          </a:p>
        </p:txBody>
      </p:sp>
    </p:spTree>
    <p:extLst>
      <p:ext uri="{BB962C8B-B14F-4D97-AF65-F5344CB8AC3E}">
        <p14:creationId xmlns:p14="http://schemas.microsoft.com/office/powerpoint/2010/main" val="513723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Update AGENTS, Delete some of your skills</a:t>
            </a:r>
          </a:p>
        </p:txBody>
      </p:sp>
      <p:sp>
        <p:nvSpPr>
          <p:cNvPr id="107" name="Rectangle 108"/>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09" name="TextBox 110"/>
          <p:cNvSpPr txBox="1"/>
          <p:nvPr/>
        </p:nvSpPr>
        <p:spPr>
          <a:xfrm>
            <a:off x="6858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DELETE</a:t>
            </a:r>
          </a:p>
        </p:txBody>
      </p:sp>
      <p:sp>
        <p:nvSpPr>
          <p:cNvPr id="111" name="TextBox 112"/>
          <p:cNvSpPr txBox="1"/>
          <p:nvPr/>
        </p:nvSpPr>
        <p:spPr>
          <a:xfrm>
            <a:off x="6858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Every six months</a:t>
            </a:r>
          </a:p>
        </p:txBody>
      </p:sp>
      <p:sp>
        <p:nvSpPr>
          <p:cNvPr id="113" name="TextBox 114"/>
          <p:cNvSpPr txBox="1"/>
          <p:nvPr/>
        </p:nvSpPr>
        <p:spPr>
          <a:xfrm>
            <a:off x="6858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AGENTS.md and the whole skills folder</a:t>
            </a:r>
          </a:p>
        </p:txBody>
      </p:sp>
      <p:sp>
        <p:nvSpPr>
          <p:cNvPr id="115" name="Rectangle 116"/>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17" name="Rectangle 118"/>
          <p:cNvSpPr>
            <a:spLocks noGrp="1"/>
          </p:cNvSpPr>
          <p:nvPr/>
        </p:nvSpPr>
        <p:spPr>
          <a:xfrm>
            <a:off x="4095750" y="3280950"/>
            <a:ext cx="133350" cy="38100"/>
          </a:xfrm>
          <a:prstGeom prst="rect">
            <a:avLst/>
          </a:prstGeom>
          <a:solidFill>
            <a:srgbClr val="FF6B35"/>
          </a:solidFill>
          <a:ln w="0">
            <a:noFill/>
            <a:prstDash val="solid"/>
          </a:ln>
        </p:spPr>
        <p:txBody>
          <a:bodyPr/>
          <a:lstStyle/>
          <a:p>
            <a:endParaRPr lang="en-GB"/>
          </a:p>
        </p:txBody>
      </p:sp>
      <p:sp>
        <p:nvSpPr>
          <p:cNvPr id="119" name="TextBox 120"/>
          <p:cNvSpPr txBox="1"/>
          <p:nvPr/>
        </p:nvSpPr>
        <p:spPr>
          <a:xfrm>
            <a:off x="455295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USE</a:t>
            </a:r>
          </a:p>
        </p:txBody>
      </p:sp>
      <p:sp>
        <p:nvSpPr>
          <p:cNvPr id="121" name="TextBox 122"/>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Run it bare</a:t>
            </a:r>
          </a:p>
        </p:txBody>
      </p:sp>
      <p:sp>
        <p:nvSpPr>
          <p:cNvPr id="123" name="TextBox 124"/>
          <p:cNvSpPr txBox="1"/>
          <p:nvPr/>
        </p:nvSpPr>
        <p:spPr>
          <a:xfrm>
            <a:off x="455295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watch where the new model really fails</a:t>
            </a:r>
          </a:p>
        </p:txBody>
      </p:sp>
      <p:sp>
        <p:nvSpPr>
          <p:cNvPr id="125" name="Rectangle 126"/>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27" name="Rectangle 128"/>
          <p:cNvSpPr>
            <a:spLocks noGrp="1"/>
          </p:cNvSpPr>
          <p:nvPr/>
        </p:nvSpPr>
        <p:spPr>
          <a:xfrm>
            <a:off x="7962900" y="3280950"/>
            <a:ext cx="133350" cy="38100"/>
          </a:xfrm>
          <a:prstGeom prst="rect">
            <a:avLst/>
          </a:prstGeom>
          <a:solidFill>
            <a:srgbClr val="FF6B35"/>
          </a:solidFill>
          <a:ln w="0">
            <a:noFill/>
            <a:prstDash val="solid"/>
          </a:ln>
        </p:spPr>
        <p:txBody>
          <a:bodyPr/>
          <a:lstStyle/>
          <a:p>
            <a:endParaRPr lang="en-GB"/>
          </a:p>
        </p:txBody>
      </p:sp>
      <p:sp>
        <p:nvSpPr>
          <p:cNvPr id="129" name="TextBox 130"/>
          <p:cNvSpPr txBox="1"/>
          <p:nvPr/>
        </p:nvSpPr>
        <p:spPr>
          <a:xfrm>
            <a:off x="8420100" y="2135750"/>
            <a:ext cx="3086100" cy="340000"/>
          </a:xfrm>
          <a:prstGeom prst="rect">
            <a:avLst/>
          </a:prstGeom>
          <a:noFill/>
        </p:spPr>
        <p:txBody>
          <a:bodyPr wrap="square" lIns="0" tIns="0" rIns="0" bIns="0" anchor="t">
            <a:noAutofit/>
          </a:bodyPr>
          <a:lstStyle/>
          <a:p>
            <a:pPr algn="l">
              <a:buNone/>
              <a:defRPr sz="2000" b="1">
                <a:solidFill>
                  <a:srgbClr val="000000"/>
                </a:solidFill>
              </a:defRPr>
            </a:pPr>
            <a:r>
              <a:rPr lang="en-GB" sz="2000" b="1" dirty="0">
                <a:solidFill>
                  <a:srgbClr val="000000"/>
                </a:solidFill>
              </a:rPr>
              <a:t>RE-ADD</a:t>
            </a:r>
          </a:p>
        </p:txBody>
      </p:sp>
      <p:sp>
        <p:nvSpPr>
          <p:cNvPr id="131" name="TextBox 132"/>
          <p:cNvSpPr txBox="1"/>
          <p:nvPr/>
        </p:nvSpPr>
        <p:spPr>
          <a:xfrm>
            <a:off x="842010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Only proven needs</a:t>
            </a:r>
          </a:p>
        </p:txBody>
      </p:sp>
      <p:sp>
        <p:nvSpPr>
          <p:cNvPr id="133" name="TextBox 134"/>
          <p:cNvSpPr txBox="1"/>
          <p:nvPr/>
        </p:nvSpPr>
        <p:spPr>
          <a:xfrm>
            <a:off x="8420100" y="3695750"/>
            <a:ext cx="3086100" cy="768500"/>
          </a:xfrm>
          <a:prstGeom prst="rect">
            <a:avLst/>
          </a:prstGeom>
          <a:noFill/>
        </p:spPr>
        <p:txBody>
          <a:bodyPr wrap="square" lIns="0" tIns="0" rIns="0" bIns="0" anchor="t">
            <a:noAutofit/>
          </a:bodyPr>
          <a:lstStyle/>
          <a:p>
            <a:pPr algn="l">
              <a:lnSpc>
                <a:spcPct val="105000"/>
              </a:lnSpc>
              <a:buNone/>
              <a:defRPr sz="2200" b="0">
                <a:solidFill>
                  <a:srgbClr val="555555"/>
                </a:solidFill>
              </a:defRPr>
            </a:pPr>
            <a:r>
              <a:rPr lang="en-GB" sz="2200" b="0" dirty="0">
                <a:solidFill>
                  <a:srgbClr val="555555"/>
                </a:solidFill>
              </a:rPr>
              <a:t>repeatedly, not once</a:t>
            </a:r>
          </a:p>
        </p:txBody>
      </p:sp>
      <p:sp>
        <p:nvSpPr>
          <p:cNvPr id="135" name="TextBox 136"/>
          <p:cNvSpPr txBox="1"/>
          <p:nvPr/>
        </p:nvSpPr>
        <p:spPr>
          <a:xfrm>
            <a:off x="400050" y="5050000"/>
            <a:ext cx="11391900" cy="1000000"/>
          </a:xfrm>
          <a:prstGeom prst="rect">
            <a:avLst/>
          </a:prstGeom>
          <a:noFill/>
        </p:spPr>
        <p:txBody>
          <a:bodyPr wrap="square" lIns="0" tIns="0" rIns="0" bIns="0" anchor="t">
            <a:noAutofit/>
          </a:bodyPr>
          <a:lstStyle/>
          <a:p>
            <a:r>
              <a:rPr lang="en-GB" sz="2800" i="1" dirty="0">
                <a:solidFill>
                  <a:schemeClr val="bg1">
                    <a:lumMod val="50000"/>
                  </a:schemeClr>
                </a:solidFill>
              </a:rPr>
              <a:t>Boris Cherny, who built Claude Code, said this at YC Startup School and he did not hedge it: delete your skills. 27 Jul 2026</a:t>
            </a:r>
          </a:p>
        </p:txBody>
      </p:sp>
    </p:spTree>
    <p:extLst>
      <p:ext uri="{BB962C8B-B14F-4D97-AF65-F5344CB8AC3E}">
        <p14:creationId xmlns:p14="http://schemas.microsoft.com/office/powerpoint/2010/main" val="995207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D346D9-0B80-A575-95E3-9D83C1CD7DEC}"/>
              </a:ext>
            </a:extLst>
          </p:cNvPr>
          <p:cNvPicPr>
            <a:picLocks noChangeAspect="1"/>
          </p:cNvPicPr>
          <p:nvPr/>
        </p:nvPicPr>
        <p:blipFill>
          <a:blip r:embed="rId3"/>
          <a:stretch>
            <a:fillRect/>
          </a:stretch>
        </p:blipFill>
        <p:spPr>
          <a:xfrm>
            <a:off x="186267" y="0"/>
            <a:ext cx="11819466" cy="6864315"/>
          </a:xfrm>
          <a:prstGeom prst="rect">
            <a:avLst/>
          </a:prstGeom>
        </p:spPr>
      </p:pic>
    </p:spTree>
    <p:extLst>
      <p:ext uri="{BB962C8B-B14F-4D97-AF65-F5344CB8AC3E}">
        <p14:creationId xmlns:p14="http://schemas.microsoft.com/office/powerpoint/2010/main" val="623378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330CB-A6BA-C5D0-CBDA-63A407D51615}"/>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C32E8ACF-328D-2B7E-7948-E512E5F87B83}"/>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0A1F2F4B-B9A6-7E55-E23E-5BBBFC20BCA5}"/>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AADDC240-1D0A-765F-DE3A-7C25ED69000F}"/>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975927C6-F398-4D35-720A-46FC8A18E10F}"/>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373317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70ED7-C88C-ED0A-271A-89F4480A7F7E}"/>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A75937DA-E2C1-C805-AEA1-7AD52BFE77F0}"/>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F739DFAB-8541-FBE8-E8EA-164120A104F9}"/>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159BDD44-45A3-7CF7-E09A-E7C429100873}"/>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A247A11A-0C8D-E082-13D9-3C87DD04D09A}"/>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a:extLst>
              <a:ext uri="{FF2B5EF4-FFF2-40B4-BE49-F238E27FC236}">
                <a16:creationId xmlns:a16="http://schemas.microsoft.com/office/drawing/2014/main" id="{AAB6E7DA-61B9-C9C4-B09E-A3431070774B}"/>
              </a:ext>
            </a:extLst>
          </p:cNvPr>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a:extLst>
              <a:ext uri="{FF2B5EF4-FFF2-40B4-BE49-F238E27FC236}">
                <a16:creationId xmlns:a16="http://schemas.microsoft.com/office/drawing/2014/main" id="{6DBF8DCD-3649-0C4D-E71C-16D3936695D1}"/>
              </a:ext>
            </a:extLst>
          </p:cNvPr>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Client asks what tools exist, before calling one</a:t>
            </a:r>
          </a:p>
        </p:txBody>
      </p:sp>
    </p:spTree>
    <p:extLst>
      <p:ext uri="{BB962C8B-B14F-4D97-AF65-F5344CB8AC3E}">
        <p14:creationId xmlns:p14="http://schemas.microsoft.com/office/powerpoint/2010/main" val="428420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0C3E-11FE-B91D-EEB2-7264BB3C62CC}"/>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68C920E3-6832-A930-ACE0-4F644AD2696B}"/>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2F587D45-56BE-7674-A2C8-387DBE76E3EC}"/>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2B4BADCD-AD6F-D64A-2855-6E0402C4DCFB}"/>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1DBC2C2E-F3DE-ED8F-FEBA-FDAE6EE7E7B2}"/>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a:extLst>
              <a:ext uri="{FF2B5EF4-FFF2-40B4-BE49-F238E27FC236}">
                <a16:creationId xmlns:a16="http://schemas.microsoft.com/office/drawing/2014/main" id="{6EC987E3-3F28-EF5A-D098-B50E5AD33DDE}"/>
              </a:ext>
            </a:extLst>
          </p:cNvPr>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a:extLst>
              <a:ext uri="{FF2B5EF4-FFF2-40B4-BE49-F238E27FC236}">
                <a16:creationId xmlns:a16="http://schemas.microsoft.com/office/drawing/2014/main" id="{3ACBB8AA-D305-60E7-EB5B-48BDE8849C7A}"/>
              </a:ext>
            </a:extLst>
          </p:cNvPr>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Client asks what tools exist</a:t>
            </a:r>
            <a:r>
              <a:rPr lang="en-GB" sz="3200" dirty="0">
                <a:solidFill>
                  <a:srgbClr val="222222"/>
                </a:solidFill>
              </a:rPr>
              <a:t> </a:t>
            </a:r>
            <a:r>
              <a:rPr lang="en-GB" sz="3200" b="0" dirty="0">
                <a:solidFill>
                  <a:srgbClr val="222222"/>
                </a:solidFill>
              </a:rPr>
              <a:t>before sending requests</a:t>
            </a:r>
          </a:p>
        </p:txBody>
      </p:sp>
      <p:sp>
        <p:nvSpPr>
          <p:cNvPr id="117" name="Rectangle 118">
            <a:extLst>
              <a:ext uri="{FF2B5EF4-FFF2-40B4-BE49-F238E27FC236}">
                <a16:creationId xmlns:a16="http://schemas.microsoft.com/office/drawing/2014/main" id="{38DFC030-7F90-5AA0-2CF0-93D00A5189BD}"/>
              </a:ext>
            </a:extLst>
          </p:cNvPr>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F81C9E4B-501F-8F4D-6F1F-015B6EB4B923}"/>
              </a:ext>
            </a:extLst>
          </p:cNvPr>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Protocol is </a:t>
            </a:r>
            <a:r>
              <a:rPr lang="en-GB" sz="3200" dirty="0">
                <a:solidFill>
                  <a:srgbClr val="222222"/>
                </a:solidFill>
              </a:rPr>
              <a:t>JSON-RPC 2.0</a:t>
            </a:r>
            <a:endParaRPr lang="en-GB" sz="3200" b="0" dirty="0">
              <a:solidFill>
                <a:srgbClr val="222222"/>
              </a:solidFill>
            </a:endParaRPr>
          </a:p>
        </p:txBody>
      </p:sp>
    </p:spTree>
    <p:extLst>
      <p:ext uri="{BB962C8B-B14F-4D97-AF65-F5344CB8AC3E}">
        <p14:creationId xmlns:p14="http://schemas.microsoft.com/office/powerpoint/2010/main" val="129580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EC0B4-7E0C-56C8-5BB4-538AF2E8F5ED}"/>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01D1C9F6-1CF2-EF2C-A198-03FC91160043}"/>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MCP gives every tool one interface</a:t>
            </a:r>
          </a:p>
        </p:txBody>
      </p:sp>
      <p:sp>
        <p:nvSpPr>
          <p:cNvPr id="107" name="TextBox 108">
            <a:extLst>
              <a:ext uri="{FF2B5EF4-FFF2-40B4-BE49-F238E27FC236}">
                <a16:creationId xmlns:a16="http://schemas.microsoft.com/office/drawing/2014/main" id="{82874C93-06D7-D19F-FCF2-4B5E18C6F8D3}"/>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D1AA95F5-82C8-9329-E0FC-F52EE268C523}"/>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35B0C119-CCB0-4B52-E08D-671EED6728D3}"/>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a:extLst>
              <a:ext uri="{FF2B5EF4-FFF2-40B4-BE49-F238E27FC236}">
                <a16:creationId xmlns:a16="http://schemas.microsoft.com/office/drawing/2014/main" id="{45FB918E-D9AF-7EBF-5FFE-F6219C187035}"/>
              </a:ext>
            </a:extLst>
          </p:cNvPr>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a:extLst>
              <a:ext uri="{FF2B5EF4-FFF2-40B4-BE49-F238E27FC236}">
                <a16:creationId xmlns:a16="http://schemas.microsoft.com/office/drawing/2014/main" id="{33816227-EFEE-8542-93A3-6170ABDD8899}"/>
              </a:ext>
            </a:extLst>
          </p:cNvPr>
          <p:cNvSpPr txBox="1"/>
          <p:nvPr/>
        </p:nvSpPr>
        <p:spPr>
          <a:xfrm>
            <a:off x="920050" y="3250000"/>
            <a:ext cx="10871900" cy="830000"/>
          </a:xfrm>
          <a:prstGeom prst="rect">
            <a:avLst/>
          </a:prstGeom>
          <a:noFill/>
        </p:spPr>
        <p:txBody>
          <a:bodyPr wrap="square" lIns="0" tIns="0" rIns="0" bIns="0" anchor="t">
            <a:noAutofit/>
          </a:bodyPr>
          <a:lstStyle/>
          <a:p>
            <a:pPr>
              <a:lnSpc>
                <a:spcPct val="102000"/>
              </a:lnSpc>
              <a:defRPr sz="3200" b="0">
                <a:solidFill>
                  <a:srgbClr val="222222"/>
                </a:solidFill>
              </a:defRPr>
            </a:pPr>
            <a:r>
              <a:rPr lang="en-GB" sz="3200" dirty="0">
                <a:solidFill>
                  <a:srgbClr val="222222"/>
                </a:solidFill>
              </a:rPr>
              <a:t>Client asks what tools exist before sending requests</a:t>
            </a:r>
          </a:p>
        </p:txBody>
      </p:sp>
      <p:sp>
        <p:nvSpPr>
          <p:cNvPr id="117" name="Rectangle 118">
            <a:extLst>
              <a:ext uri="{FF2B5EF4-FFF2-40B4-BE49-F238E27FC236}">
                <a16:creationId xmlns:a16="http://schemas.microsoft.com/office/drawing/2014/main" id="{B9367D4B-9E23-AD2E-AD3A-ABE72582D917}"/>
              </a:ext>
            </a:extLst>
          </p:cNvPr>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a:extLst>
              <a:ext uri="{FF2B5EF4-FFF2-40B4-BE49-F238E27FC236}">
                <a16:creationId xmlns:a16="http://schemas.microsoft.com/office/drawing/2014/main" id="{7536B2B4-4672-9338-07A4-ECF71B9BD390}"/>
              </a:ext>
            </a:extLst>
          </p:cNvPr>
          <p:cNvSpPr txBox="1"/>
          <p:nvPr/>
        </p:nvSpPr>
        <p:spPr>
          <a:xfrm>
            <a:off x="920050" y="4200000"/>
            <a:ext cx="10871900" cy="830000"/>
          </a:xfrm>
          <a:prstGeom prst="rect">
            <a:avLst/>
          </a:prstGeom>
          <a:noFill/>
        </p:spPr>
        <p:txBody>
          <a:bodyPr wrap="square" lIns="0" tIns="0" rIns="0" bIns="0" anchor="t">
            <a:noAutofit/>
          </a:bodyPr>
          <a:lstStyle/>
          <a:p>
            <a:pPr>
              <a:lnSpc>
                <a:spcPct val="102000"/>
              </a:lnSpc>
              <a:defRPr sz="3200" b="0">
                <a:solidFill>
                  <a:srgbClr val="222222"/>
                </a:solidFill>
              </a:defRPr>
            </a:pPr>
            <a:r>
              <a:rPr lang="en-GB" sz="3200" dirty="0">
                <a:solidFill>
                  <a:srgbClr val="222222"/>
                </a:solidFill>
              </a:rPr>
              <a:t>Protocol is the envelope</a:t>
            </a:r>
          </a:p>
        </p:txBody>
      </p:sp>
      <p:sp>
        <p:nvSpPr>
          <p:cNvPr id="121" name="Rectangle 122">
            <a:extLst>
              <a:ext uri="{FF2B5EF4-FFF2-40B4-BE49-F238E27FC236}">
                <a16:creationId xmlns:a16="http://schemas.microsoft.com/office/drawing/2014/main" id="{37E033DB-5C34-4327-DB0B-40CEFF837625}"/>
              </a:ext>
            </a:extLst>
          </p:cNvPr>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a:extLst>
              <a:ext uri="{FF2B5EF4-FFF2-40B4-BE49-F238E27FC236}">
                <a16:creationId xmlns:a16="http://schemas.microsoft.com/office/drawing/2014/main" id="{AF129717-8BC0-2A4B-2013-ECB34F67DF43}"/>
              </a:ext>
            </a:extLst>
          </p:cNvPr>
          <p:cNvSpPr txBox="1"/>
          <p:nvPr/>
        </p:nvSpPr>
        <p:spPr>
          <a:xfrm>
            <a:off x="920050" y="5150000"/>
            <a:ext cx="10871900" cy="830000"/>
          </a:xfrm>
          <a:prstGeom prst="rect">
            <a:avLst/>
          </a:prstGeom>
          <a:noFill/>
        </p:spPr>
        <p:txBody>
          <a:bodyPr wrap="square" lIns="0" tIns="0" rIns="0" bIns="0" anchor="t">
            <a:noAutofit/>
          </a:bodyPr>
          <a:lstStyle/>
          <a:p>
            <a:pPr>
              <a:lnSpc>
                <a:spcPct val="102000"/>
              </a:lnSpc>
              <a:defRPr sz="3200" b="0">
                <a:solidFill>
                  <a:srgbClr val="222222"/>
                </a:solidFill>
              </a:defRPr>
            </a:pPr>
            <a:r>
              <a:rPr lang="en-US" sz="3200" dirty="0">
                <a:solidFill>
                  <a:srgbClr val="222222"/>
                </a:solidFill>
              </a:rPr>
              <a:t>Server listens for requests from the client</a:t>
            </a:r>
            <a:endParaRPr lang="en-GB" sz="3200" b="0" dirty="0">
              <a:solidFill>
                <a:srgbClr val="222222"/>
              </a:solidFill>
            </a:endParaRPr>
          </a:p>
        </p:txBody>
      </p:sp>
    </p:spTree>
    <p:extLst>
      <p:ext uri="{BB962C8B-B14F-4D97-AF65-F5344CB8AC3E}">
        <p14:creationId xmlns:p14="http://schemas.microsoft.com/office/powerpoint/2010/main" val="1244367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622C7F-DAFF-5F8A-3CC0-85F3ACD92C12}"/>
              </a:ext>
            </a:extLst>
          </p:cNvPr>
          <p:cNvPicPr>
            <a:picLocks noChangeAspect="1"/>
          </p:cNvPicPr>
          <p:nvPr/>
        </p:nvPicPr>
        <p:blipFill>
          <a:blip r:embed="rId3"/>
          <a:stretch>
            <a:fillRect/>
          </a:stretch>
        </p:blipFill>
        <p:spPr>
          <a:xfrm>
            <a:off x="95249" y="1"/>
            <a:ext cx="12001499" cy="6858000"/>
          </a:xfrm>
          <a:prstGeom prst="rect">
            <a:avLst/>
          </a:prstGeom>
        </p:spPr>
      </p:pic>
    </p:spTree>
    <p:extLst>
      <p:ext uri="{BB962C8B-B14F-4D97-AF65-F5344CB8AC3E}">
        <p14:creationId xmlns:p14="http://schemas.microsoft.com/office/powerpoint/2010/main" val="4168884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22163-6856-8EBF-89BC-945AA8736F19}"/>
            </a:ext>
          </a:extLst>
        </p:cNvPr>
        <p:cNvGrpSpPr/>
        <p:nvPr/>
      </p:nvGrpSpPr>
      <p:grpSpPr>
        <a:xfrm>
          <a:off x="0" y="0"/>
          <a:ext cx="0" cy="0"/>
          <a:chOff x="0" y="0"/>
          <a:chExt cx="0" cy="0"/>
        </a:xfrm>
      </p:grpSpPr>
      <p:sp>
        <p:nvSpPr>
          <p:cNvPr id="101" name="TextBox 102">
            <a:extLst>
              <a:ext uri="{FF2B5EF4-FFF2-40B4-BE49-F238E27FC236}">
                <a16:creationId xmlns:a16="http://schemas.microsoft.com/office/drawing/2014/main" id="{184E3D85-0A3F-400D-DB14-12AA93E351F0}"/>
              </a:ext>
            </a:extLst>
          </p:cNvPr>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Demo</a:t>
            </a:r>
          </a:p>
        </p:txBody>
      </p:sp>
      <p:sp>
        <p:nvSpPr>
          <p:cNvPr id="107" name="TextBox 108">
            <a:extLst>
              <a:ext uri="{FF2B5EF4-FFF2-40B4-BE49-F238E27FC236}">
                <a16:creationId xmlns:a16="http://schemas.microsoft.com/office/drawing/2014/main" id="{B0BD81CB-F8CD-921A-7731-4B49194D1E2B}"/>
              </a:ext>
            </a:extLst>
          </p:cNvPr>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03</a:t>
            </a:r>
          </a:p>
        </p:txBody>
      </p:sp>
      <p:sp>
        <p:nvSpPr>
          <p:cNvPr id="109" name="TextBox 110">
            <a:extLst>
              <a:ext uri="{FF2B5EF4-FFF2-40B4-BE49-F238E27FC236}">
                <a16:creationId xmlns:a16="http://schemas.microsoft.com/office/drawing/2014/main" id="{D1DBFDFD-2873-F842-CF43-E8439037EF9A}"/>
              </a:ext>
            </a:extLst>
          </p:cNvPr>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MCP</a:t>
            </a:r>
          </a:p>
        </p:txBody>
      </p:sp>
      <p:sp>
        <p:nvSpPr>
          <p:cNvPr id="111" name="Rectangle 112">
            <a:extLst>
              <a:ext uri="{FF2B5EF4-FFF2-40B4-BE49-F238E27FC236}">
                <a16:creationId xmlns:a16="http://schemas.microsoft.com/office/drawing/2014/main" id="{0DA2C0BC-885D-5F7B-1C9B-7A8D28E6391D}"/>
              </a:ext>
            </a:extLst>
          </p:cNvPr>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Tree>
    <p:extLst>
      <p:ext uri="{BB962C8B-B14F-4D97-AF65-F5344CB8AC3E}">
        <p14:creationId xmlns:p14="http://schemas.microsoft.com/office/powerpoint/2010/main" val="2951359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4"/>
          <p:cNvSpPr txBox="1"/>
          <p:nvPr/>
        </p:nvSpPr>
        <p:spPr>
          <a:xfrm>
            <a:off x="400050" y="700000"/>
            <a:ext cx="11391900" cy="760000"/>
          </a:xfrm>
          <a:prstGeom prst="rect">
            <a:avLst/>
          </a:prstGeom>
          <a:noFill/>
        </p:spPr>
        <p:txBody>
          <a:bodyPr wrap="square" lIns="0" tIns="0" rIns="0" bIns="0" anchor="t">
            <a:noAutofit/>
          </a:bodyPr>
          <a:lstStyle/>
          <a:p>
            <a:pPr>
              <a:defRPr sz="4000" b="1">
                <a:solidFill>
                  <a:srgbClr val="000000"/>
                </a:solidFill>
              </a:defRPr>
            </a:pPr>
            <a:r>
              <a:rPr lang="en-GB" sz="4000" b="1" dirty="0">
                <a:solidFill>
                  <a:srgbClr val="000000"/>
                </a:solidFill>
              </a:rPr>
              <a:t>MCP s</a:t>
            </a:r>
            <a:r>
              <a:rPr lang="en-GB" sz="4000" dirty="0"/>
              <a:t>pec 2026-07-28</a:t>
            </a:r>
            <a:endParaRPr lang="en-GB" sz="4000" b="1" dirty="0">
              <a:solidFill>
                <a:srgbClr val="000000"/>
              </a:solidFill>
            </a:endParaRPr>
          </a:p>
        </p:txBody>
      </p:sp>
      <p:sp>
        <p:nvSpPr>
          <p:cNvPr id="109" name="Rectangle 110"/>
          <p:cNvSpPr>
            <a:spLocks noGrp="1"/>
          </p:cNvSpPr>
          <p:nvPr/>
        </p:nvSpPr>
        <p:spPr>
          <a:xfrm>
            <a:off x="400050" y="1850000"/>
            <a:ext cx="3657600" cy="2900000"/>
          </a:xfrm>
          <a:prstGeom prst="rect">
            <a:avLst/>
          </a:prstGeom>
          <a:solidFill>
            <a:srgbClr val="EDEDED"/>
          </a:solidFill>
          <a:ln w="0">
            <a:noFill/>
            <a:prstDash val="solid"/>
          </a:ln>
        </p:spPr>
        <p:txBody>
          <a:bodyPr/>
          <a:lstStyle/>
          <a:p>
            <a:endParaRPr lang="en-GB"/>
          </a:p>
        </p:txBody>
      </p:sp>
      <p:sp>
        <p:nvSpPr>
          <p:cNvPr id="113" name="TextBox 114"/>
          <p:cNvSpPr txBox="1"/>
          <p:nvPr/>
        </p:nvSpPr>
        <p:spPr>
          <a:xfrm>
            <a:off x="685800" y="2595750"/>
            <a:ext cx="3086100" cy="1000000"/>
          </a:xfrm>
          <a:prstGeom prst="rect">
            <a:avLst/>
          </a:prstGeom>
          <a:noFill/>
        </p:spPr>
        <p:txBody>
          <a:bodyPr wrap="square" lIns="0" tIns="0" rIns="0" bIns="0" anchor="t">
            <a:noAutofit/>
          </a:bodyPr>
          <a:lstStyle/>
          <a:p>
            <a:pPr>
              <a:lnSpc>
                <a:spcPct val="102000"/>
              </a:lnSpc>
              <a:defRPr sz="3200" b="0">
                <a:solidFill>
                  <a:srgbClr val="000000"/>
                </a:solidFill>
              </a:defRPr>
            </a:pPr>
            <a:r>
              <a:rPr lang="en-GB" sz="3200">
                <a:solidFill>
                  <a:srgbClr val="000000"/>
                </a:solidFill>
              </a:rPr>
              <a:t>Security improvements</a:t>
            </a:r>
            <a:endParaRPr lang="en-GB" sz="3200" b="0" dirty="0">
              <a:solidFill>
                <a:srgbClr val="000000"/>
              </a:solidFill>
            </a:endParaRPr>
          </a:p>
        </p:txBody>
      </p:sp>
      <p:sp>
        <p:nvSpPr>
          <p:cNvPr id="117" name="Rectangle 118"/>
          <p:cNvSpPr>
            <a:spLocks noGrp="1"/>
          </p:cNvSpPr>
          <p:nvPr/>
        </p:nvSpPr>
        <p:spPr>
          <a:xfrm>
            <a:off x="4267200" y="1850000"/>
            <a:ext cx="3657600" cy="2900000"/>
          </a:xfrm>
          <a:prstGeom prst="rect">
            <a:avLst/>
          </a:prstGeom>
          <a:solidFill>
            <a:srgbClr val="F7F7F7"/>
          </a:solidFill>
          <a:ln w="0">
            <a:noFill/>
            <a:prstDash val="solid"/>
          </a:ln>
        </p:spPr>
        <p:txBody>
          <a:bodyPr/>
          <a:lstStyle/>
          <a:p>
            <a:endParaRPr lang="en-GB"/>
          </a:p>
        </p:txBody>
      </p:sp>
      <p:sp>
        <p:nvSpPr>
          <p:cNvPr id="123" name="TextBox 124"/>
          <p:cNvSpPr txBox="1"/>
          <p:nvPr/>
        </p:nvSpPr>
        <p:spPr>
          <a:xfrm>
            <a:off x="4552950" y="2595750"/>
            <a:ext cx="3086100" cy="1000000"/>
          </a:xfrm>
          <a:prstGeom prst="rect">
            <a:avLst/>
          </a:prstGeom>
          <a:noFill/>
        </p:spPr>
        <p:txBody>
          <a:bodyPr wrap="square" lIns="0" tIns="0" rIns="0" bIns="0" anchor="t">
            <a:noAutofit/>
          </a:bodyPr>
          <a:lstStyle/>
          <a:p>
            <a:pPr algn="l">
              <a:lnSpc>
                <a:spcPct val="102000"/>
              </a:lnSpc>
              <a:buNone/>
              <a:defRPr sz="3200" b="0">
                <a:solidFill>
                  <a:srgbClr val="000000"/>
                </a:solidFill>
              </a:defRPr>
            </a:pPr>
            <a:r>
              <a:rPr lang="en-GB" sz="3200" b="0" dirty="0">
                <a:solidFill>
                  <a:srgbClr val="000000"/>
                </a:solidFill>
              </a:rPr>
              <a:t>Cacheable</a:t>
            </a:r>
          </a:p>
        </p:txBody>
      </p:sp>
      <p:sp>
        <p:nvSpPr>
          <p:cNvPr id="127" name="Rectangle 128"/>
          <p:cNvSpPr>
            <a:spLocks noGrp="1"/>
          </p:cNvSpPr>
          <p:nvPr/>
        </p:nvSpPr>
        <p:spPr>
          <a:xfrm>
            <a:off x="8134350" y="1850000"/>
            <a:ext cx="3657600" cy="2900000"/>
          </a:xfrm>
          <a:prstGeom prst="rect">
            <a:avLst/>
          </a:prstGeom>
          <a:solidFill>
            <a:srgbClr val="EDEDED"/>
          </a:solidFill>
          <a:ln w="0">
            <a:noFill/>
            <a:prstDash val="solid"/>
          </a:ln>
        </p:spPr>
        <p:txBody>
          <a:bodyPr/>
          <a:lstStyle/>
          <a:p>
            <a:endParaRPr lang="en-GB"/>
          </a:p>
        </p:txBody>
      </p:sp>
      <p:sp>
        <p:nvSpPr>
          <p:cNvPr id="133" name="TextBox 134"/>
          <p:cNvSpPr txBox="1"/>
          <p:nvPr/>
        </p:nvSpPr>
        <p:spPr>
          <a:xfrm>
            <a:off x="8420100" y="2595750"/>
            <a:ext cx="3086100" cy="1000000"/>
          </a:xfrm>
          <a:prstGeom prst="rect">
            <a:avLst/>
          </a:prstGeom>
          <a:noFill/>
        </p:spPr>
        <p:txBody>
          <a:bodyPr wrap="square" lIns="0" tIns="0" rIns="0" bIns="0" anchor="t">
            <a:noAutofit/>
          </a:bodyPr>
          <a:lstStyle/>
          <a:p>
            <a:pPr>
              <a:lnSpc>
                <a:spcPct val="102000"/>
              </a:lnSpc>
              <a:defRPr sz="3200" b="0">
                <a:solidFill>
                  <a:srgbClr val="000000"/>
                </a:solidFill>
              </a:defRPr>
            </a:pPr>
            <a:r>
              <a:rPr lang="en-GB" sz="3200" dirty="0">
                <a:solidFill>
                  <a:srgbClr val="000000"/>
                </a:solidFill>
              </a:rPr>
              <a:t>Stateless</a:t>
            </a:r>
            <a:endParaRPr lang="en-GB" sz="3200" b="0" dirty="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A2A lets agents discover and delegate</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04</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A2A</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400050" y="3380000"/>
            <a:ext cx="190500" cy="1905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920050" y="32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Each agent publishes a card at a well-known URL</a:t>
            </a:r>
          </a:p>
        </p:txBody>
      </p:sp>
      <p:sp>
        <p:nvSpPr>
          <p:cNvPr id="117" name="Rectangle 118"/>
          <p:cNvSpPr>
            <a:spLocks noGrp="1"/>
          </p:cNvSpPr>
          <p:nvPr/>
        </p:nvSpPr>
        <p:spPr>
          <a:xfrm>
            <a:off x="400050" y="4330000"/>
            <a:ext cx="190500" cy="190500"/>
          </a:xfrm>
          <a:prstGeom prst="rect">
            <a:avLst/>
          </a:prstGeom>
          <a:solidFill>
            <a:srgbClr val="000000"/>
          </a:solidFill>
          <a:ln w="0">
            <a:noFill/>
            <a:prstDash val="solid"/>
          </a:ln>
        </p:spPr>
        <p:txBody>
          <a:bodyPr/>
          <a:lstStyle/>
          <a:p>
            <a:endParaRPr lang="en-GB"/>
          </a:p>
        </p:txBody>
      </p:sp>
      <p:sp>
        <p:nvSpPr>
          <p:cNvPr id="119" name="TextBox 120"/>
          <p:cNvSpPr txBox="1"/>
          <p:nvPr/>
        </p:nvSpPr>
        <p:spPr>
          <a:xfrm>
            <a:off x="920050" y="420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The card says what it does and where to send work</a:t>
            </a:r>
          </a:p>
        </p:txBody>
      </p:sp>
      <p:sp>
        <p:nvSpPr>
          <p:cNvPr id="121" name="Rectangle 122"/>
          <p:cNvSpPr>
            <a:spLocks noGrp="1"/>
          </p:cNvSpPr>
          <p:nvPr/>
        </p:nvSpPr>
        <p:spPr>
          <a:xfrm>
            <a:off x="400050" y="5280000"/>
            <a:ext cx="190500" cy="190500"/>
          </a:xfrm>
          <a:prstGeom prst="rect">
            <a:avLst/>
          </a:prstGeom>
          <a:solidFill>
            <a:srgbClr val="000000"/>
          </a:solidFill>
          <a:ln w="0">
            <a:noFill/>
            <a:prstDash val="solid"/>
          </a:ln>
        </p:spPr>
        <p:txBody>
          <a:bodyPr/>
          <a:lstStyle/>
          <a:p>
            <a:endParaRPr lang="en-GB"/>
          </a:p>
        </p:txBody>
      </p:sp>
      <p:sp>
        <p:nvSpPr>
          <p:cNvPr id="123" name="TextBox 124"/>
          <p:cNvSpPr txBox="1"/>
          <p:nvPr/>
        </p:nvSpPr>
        <p:spPr>
          <a:xfrm>
            <a:off x="920050" y="5150000"/>
            <a:ext cx="10871900" cy="830000"/>
          </a:xfrm>
          <a:prstGeom prst="rect">
            <a:avLst/>
          </a:prstGeom>
          <a:noFill/>
        </p:spPr>
        <p:txBody>
          <a:bodyPr wrap="square" lIns="0" tIns="0" rIns="0" bIns="0" anchor="t">
            <a:noAutofit/>
          </a:bodyPr>
          <a:lstStyle/>
          <a:p>
            <a:pPr algn="l">
              <a:lnSpc>
                <a:spcPct val="102000"/>
              </a:lnSpc>
              <a:buNone/>
              <a:defRPr sz="3200" b="0">
                <a:solidFill>
                  <a:srgbClr val="222222"/>
                </a:solidFill>
              </a:defRPr>
            </a:pPr>
            <a:r>
              <a:rPr lang="en-GB" sz="3200" b="0" dirty="0">
                <a:solidFill>
                  <a:srgbClr val="222222"/>
                </a:solidFill>
              </a:rPr>
              <a:t>No shared library</a:t>
            </a:r>
            <a:r>
              <a:rPr lang="en-GB" sz="3200" dirty="0">
                <a:solidFill>
                  <a:srgbClr val="222222"/>
                </a:solidFill>
              </a:rPr>
              <a:t> or </a:t>
            </a:r>
            <a:r>
              <a:rPr lang="en-GB" sz="3200" b="0" dirty="0">
                <a:solidFill>
                  <a:srgbClr val="222222"/>
                </a:solidFill>
              </a:rPr>
              <a:t>hard wiring</a:t>
            </a:r>
            <a:r>
              <a:rPr lang="en-GB" sz="3200" dirty="0">
                <a:solidFill>
                  <a:srgbClr val="222222"/>
                </a:solidFill>
              </a:rPr>
              <a:t> or </a:t>
            </a:r>
            <a:r>
              <a:rPr lang="en-GB" sz="3200" b="0" dirty="0">
                <a:solidFill>
                  <a:srgbClr val="222222"/>
                </a:solidFill>
              </a:rPr>
              <a:t>coupling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78F655-EF94-FF47-E381-69693B4388D7}"/>
              </a:ext>
            </a:extLst>
          </p:cNvPr>
          <p:cNvPicPr>
            <a:picLocks noChangeAspect="1"/>
          </p:cNvPicPr>
          <p:nvPr/>
        </p:nvPicPr>
        <p:blipFill>
          <a:blip r:embed="rId3"/>
          <a:stretch>
            <a:fillRect/>
          </a:stretch>
        </p:blipFill>
        <p:spPr>
          <a:xfrm>
            <a:off x="1213832" y="0"/>
            <a:ext cx="9764335" cy="6858000"/>
          </a:xfrm>
          <a:prstGeom prst="rect">
            <a:avLst/>
          </a:prstGeom>
        </p:spPr>
      </p:pic>
    </p:spTree>
    <p:extLst>
      <p:ext uri="{BB962C8B-B14F-4D97-AF65-F5344CB8AC3E}">
        <p14:creationId xmlns:p14="http://schemas.microsoft.com/office/powerpoint/2010/main" val="36311663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2"/>
          <p:cNvSpPr txBox="1"/>
          <p:nvPr/>
        </p:nvSpPr>
        <p:spPr>
          <a:xfrm>
            <a:off x="400050" y="700000"/>
            <a:ext cx="11391900" cy="760000"/>
          </a:xfrm>
          <a:prstGeom prst="rect">
            <a:avLst/>
          </a:prstGeom>
          <a:noFill/>
        </p:spPr>
        <p:txBody>
          <a:bodyPr wrap="square" lIns="0" tIns="0" rIns="0" bIns="0" anchor="t">
            <a:noAutofit/>
          </a:bodyPr>
          <a:lstStyle/>
          <a:p>
            <a:pPr algn="l">
              <a:buNone/>
              <a:defRPr sz="4000" b="1">
                <a:solidFill>
                  <a:srgbClr val="000000"/>
                </a:solidFill>
              </a:defRPr>
            </a:pPr>
            <a:r>
              <a:rPr lang="en-GB" sz="4000" b="1" dirty="0">
                <a:solidFill>
                  <a:srgbClr val="000000"/>
                </a:solidFill>
              </a:rPr>
              <a:t>Subagents keep the parent clean</a:t>
            </a:r>
          </a:p>
        </p:txBody>
      </p:sp>
      <p:sp>
        <p:nvSpPr>
          <p:cNvPr id="107" name="TextBox 108"/>
          <p:cNvSpPr txBox="1"/>
          <p:nvPr/>
        </p:nvSpPr>
        <p:spPr>
          <a:xfrm>
            <a:off x="400050" y="1700000"/>
            <a:ext cx="1900000" cy="980000"/>
          </a:xfrm>
          <a:prstGeom prst="rect">
            <a:avLst/>
          </a:prstGeom>
          <a:noFill/>
        </p:spPr>
        <p:txBody>
          <a:bodyPr wrap="square" lIns="0" tIns="0" rIns="0" bIns="0" anchor="t">
            <a:noAutofit/>
          </a:bodyPr>
          <a:lstStyle/>
          <a:p>
            <a:pPr algn="l">
              <a:buNone/>
              <a:defRPr sz="6000" b="1">
                <a:solidFill>
                  <a:srgbClr val="000000"/>
                </a:solidFill>
              </a:defRPr>
            </a:pPr>
            <a:r>
              <a:rPr lang="en-GB" sz="6000" b="1" dirty="0">
                <a:solidFill>
                  <a:srgbClr val="000000"/>
                </a:solidFill>
              </a:rPr>
              <a:t>05</a:t>
            </a:r>
          </a:p>
        </p:txBody>
      </p:sp>
      <p:sp>
        <p:nvSpPr>
          <p:cNvPr id="109" name="TextBox 110"/>
          <p:cNvSpPr txBox="1"/>
          <p:nvPr/>
        </p:nvSpPr>
        <p:spPr>
          <a:xfrm>
            <a:off x="2800050" y="1860000"/>
            <a:ext cx="8000000" cy="720000"/>
          </a:xfrm>
          <a:prstGeom prst="rect">
            <a:avLst/>
          </a:prstGeom>
          <a:noFill/>
        </p:spPr>
        <p:txBody>
          <a:bodyPr wrap="square" lIns="0" tIns="0" rIns="0" bIns="0" anchor="t">
            <a:noAutofit/>
          </a:bodyPr>
          <a:lstStyle/>
          <a:p>
            <a:pPr algn="l">
              <a:buNone/>
              <a:defRPr sz="4000" b="0">
                <a:solidFill>
                  <a:srgbClr val="000000"/>
                </a:solidFill>
              </a:defRPr>
            </a:pPr>
            <a:r>
              <a:rPr lang="en-GB" sz="4000" b="0" dirty="0">
                <a:solidFill>
                  <a:srgbClr val="000000"/>
                </a:solidFill>
              </a:rPr>
              <a:t>Subagents</a:t>
            </a:r>
          </a:p>
        </p:txBody>
      </p:sp>
      <p:sp>
        <p:nvSpPr>
          <p:cNvPr id="111" name="Rectangle 112"/>
          <p:cNvSpPr>
            <a:spLocks noGrp="1"/>
          </p:cNvSpPr>
          <p:nvPr/>
        </p:nvSpPr>
        <p:spPr>
          <a:xfrm>
            <a:off x="400050" y="2900000"/>
            <a:ext cx="11391900" cy="19050"/>
          </a:xfrm>
          <a:prstGeom prst="rect">
            <a:avLst/>
          </a:prstGeom>
          <a:solidFill>
            <a:srgbClr val="B8BCC4"/>
          </a:solidFill>
          <a:ln w="0">
            <a:noFill/>
            <a:prstDash val="solid"/>
          </a:ln>
        </p:spPr>
        <p:txBody>
          <a:bodyPr/>
          <a:lstStyle/>
          <a:p>
            <a:endParaRPr lang="en-GB"/>
          </a:p>
        </p:txBody>
      </p:sp>
      <p:sp>
        <p:nvSpPr>
          <p:cNvPr id="113" name="Rectangle 114"/>
          <p:cNvSpPr>
            <a:spLocks noGrp="1"/>
          </p:cNvSpPr>
          <p:nvPr/>
        </p:nvSpPr>
        <p:spPr>
          <a:xfrm>
            <a:off x="5196000" y="3160000"/>
            <a:ext cx="1800000" cy="800000"/>
          </a:xfrm>
          <a:prstGeom prst="rect">
            <a:avLst/>
          </a:prstGeom>
          <a:solidFill>
            <a:srgbClr val="000000"/>
          </a:solidFill>
          <a:ln w="0">
            <a:noFill/>
            <a:prstDash val="solid"/>
          </a:ln>
        </p:spPr>
        <p:txBody>
          <a:bodyPr/>
          <a:lstStyle/>
          <a:p>
            <a:endParaRPr lang="en-GB"/>
          </a:p>
        </p:txBody>
      </p:sp>
      <p:sp>
        <p:nvSpPr>
          <p:cNvPr id="115" name="TextBox 116"/>
          <p:cNvSpPr txBox="1"/>
          <p:nvPr/>
        </p:nvSpPr>
        <p:spPr>
          <a:xfrm>
            <a:off x="5196000" y="3380000"/>
            <a:ext cx="1800000" cy="460000"/>
          </a:xfrm>
          <a:prstGeom prst="rect">
            <a:avLst/>
          </a:prstGeom>
          <a:noFill/>
        </p:spPr>
        <p:txBody>
          <a:bodyPr wrap="square" lIns="0" tIns="0" rIns="0" bIns="0" anchor="t">
            <a:noAutofit/>
          </a:bodyPr>
          <a:lstStyle/>
          <a:p>
            <a:pPr algn="ctr">
              <a:buNone/>
              <a:defRPr sz="2600" b="0">
                <a:solidFill>
                  <a:srgbClr val="FFFFFF"/>
                </a:solidFill>
              </a:defRPr>
            </a:pPr>
            <a:r>
              <a:rPr lang="en-GB" sz="2600" b="0" dirty="0">
                <a:solidFill>
                  <a:srgbClr val="FFFFFF"/>
                </a:solidFill>
              </a:rPr>
              <a:t>parent</a:t>
            </a:r>
          </a:p>
        </p:txBody>
      </p:sp>
      <p:sp>
        <p:nvSpPr>
          <p:cNvPr id="117" name="Rectangle 118"/>
          <p:cNvSpPr>
            <a:spLocks noGrp="1"/>
          </p:cNvSpPr>
          <p:nvPr/>
        </p:nvSpPr>
        <p:spPr>
          <a:xfrm>
            <a:off x="6081712" y="3960000"/>
            <a:ext cx="28575" cy="380000"/>
          </a:xfrm>
          <a:prstGeom prst="rect">
            <a:avLst/>
          </a:prstGeom>
          <a:solidFill>
            <a:srgbClr val="B8BCC4"/>
          </a:solidFill>
          <a:ln w="0">
            <a:noFill/>
            <a:prstDash val="solid"/>
          </a:ln>
        </p:spPr>
        <p:txBody>
          <a:bodyPr/>
          <a:lstStyle/>
          <a:p>
            <a:endParaRPr lang="en-GB"/>
          </a:p>
        </p:txBody>
      </p:sp>
      <p:sp>
        <p:nvSpPr>
          <p:cNvPr id="119" name="Rectangle 120"/>
          <p:cNvSpPr>
            <a:spLocks noGrp="1"/>
          </p:cNvSpPr>
          <p:nvPr/>
        </p:nvSpPr>
        <p:spPr>
          <a:xfrm>
            <a:off x="1600050" y="4340000"/>
            <a:ext cx="8991900" cy="28575"/>
          </a:xfrm>
          <a:prstGeom prst="rect">
            <a:avLst/>
          </a:prstGeom>
          <a:solidFill>
            <a:srgbClr val="B8BCC4"/>
          </a:solidFill>
          <a:ln w="0">
            <a:noFill/>
            <a:prstDash val="solid"/>
          </a:ln>
        </p:spPr>
        <p:txBody>
          <a:bodyPr/>
          <a:lstStyle/>
          <a:p>
            <a:endParaRPr lang="en-GB"/>
          </a:p>
        </p:txBody>
      </p:sp>
      <p:sp>
        <p:nvSpPr>
          <p:cNvPr id="121" name="Rectangle 122"/>
          <p:cNvSpPr>
            <a:spLocks noGrp="1"/>
          </p:cNvSpPr>
          <p:nvPr/>
        </p:nvSpPr>
        <p:spPr>
          <a:xfrm>
            <a:off x="1585763" y="4368575"/>
            <a:ext cx="28575" cy="180000"/>
          </a:xfrm>
          <a:prstGeom prst="rect">
            <a:avLst/>
          </a:prstGeom>
          <a:solidFill>
            <a:srgbClr val="B8BCC4"/>
          </a:solidFill>
          <a:ln w="0">
            <a:noFill/>
            <a:prstDash val="solid"/>
          </a:ln>
        </p:spPr>
        <p:txBody>
          <a:bodyPr/>
          <a:lstStyle/>
          <a:p>
            <a:endParaRPr lang="en-GB"/>
          </a:p>
        </p:txBody>
      </p:sp>
      <p:sp>
        <p:nvSpPr>
          <p:cNvPr id="123" name="Rectangle 124"/>
          <p:cNvSpPr>
            <a:spLocks noGrp="1"/>
          </p:cNvSpPr>
          <p:nvPr/>
        </p:nvSpPr>
        <p:spPr>
          <a:xfrm>
            <a:off x="400050" y="4548575"/>
            <a:ext cx="2400000" cy="800000"/>
          </a:xfrm>
          <a:prstGeom prst="rect">
            <a:avLst/>
          </a:prstGeom>
          <a:solidFill>
            <a:srgbClr val="EDEDED"/>
          </a:solidFill>
          <a:ln w="0">
            <a:noFill/>
            <a:prstDash val="solid"/>
          </a:ln>
        </p:spPr>
        <p:txBody>
          <a:bodyPr/>
          <a:lstStyle/>
          <a:p>
            <a:endParaRPr lang="en-GB"/>
          </a:p>
        </p:txBody>
      </p:sp>
      <p:sp>
        <p:nvSpPr>
          <p:cNvPr id="125" name="TextBox 126"/>
          <p:cNvSpPr txBox="1"/>
          <p:nvPr/>
        </p:nvSpPr>
        <p:spPr>
          <a:xfrm>
            <a:off x="4000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1</a:t>
            </a:r>
          </a:p>
        </p:txBody>
      </p:sp>
      <p:sp>
        <p:nvSpPr>
          <p:cNvPr id="127" name="Rectangle 128"/>
          <p:cNvSpPr>
            <a:spLocks noGrp="1"/>
          </p:cNvSpPr>
          <p:nvPr/>
        </p:nvSpPr>
        <p:spPr>
          <a:xfrm>
            <a:off x="4583063" y="4368575"/>
            <a:ext cx="28575" cy="180000"/>
          </a:xfrm>
          <a:prstGeom prst="rect">
            <a:avLst/>
          </a:prstGeom>
          <a:solidFill>
            <a:srgbClr val="B8BCC4"/>
          </a:solidFill>
          <a:ln w="0">
            <a:noFill/>
            <a:prstDash val="solid"/>
          </a:ln>
        </p:spPr>
        <p:txBody>
          <a:bodyPr/>
          <a:lstStyle/>
          <a:p>
            <a:endParaRPr lang="en-GB"/>
          </a:p>
        </p:txBody>
      </p:sp>
      <p:sp>
        <p:nvSpPr>
          <p:cNvPr id="129" name="Rectangle 130"/>
          <p:cNvSpPr>
            <a:spLocks noGrp="1"/>
          </p:cNvSpPr>
          <p:nvPr/>
        </p:nvSpPr>
        <p:spPr>
          <a:xfrm>
            <a:off x="3397350" y="4548575"/>
            <a:ext cx="2400000" cy="800000"/>
          </a:xfrm>
          <a:prstGeom prst="rect">
            <a:avLst/>
          </a:prstGeom>
          <a:solidFill>
            <a:srgbClr val="EDEDED"/>
          </a:solidFill>
          <a:ln w="0">
            <a:noFill/>
            <a:prstDash val="solid"/>
          </a:ln>
        </p:spPr>
        <p:txBody>
          <a:bodyPr/>
          <a:lstStyle/>
          <a:p>
            <a:endParaRPr lang="en-GB"/>
          </a:p>
        </p:txBody>
      </p:sp>
      <p:sp>
        <p:nvSpPr>
          <p:cNvPr id="131" name="TextBox 132"/>
          <p:cNvSpPr txBox="1"/>
          <p:nvPr/>
        </p:nvSpPr>
        <p:spPr>
          <a:xfrm>
            <a:off x="33973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2</a:t>
            </a:r>
          </a:p>
        </p:txBody>
      </p:sp>
      <p:sp>
        <p:nvSpPr>
          <p:cNvPr id="133" name="Rectangle 134"/>
          <p:cNvSpPr>
            <a:spLocks noGrp="1"/>
          </p:cNvSpPr>
          <p:nvPr/>
        </p:nvSpPr>
        <p:spPr>
          <a:xfrm>
            <a:off x="7580363" y="4368575"/>
            <a:ext cx="28575" cy="180000"/>
          </a:xfrm>
          <a:prstGeom prst="rect">
            <a:avLst/>
          </a:prstGeom>
          <a:solidFill>
            <a:srgbClr val="B8BCC4"/>
          </a:solidFill>
          <a:ln w="0">
            <a:noFill/>
            <a:prstDash val="solid"/>
          </a:ln>
        </p:spPr>
        <p:txBody>
          <a:bodyPr/>
          <a:lstStyle/>
          <a:p>
            <a:endParaRPr lang="en-GB"/>
          </a:p>
        </p:txBody>
      </p:sp>
      <p:sp>
        <p:nvSpPr>
          <p:cNvPr id="135" name="Rectangle 136"/>
          <p:cNvSpPr>
            <a:spLocks noGrp="1"/>
          </p:cNvSpPr>
          <p:nvPr/>
        </p:nvSpPr>
        <p:spPr>
          <a:xfrm>
            <a:off x="6394650" y="4548575"/>
            <a:ext cx="2400000" cy="800000"/>
          </a:xfrm>
          <a:prstGeom prst="rect">
            <a:avLst/>
          </a:prstGeom>
          <a:solidFill>
            <a:srgbClr val="EDEDED"/>
          </a:solidFill>
          <a:ln w="0">
            <a:noFill/>
            <a:prstDash val="solid"/>
          </a:ln>
        </p:spPr>
        <p:txBody>
          <a:bodyPr/>
          <a:lstStyle/>
          <a:p>
            <a:endParaRPr lang="en-GB"/>
          </a:p>
        </p:txBody>
      </p:sp>
      <p:sp>
        <p:nvSpPr>
          <p:cNvPr id="137" name="TextBox 138"/>
          <p:cNvSpPr txBox="1"/>
          <p:nvPr/>
        </p:nvSpPr>
        <p:spPr>
          <a:xfrm>
            <a:off x="63946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3</a:t>
            </a:r>
          </a:p>
        </p:txBody>
      </p:sp>
      <p:sp>
        <p:nvSpPr>
          <p:cNvPr id="139" name="Rectangle 140"/>
          <p:cNvSpPr>
            <a:spLocks noGrp="1"/>
          </p:cNvSpPr>
          <p:nvPr/>
        </p:nvSpPr>
        <p:spPr>
          <a:xfrm>
            <a:off x="10577663" y="4368575"/>
            <a:ext cx="28575" cy="180000"/>
          </a:xfrm>
          <a:prstGeom prst="rect">
            <a:avLst/>
          </a:prstGeom>
          <a:solidFill>
            <a:srgbClr val="B8BCC4"/>
          </a:solidFill>
          <a:ln w="0">
            <a:noFill/>
            <a:prstDash val="solid"/>
          </a:ln>
        </p:spPr>
        <p:txBody>
          <a:bodyPr/>
          <a:lstStyle/>
          <a:p>
            <a:endParaRPr lang="en-GB"/>
          </a:p>
        </p:txBody>
      </p:sp>
      <p:sp>
        <p:nvSpPr>
          <p:cNvPr id="141" name="Rectangle 142"/>
          <p:cNvSpPr>
            <a:spLocks noGrp="1"/>
          </p:cNvSpPr>
          <p:nvPr/>
        </p:nvSpPr>
        <p:spPr>
          <a:xfrm>
            <a:off x="9391950" y="4548575"/>
            <a:ext cx="2400000" cy="800000"/>
          </a:xfrm>
          <a:prstGeom prst="rect">
            <a:avLst/>
          </a:prstGeom>
          <a:solidFill>
            <a:srgbClr val="EDEDED"/>
          </a:solidFill>
          <a:ln w="0">
            <a:noFill/>
            <a:prstDash val="solid"/>
          </a:ln>
        </p:spPr>
        <p:txBody>
          <a:bodyPr/>
          <a:lstStyle/>
          <a:p>
            <a:endParaRPr lang="en-GB"/>
          </a:p>
        </p:txBody>
      </p:sp>
      <p:sp>
        <p:nvSpPr>
          <p:cNvPr id="143" name="TextBox 144"/>
          <p:cNvSpPr txBox="1"/>
          <p:nvPr/>
        </p:nvSpPr>
        <p:spPr>
          <a:xfrm>
            <a:off x="9391950" y="4770000"/>
            <a:ext cx="2400000" cy="420000"/>
          </a:xfrm>
          <a:prstGeom prst="rect">
            <a:avLst/>
          </a:prstGeom>
          <a:noFill/>
        </p:spPr>
        <p:txBody>
          <a:bodyPr wrap="square" lIns="0" tIns="0" rIns="0" bIns="0" anchor="t">
            <a:noAutofit/>
          </a:bodyPr>
          <a:lstStyle/>
          <a:p>
            <a:pPr algn="ctr">
              <a:buNone/>
              <a:defRPr sz="2400" b="0">
                <a:solidFill>
                  <a:srgbClr val="000000"/>
                </a:solidFill>
              </a:defRPr>
            </a:pPr>
            <a:r>
              <a:rPr lang="en-GB" sz="2400" b="0" dirty="0">
                <a:solidFill>
                  <a:srgbClr val="000000"/>
                </a:solidFill>
              </a:rPr>
              <a:t>child 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extBox 104"/>
          <p:cNvSpPr txBox="1"/>
          <p:nvPr/>
        </p:nvSpPr>
        <p:spPr>
          <a:xfrm>
            <a:off x="400050" y="6320000"/>
            <a:ext cx="5000000" cy="320000"/>
          </a:xfrm>
          <a:prstGeom prst="rect">
            <a:avLst/>
          </a:prstGeom>
          <a:noFill/>
        </p:spPr>
        <p:txBody>
          <a:bodyPr wrap="square" lIns="0" tIns="0" rIns="0" bIns="0" anchor="t">
            <a:noAutofit/>
          </a:bodyPr>
          <a:lstStyle/>
          <a:p>
            <a:pPr algn="l">
              <a:buNone/>
              <a:defRPr sz="1400" b="0">
                <a:solidFill>
                  <a:srgbClr val="555555"/>
                </a:solidFill>
              </a:defRPr>
            </a:pPr>
            <a:endParaRPr/>
          </a:p>
        </p:txBody>
      </p:sp>
      <p:sp>
        <p:nvSpPr>
          <p:cNvPr id="107" name="Rectangle 108"/>
          <p:cNvSpPr>
            <a:spLocks noGrp="1"/>
          </p:cNvSpPr>
          <p:nvPr/>
        </p:nvSpPr>
        <p:spPr>
          <a:xfrm>
            <a:off x="400050" y="890000"/>
            <a:ext cx="11391900" cy="640000"/>
          </a:xfrm>
          <a:prstGeom prst="rect">
            <a:avLst/>
          </a:prstGeom>
          <a:solidFill>
            <a:srgbClr val="F7F7F7"/>
          </a:solidFill>
          <a:ln w="0">
            <a:noFill/>
            <a:prstDash val="solid"/>
          </a:ln>
        </p:spPr>
        <p:txBody>
          <a:bodyPr/>
          <a:lstStyle/>
          <a:p>
            <a:endParaRPr lang="en-GB"/>
          </a:p>
        </p:txBody>
      </p:sp>
      <p:sp>
        <p:nvSpPr>
          <p:cNvPr id="109" name="TextBox 110"/>
          <p:cNvSpPr txBox="1"/>
          <p:nvPr/>
        </p:nvSpPr>
        <p:spPr>
          <a:xfrm>
            <a:off x="628650" y="9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AGENTS.md</a:t>
            </a:r>
          </a:p>
        </p:txBody>
      </p:sp>
      <p:sp>
        <p:nvSpPr>
          <p:cNvPr id="111" name="TextBox 112"/>
          <p:cNvSpPr txBox="1"/>
          <p:nvPr/>
        </p:nvSpPr>
        <p:spPr>
          <a:xfrm>
            <a:off x="5300050" y="9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project behaviour</a:t>
            </a:r>
          </a:p>
        </p:txBody>
      </p:sp>
      <p:sp>
        <p:nvSpPr>
          <p:cNvPr id="113" name="TextBox 114"/>
          <p:cNvSpPr txBox="1"/>
          <p:nvPr/>
        </p:nvSpPr>
        <p:spPr>
          <a:xfrm>
            <a:off x="628650" y="16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Agent skills</a:t>
            </a:r>
          </a:p>
        </p:txBody>
      </p:sp>
      <p:sp>
        <p:nvSpPr>
          <p:cNvPr id="115" name="TextBox 116"/>
          <p:cNvSpPr txBox="1"/>
          <p:nvPr/>
        </p:nvSpPr>
        <p:spPr>
          <a:xfrm>
            <a:off x="5300050" y="16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task expertise</a:t>
            </a:r>
          </a:p>
        </p:txBody>
      </p:sp>
      <p:sp>
        <p:nvSpPr>
          <p:cNvPr id="117" name="Rectangle 118"/>
          <p:cNvSpPr>
            <a:spLocks noGrp="1"/>
          </p:cNvSpPr>
          <p:nvPr/>
        </p:nvSpPr>
        <p:spPr>
          <a:xfrm>
            <a:off x="400050" y="2290000"/>
            <a:ext cx="11391900" cy="640000"/>
          </a:xfrm>
          <a:prstGeom prst="rect">
            <a:avLst/>
          </a:prstGeom>
          <a:solidFill>
            <a:srgbClr val="F7F7F7"/>
          </a:solidFill>
          <a:ln w="0">
            <a:noFill/>
            <a:prstDash val="solid"/>
          </a:ln>
        </p:spPr>
        <p:txBody>
          <a:bodyPr/>
          <a:lstStyle/>
          <a:p>
            <a:endParaRPr lang="en-GB"/>
          </a:p>
        </p:txBody>
      </p:sp>
      <p:sp>
        <p:nvSpPr>
          <p:cNvPr id="119" name="TextBox 120"/>
          <p:cNvSpPr txBox="1"/>
          <p:nvPr/>
        </p:nvSpPr>
        <p:spPr>
          <a:xfrm>
            <a:off x="628650" y="23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MCP</a:t>
            </a:r>
          </a:p>
        </p:txBody>
      </p:sp>
      <p:sp>
        <p:nvSpPr>
          <p:cNvPr id="121" name="TextBox 122"/>
          <p:cNvSpPr txBox="1"/>
          <p:nvPr/>
        </p:nvSpPr>
        <p:spPr>
          <a:xfrm>
            <a:off x="5300050" y="23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tools and data</a:t>
            </a:r>
          </a:p>
        </p:txBody>
      </p:sp>
      <p:sp>
        <p:nvSpPr>
          <p:cNvPr id="123" name="TextBox 124"/>
          <p:cNvSpPr txBox="1"/>
          <p:nvPr/>
        </p:nvSpPr>
        <p:spPr>
          <a:xfrm>
            <a:off x="628650" y="30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A2A</a:t>
            </a:r>
          </a:p>
        </p:txBody>
      </p:sp>
      <p:sp>
        <p:nvSpPr>
          <p:cNvPr id="125" name="TextBox 126"/>
          <p:cNvSpPr txBox="1"/>
          <p:nvPr/>
        </p:nvSpPr>
        <p:spPr>
          <a:xfrm>
            <a:off x="5300050" y="30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peer agents</a:t>
            </a:r>
          </a:p>
        </p:txBody>
      </p:sp>
      <p:sp>
        <p:nvSpPr>
          <p:cNvPr id="127" name="Rectangle 128"/>
          <p:cNvSpPr>
            <a:spLocks noGrp="1"/>
          </p:cNvSpPr>
          <p:nvPr/>
        </p:nvSpPr>
        <p:spPr>
          <a:xfrm>
            <a:off x="400050" y="3690000"/>
            <a:ext cx="11391900" cy="640000"/>
          </a:xfrm>
          <a:prstGeom prst="rect">
            <a:avLst/>
          </a:prstGeom>
          <a:solidFill>
            <a:srgbClr val="F7F7F7"/>
          </a:solidFill>
          <a:ln w="0">
            <a:noFill/>
            <a:prstDash val="solid"/>
          </a:ln>
        </p:spPr>
        <p:txBody>
          <a:bodyPr/>
          <a:lstStyle/>
          <a:p>
            <a:endParaRPr lang="en-GB"/>
          </a:p>
        </p:txBody>
      </p:sp>
      <p:sp>
        <p:nvSpPr>
          <p:cNvPr id="129" name="TextBox 130"/>
          <p:cNvSpPr txBox="1"/>
          <p:nvPr/>
        </p:nvSpPr>
        <p:spPr>
          <a:xfrm>
            <a:off x="628650" y="3770000"/>
            <a:ext cx="4200000" cy="560000"/>
          </a:xfrm>
          <a:prstGeom prst="rect">
            <a:avLst/>
          </a:prstGeom>
          <a:noFill/>
        </p:spPr>
        <p:txBody>
          <a:bodyPr wrap="square" lIns="0" tIns="0" rIns="0" bIns="0" anchor="t">
            <a:noAutofit/>
          </a:bodyPr>
          <a:lstStyle/>
          <a:p>
            <a:pPr algn="l">
              <a:buNone/>
              <a:defRPr sz="3200" b="1">
                <a:solidFill>
                  <a:srgbClr val="000000"/>
                </a:solidFill>
              </a:defRPr>
            </a:pPr>
            <a:r>
              <a:rPr lang="en-GB" sz="3200" b="1" dirty="0">
                <a:solidFill>
                  <a:srgbClr val="000000"/>
                </a:solidFill>
              </a:rPr>
              <a:t>Subagents</a:t>
            </a:r>
          </a:p>
        </p:txBody>
      </p:sp>
      <p:sp>
        <p:nvSpPr>
          <p:cNvPr id="131" name="TextBox 132"/>
          <p:cNvSpPr txBox="1"/>
          <p:nvPr/>
        </p:nvSpPr>
        <p:spPr>
          <a:xfrm>
            <a:off x="5300050" y="3770000"/>
            <a:ext cx="6200000" cy="560000"/>
          </a:xfrm>
          <a:prstGeom prst="rect">
            <a:avLst/>
          </a:prstGeom>
          <a:noFill/>
        </p:spPr>
        <p:txBody>
          <a:bodyPr wrap="square" lIns="0" tIns="0" rIns="0" bIns="0" anchor="t">
            <a:noAutofit/>
          </a:bodyPr>
          <a:lstStyle/>
          <a:p>
            <a:pPr algn="l">
              <a:buNone/>
              <a:defRPr sz="3200" b="0">
                <a:solidFill>
                  <a:srgbClr val="555555"/>
                </a:solidFill>
              </a:defRPr>
            </a:pPr>
            <a:r>
              <a:rPr lang="en-GB" sz="3200" b="0" dirty="0">
                <a:solidFill>
                  <a:srgbClr val="555555"/>
                </a:solidFill>
              </a:rPr>
              <a:t>work scale</a:t>
            </a:r>
          </a:p>
        </p:txBody>
      </p:sp>
      <p:sp>
        <p:nvSpPr>
          <p:cNvPr id="135" name="TextBox 136"/>
          <p:cNvSpPr txBox="1"/>
          <p:nvPr/>
        </p:nvSpPr>
        <p:spPr>
          <a:xfrm>
            <a:off x="400050" y="6060000"/>
            <a:ext cx="10500000" cy="280000"/>
          </a:xfrm>
          <a:prstGeom prst="rect">
            <a:avLst/>
          </a:prstGeom>
          <a:noFill/>
        </p:spPr>
        <p:txBody>
          <a:bodyPr wrap="square" lIns="0" tIns="0" rIns="0" bIns="0" anchor="t">
            <a:noAutofit/>
          </a:bodyPr>
          <a:lstStyle/>
          <a:p>
            <a:pPr algn="l">
              <a:buNone/>
              <a:defRPr sz="1600" b="0">
                <a:solidFill>
                  <a:srgbClr val="555555"/>
                </a:solidFill>
              </a:defRPr>
            </a:pPr>
            <a:r>
              <a:rPr lang="en-GB" sz="1600" b="0" dirty="0">
                <a:solidFill>
                  <a:srgbClr val="555555"/>
                </a:solidFill>
              </a:rPr>
              <a:t>linuxfoundation.org · aaif.io · agentskills.io · modelcontextprotocol.io · a2aproject/A2A</a:t>
            </a:r>
          </a:p>
        </p:txBody>
      </p:sp>
      <p:sp>
        <p:nvSpPr>
          <p:cNvPr id="137" name="TextBox 138"/>
          <p:cNvSpPr txBox="1"/>
          <p:nvPr/>
        </p:nvSpPr>
        <p:spPr>
          <a:xfrm>
            <a:off x="400050" y="6360000"/>
            <a:ext cx="10500000" cy="280000"/>
          </a:xfrm>
          <a:prstGeom prst="rect">
            <a:avLst/>
          </a:prstGeom>
          <a:noFill/>
        </p:spPr>
        <p:txBody>
          <a:bodyPr wrap="square" lIns="0" tIns="0" rIns="0" bIns="0" anchor="t">
            <a:noAutofit/>
          </a:bodyPr>
          <a:lstStyle/>
          <a:p>
            <a:pPr algn="l">
              <a:buNone/>
              <a:defRPr sz="1600" b="0">
                <a:solidFill>
                  <a:srgbClr val="555555"/>
                </a:solidFill>
              </a:defRPr>
            </a:pPr>
            <a:r>
              <a:rPr lang="en-GB" sz="1600" b="0" dirty="0">
                <a:solidFill>
                  <a:srgbClr val="555555"/>
                </a:solidFill>
              </a:rPr>
              <a:t>MCP 2026-07-28 · IBM Technology: fine-tuning + skill practices · ycombinator.com (Boris Cherny)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5DB7F-01A8-DA9E-0F72-DD0A0C0AC4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D13FAF-25B7-5989-9B4D-2F9C5B8E930C}"/>
              </a:ext>
            </a:extLst>
          </p:cNvPr>
          <p:cNvSpPr txBox="1"/>
          <p:nvPr/>
        </p:nvSpPr>
        <p:spPr>
          <a:xfrm>
            <a:off x="606552" y="507751"/>
            <a:ext cx="11234928" cy="5842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MCP</a:t>
            </a:r>
            <a:r>
              <a:rPr lang="en-US" sz="2800" b="0" i="0" dirty="0">
                <a:solidFill>
                  <a:srgbClr val="0B0B0B"/>
                </a:solidFill>
                <a:effectLst/>
                <a:latin typeface="anthropic-sans"/>
              </a:rPr>
              <a:t> and </a:t>
            </a:r>
            <a:r>
              <a:rPr lang="en-US" sz="2800" b="1" i="0" dirty="0">
                <a:solidFill>
                  <a:srgbClr val="0B0B0B"/>
                </a:solidFill>
                <a:effectLst/>
                <a:latin typeface="anthropic-sans"/>
              </a:rPr>
              <a:t>A2A</a:t>
            </a:r>
            <a:r>
              <a:rPr lang="en-US" sz="2800" b="0" i="0" dirty="0">
                <a:solidFill>
                  <a:srgbClr val="0B0B0B"/>
                </a:solidFill>
                <a:effectLst/>
                <a:latin typeface="anthropic-sans"/>
              </a:rPr>
              <a:t> are </a:t>
            </a:r>
            <a:r>
              <a:rPr lang="en-US" sz="2800" b="0" i="0" u="sng" dirty="0">
                <a:solidFill>
                  <a:srgbClr val="0B0B0B"/>
                </a:solidFill>
                <a:effectLst/>
                <a:latin typeface="anthropic-sans"/>
              </a:rPr>
              <a:t>open protocols and specifications</a:t>
            </a:r>
            <a:r>
              <a:rPr lang="en-US" sz="2800" b="0" i="0" dirty="0">
                <a:solidFill>
                  <a:srgbClr val="0B0B0B"/>
                </a:solidFill>
                <a:effectLst/>
                <a:latin typeface="anthropic-sans"/>
              </a:rPr>
              <a:t>. </a:t>
            </a:r>
            <a:endParaRPr lang="en-US" sz="2800" dirty="0">
              <a:solidFill>
                <a:srgbClr val="0B0B0B"/>
              </a:solidFill>
              <a:latin typeface="anthropic-sans"/>
            </a:endParaRPr>
          </a:p>
          <a:p>
            <a:pPr marL="914400" lvl="1" indent="-457200">
              <a:lnSpc>
                <a:spcPct val="150000"/>
              </a:lnSpc>
              <a:buFont typeface="Courier New" panose="02070309020205020404" pitchFamily="49" charset="0"/>
              <a:buChar char="o"/>
            </a:pPr>
            <a:r>
              <a:rPr lang="en-US" sz="2800" b="0" i="0" dirty="0">
                <a:solidFill>
                  <a:srgbClr val="0B0B0B"/>
                </a:solidFill>
                <a:effectLst/>
                <a:latin typeface="anthropic-sans"/>
              </a:rPr>
              <a:t>MCP is agent to tool, A2A is agent to agent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AGENTS.md</a:t>
            </a:r>
            <a:r>
              <a:rPr lang="en-US" sz="2800" b="0" i="0" dirty="0">
                <a:solidFill>
                  <a:srgbClr val="0B0B0B"/>
                </a:solidFill>
                <a:effectLst/>
                <a:latin typeface="anthropic-sans"/>
              </a:rPr>
              <a:t> is </a:t>
            </a:r>
            <a:r>
              <a:rPr lang="en-US" sz="2800" b="0" i="0" u="sng" dirty="0">
                <a:solidFill>
                  <a:srgbClr val="0B0B0B"/>
                </a:solidFill>
                <a:effectLst/>
                <a:latin typeface="anthropic-sans"/>
              </a:rPr>
              <a:t>config</a:t>
            </a:r>
            <a:r>
              <a:rPr lang="en-US" sz="2800" b="0" i="0" dirty="0">
                <a:solidFill>
                  <a:srgbClr val="0B0B0B"/>
                </a:solidFill>
                <a:effectLst/>
                <a:latin typeface="anthropic-sans"/>
              </a:rPr>
              <a:t>. Always loaded, so keep it short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SKILL.md</a:t>
            </a:r>
            <a:r>
              <a:rPr lang="en-US" sz="2800" b="0" i="0" dirty="0">
                <a:solidFill>
                  <a:srgbClr val="0B0B0B"/>
                </a:solidFill>
                <a:effectLst/>
                <a:latin typeface="anthropic-sans"/>
              </a:rPr>
              <a:t> is a plugin format. Schema plus folder, loaded on demand </a:t>
            </a:r>
          </a:p>
          <a:p>
            <a:pPr marL="457200" indent="-457200">
              <a:lnSpc>
                <a:spcPct val="150000"/>
              </a:lnSpc>
              <a:buFont typeface="Arial" panose="020B0604020202020204" pitchFamily="34" charset="0"/>
              <a:buChar char="•"/>
            </a:pPr>
            <a:endParaRPr lang="en-US" sz="2800" b="0" i="0" dirty="0">
              <a:solidFill>
                <a:srgbClr val="0B0B0B"/>
              </a:solidFill>
              <a:effectLst/>
              <a:latin typeface="anthropic-sans"/>
            </a:endParaRPr>
          </a:p>
          <a:p>
            <a:pPr marL="457200" indent="-457200">
              <a:lnSpc>
                <a:spcPct val="150000"/>
              </a:lnSpc>
              <a:buFont typeface="Arial" panose="020B0604020202020204" pitchFamily="34" charset="0"/>
              <a:buChar char="•"/>
            </a:pPr>
            <a:r>
              <a:rPr lang="en-US" sz="2800" b="1" i="0" dirty="0">
                <a:solidFill>
                  <a:srgbClr val="0B0B0B"/>
                </a:solidFill>
                <a:effectLst/>
                <a:latin typeface="anthropic-sans"/>
              </a:rPr>
              <a:t>Subagents</a:t>
            </a:r>
            <a:r>
              <a:rPr lang="en-US" sz="2800" b="0" i="0" dirty="0">
                <a:solidFill>
                  <a:srgbClr val="0B0B0B"/>
                </a:solidFill>
                <a:effectLst/>
                <a:latin typeface="anthropic-sans"/>
              </a:rPr>
              <a:t> is an </a:t>
            </a:r>
            <a:r>
              <a:rPr lang="en-US" sz="2800" b="0" i="0" u="sng" dirty="0">
                <a:solidFill>
                  <a:srgbClr val="0B0B0B"/>
                </a:solidFill>
                <a:effectLst/>
                <a:latin typeface="anthropic-sans"/>
              </a:rPr>
              <a:t>architectural design pattern</a:t>
            </a:r>
            <a:r>
              <a:rPr lang="en-US" sz="2800" b="0" i="0" dirty="0">
                <a:solidFill>
                  <a:srgbClr val="0B0B0B"/>
                </a:solidFill>
                <a:effectLst/>
                <a:latin typeface="anthropic-sans"/>
              </a:rPr>
              <a:t>. No spec, so every vendor does it differently</a:t>
            </a:r>
            <a:endParaRPr lang="en-GB" sz="2800" dirty="0"/>
          </a:p>
        </p:txBody>
      </p:sp>
    </p:spTree>
    <p:extLst>
      <p:ext uri="{BB962C8B-B14F-4D97-AF65-F5344CB8AC3E}">
        <p14:creationId xmlns:p14="http://schemas.microsoft.com/office/powerpoint/2010/main" val="445324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107EFD06-B547-942F-88F2-086FABE9258C}"/>
              </a:ext>
            </a:extLst>
          </p:cNvPr>
          <p:cNvPicPr>
            <a:picLocks noGrp="1" noChangeAspect="1"/>
          </p:cNvPicPr>
          <p:nvPr>
            <p:ph type="pic" sz="quarter" idx="25"/>
          </p:nvPr>
        </p:nvPicPr>
        <p:blipFill>
          <a:blip r:embed="rId3"/>
          <a:srcRect t="5000" b="5000"/>
          <a:stretch>
            <a:fillRect/>
          </a:stretch>
        </p:blipFill>
        <p:spPr/>
      </p:pic>
      <p:sp>
        <p:nvSpPr>
          <p:cNvPr id="3" name="Text Placeholder 2">
            <a:extLst>
              <a:ext uri="{FF2B5EF4-FFF2-40B4-BE49-F238E27FC236}">
                <a16:creationId xmlns:a16="http://schemas.microsoft.com/office/drawing/2014/main" id="{DBAB636F-FA4E-09AE-65B1-427A5213DD5F}"/>
              </a:ext>
            </a:extLst>
          </p:cNvPr>
          <p:cNvSpPr>
            <a:spLocks noGrp="1"/>
          </p:cNvSpPr>
          <p:nvPr>
            <p:ph type="body" sz="quarter" idx="52"/>
          </p:nvPr>
        </p:nvSpPr>
        <p:spPr/>
        <p:txBody>
          <a:bodyPr/>
          <a:lstStyle/>
          <a:p>
            <a:endParaRPr lang="en-MX"/>
          </a:p>
        </p:txBody>
      </p:sp>
      <p:sp>
        <p:nvSpPr>
          <p:cNvPr id="4" name="Title 3">
            <a:extLst>
              <a:ext uri="{FF2B5EF4-FFF2-40B4-BE49-F238E27FC236}">
                <a16:creationId xmlns:a16="http://schemas.microsoft.com/office/drawing/2014/main" id="{758FA4E5-CA94-7E22-0C39-FDD55546B8ED}"/>
              </a:ext>
            </a:extLst>
          </p:cNvPr>
          <p:cNvSpPr>
            <a:spLocks noGrp="1"/>
          </p:cNvSpPr>
          <p:nvPr>
            <p:ph type="title"/>
          </p:nvPr>
        </p:nvSpPr>
        <p:spPr/>
        <p:txBody>
          <a:bodyPr/>
          <a:lstStyle/>
          <a:p>
            <a:r>
              <a:rPr lang="en-MX"/>
              <a:t>Thank you!</a:t>
            </a:r>
          </a:p>
        </p:txBody>
      </p:sp>
      <p:sp>
        <p:nvSpPr>
          <p:cNvPr id="9" name="Text Placeholder 8">
            <a:extLst>
              <a:ext uri="{FF2B5EF4-FFF2-40B4-BE49-F238E27FC236}">
                <a16:creationId xmlns:a16="http://schemas.microsoft.com/office/drawing/2014/main" id="{99E71DE6-8BA3-C389-6BC9-836C7F2663E7}"/>
              </a:ext>
            </a:extLst>
          </p:cNvPr>
          <p:cNvSpPr>
            <a:spLocks noGrp="1"/>
          </p:cNvSpPr>
          <p:nvPr>
            <p:ph type="body" sz="quarter" idx="10"/>
          </p:nvPr>
        </p:nvSpPr>
        <p:spPr>
          <a:xfrm>
            <a:off x="479425" y="4724602"/>
            <a:ext cx="7460055" cy="835026"/>
          </a:xfrm>
        </p:spPr>
        <p:txBody>
          <a:bodyPr>
            <a:normAutofit/>
          </a:bodyPr>
          <a:lstStyle/>
          <a:p>
            <a:r>
              <a:rPr lang="en-GB" sz="2800" dirty="0"/>
              <a:t>@DevlinDuldulao</a:t>
            </a:r>
          </a:p>
        </p:txBody>
      </p:sp>
      <p:pic>
        <p:nvPicPr>
          <p:cNvPr id="11" name="Picture 10">
            <a:extLst>
              <a:ext uri="{FF2B5EF4-FFF2-40B4-BE49-F238E27FC236}">
                <a16:creationId xmlns:a16="http://schemas.microsoft.com/office/drawing/2014/main" id="{765683FE-B943-9A40-925C-1A668E851A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7809" y="886733"/>
            <a:ext cx="4876190" cy="4876190"/>
          </a:xfrm>
          <a:prstGeom prst="rect">
            <a:avLst/>
          </a:prstGeom>
        </p:spPr>
      </p:pic>
      <p:sp>
        <p:nvSpPr>
          <p:cNvPr id="2" name="TextBox 1">
            <a:extLst>
              <a:ext uri="{FF2B5EF4-FFF2-40B4-BE49-F238E27FC236}">
                <a16:creationId xmlns:a16="http://schemas.microsoft.com/office/drawing/2014/main" id="{429FB777-B3EB-0DCF-9A97-1D30A6F5A3CC}"/>
              </a:ext>
            </a:extLst>
          </p:cNvPr>
          <p:cNvSpPr txBox="1"/>
          <p:nvPr/>
        </p:nvSpPr>
        <p:spPr>
          <a:xfrm>
            <a:off x="8424048" y="5831150"/>
            <a:ext cx="1383712" cy="461665"/>
          </a:xfrm>
          <a:prstGeom prst="rect">
            <a:avLst/>
          </a:prstGeom>
          <a:noFill/>
        </p:spPr>
        <p:txBody>
          <a:bodyPr wrap="none" rtlCol="0">
            <a:spAutoFit/>
          </a:bodyPr>
          <a:lstStyle/>
          <a:p>
            <a:pPr algn="ctr"/>
            <a:r>
              <a:rPr lang="en-GB" sz="2400" dirty="0">
                <a:solidFill>
                  <a:schemeClr val="tx2">
                    <a:lumMod val="10000"/>
                  </a:schemeClr>
                </a:solidFill>
                <a:latin typeface="Brush Script MT" panose="03060802040406070304" pitchFamily="66" charset="0"/>
              </a:rPr>
              <a:t>Social links</a:t>
            </a:r>
          </a:p>
        </p:txBody>
      </p:sp>
    </p:spTree>
    <p:extLst>
      <p:ext uri="{BB962C8B-B14F-4D97-AF65-F5344CB8AC3E}">
        <p14:creationId xmlns:p14="http://schemas.microsoft.com/office/powerpoint/2010/main" val="41440901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oftwareOne- Light Design - 2026">
  <a:themeElements>
    <a:clrScheme name="SoftwareOne - Evolved Brand 2026">
      <a:dk1>
        <a:srgbClr val="000000"/>
      </a:dk1>
      <a:lt1>
        <a:srgbClr val="FFFFFF"/>
      </a:lt1>
      <a:dk2>
        <a:srgbClr val="4D5056"/>
      </a:dk2>
      <a:lt2>
        <a:srgbClr val="F4F4F4"/>
      </a:lt2>
      <a:accent1>
        <a:srgbClr val="F7675E"/>
      </a:accent1>
      <a:accent2>
        <a:srgbClr val="62C7EF"/>
      </a:accent2>
      <a:accent3>
        <a:srgbClr val="2C8F92"/>
      </a:accent3>
      <a:accent4>
        <a:srgbClr val="3366FF"/>
      </a:accent4>
      <a:accent5>
        <a:srgbClr val="B0A7FF"/>
      </a:accent5>
      <a:accent6>
        <a:srgbClr val="A1A7AE"/>
      </a:accent6>
      <a:hlink>
        <a:srgbClr val="62C7EF"/>
      </a:hlink>
      <a:folHlink>
        <a:srgbClr val="2C8F9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90000"/>
          </a:schemeClr>
        </a:solidFill>
        <a:ln w="12748" cap="flat">
          <a:noFill/>
          <a:prstDash val="solid"/>
          <a:miter/>
        </a:ln>
      </a:spPr>
      <a:bodyPr wrap="square" rtlCol="0" anchor="t">
        <a:noAutofit/>
      </a:bodyPr>
      <a:lstStyle>
        <a:defPPr algn="l">
          <a:defRPr sz="1400" dirty="0" err="1" smtClean="0">
            <a:solidFill>
              <a:schemeClr val="tx2">
                <a:lumMod val="10000"/>
              </a:schemeClr>
            </a:solidFill>
          </a:defRPr>
        </a:defPPr>
      </a:lstStyle>
    </a:spDef>
    <a:txDef>
      <a:spPr>
        <a:noFill/>
      </a:spPr>
      <a:bodyPr wrap="none" rtlCol="0">
        <a:spAutoFit/>
      </a:bodyPr>
      <a:lstStyle>
        <a:defPPr algn="l">
          <a:defRPr sz="1400" dirty="0" err="1" smtClean="0">
            <a:solidFill>
              <a:schemeClr val="tx2">
                <a:lumMod val="10000"/>
              </a:schemeClr>
            </a:solidFill>
          </a:defRPr>
        </a:defPPr>
      </a:lstStyle>
    </a:txDef>
  </a:objectDefaults>
  <a:extraClrSchemeLst/>
  <a:custClrLst>
    <a:custClr name="Custom Color 1">
      <a:srgbClr val="1DF1A4"/>
    </a:custClr>
    <a:custClr name="Custom Color 2">
      <a:srgbClr val="E6F114"/>
    </a:custClr>
    <a:custClr name="Custom Color 3">
      <a:srgbClr val="1801B4"/>
    </a:custClr>
  </a:custClrLst>
  <a:extLst>
    <a:ext uri="{05A4C25C-085E-4340-85A3-A5531E510DB2}">
      <thm15:themeFamily xmlns:thm15="http://schemas.microsoft.com/office/thememl/2012/main" name="TEMP_NEW_SoftwareOne_2026_slide_master" id="{290EB017-3BBC-44CB-BD17-81FD1610899A}" vid="{8B04C296-C0B4-48AE-9532-9621D8BFAE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A38B5127-54FF-A04C-8929-26CB1BBD9FBC}">
  <we:reference id="5dfe852d-2c42-4b3a-a2a0-df25e73584ce" version="4.6.3.0"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729944E-BCC7-4E47-99EF-16BC7F0734B9}">
  <we:reference id="f12c312d-282a-4734-8843-05915fdfef0b" version="5.5.5.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e26bb41-196d-4ee1-8701-1b6aa6967e6b" xsi:nil="true"/>
    <lcf76f155ced4ddcb4097134ff3c332f xmlns="0aee9727-1cdb-4a2b-b8a2-595f3360df8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E95115D7EF8C4993D4C41B8A590258" ma:contentTypeVersion="13" ma:contentTypeDescription="Create a new document." ma:contentTypeScope="" ma:versionID="3971fee9f4b2b49f722778b94af115f4">
  <xsd:schema xmlns:xsd="http://www.w3.org/2001/XMLSchema" xmlns:xs="http://www.w3.org/2001/XMLSchema" xmlns:p="http://schemas.microsoft.com/office/2006/metadata/properties" xmlns:ns2="0aee9727-1cdb-4a2b-b8a2-595f3360df87" xmlns:ns3="fe26bb41-196d-4ee1-8701-1b6aa6967e6b" targetNamespace="http://schemas.microsoft.com/office/2006/metadata/properties" ma:root="true" ma:fieldsID="552c83ee26e214a29f931921294ea86e" ns2:_="" ns3:_="">
    <xsd:import namespace="0aee9727-1cdb-4a2b-b8a2-595f3360df87"/>
    <xsd:import namespace="fe26bb41-196d-4ee1-8701-1b6aa6967e6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3:TaxCatchAll" minOccurs="0"/>
                <xsd:element ref="ns2:MediaServiceOCR" minOccurs="0"/>
                <xsd:element ref="ns2:MediaServiceLocatio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e9727-1cdb-4a2b-b8a2-595f3360df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7f68753-1e36-4716-ad1e-f6d5661a7391"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dexed="true"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e26bb41-196d-4ee1-8701-1b6aa6967e6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bec6ae9-3560-46a4-80a8-78380c341a66}" ma:internalName="TaxCatchAll" ma:showField="CatchAllData" ma:web="fe26bb41-196d-4ee1-8701-1b6aa6967e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CEAC02-C6D1-4593-B289-54E6A65DBBB1}">
  <ds:schemaRefs>
    <ds:schemaRef ds:uri="0aee9727-1cdb-4a2b-b8a2-595f3360df87"/>
    <ds:schemaRef ds:uri="fe26bb41-196d-4ee1-8701-1b6aa6967e6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9730C27-4A8B-4DF0-A033-173EFACCB5A1}">
  <ds:schemaRefs>
    <ds:schemaRef ds:uri="http://schemas.microsoft.com/sharepoint/v3/contenttype/forms"/>
  </ds:schemaRefs>
</ds:datastoreItem>
</file>

<file path=customXml/itemProps3.xml><?xml version="1.0" encoding="utf-8"?>
<ds:datastoreItem xmlns:ds="http://schemas.openxmlformats.org/officeDocument/2006/customXml" ds:itemID="{933F2F91-5CB3-4F83-A022-A2070774E132}">
  <ds:schemaRefs>
    <ds:schemaRef ds:uri="0aee9727-1cdb-4a2b-b8a2-595f3360df87"/>
    <ds:schemaRef ds:uri="fe26bb41-196d-4ee1-8701-1b6aa6967e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48141450-2387-4aca-b41f-19cd6be9dd3c}" enabled="1" method="Standard" siteId="{adf10e2b-b6e9-41d6-be2f-c12bb566019c}" contentBits="0" removed="0"/>
</clbl:labelList>
</file>

<file path=docProps/app.xml><?xml version="1.0" encoding="utf-8"?>
<Properties xmlns="http://schemas.openxmlformats.org/officeDocument/2006/extended-properties" xmlns:vt="http://schemas.openxmlformats.org/officeDocument/2006/docPropsVTypes">
  <TotalTime>478</TotalTime>
  <Words>2788</Words>
  <Application>Microsoft Office PowerPoint</Application>
  <PresentationFormat>Widescreen</PresentationFormat>
  <Paragraphs>327</Paragraphs>
  <Slides>41</Slides>
  <Notes>41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8" baseType="lpstr">
      <vt:lpstr>anthropic-sans</vt:lpstr>
      <vt:lpstr>Aptos</vt:lpstr>
      <vt:lpstr>Arial</vt:lpstr>
      <vt:lpstr>Brush Script MT</vt:lpstr>
      <vt:lpstr>Courier New</vt:lpstr>
      <vt:lpstr>SoftwareOne- Light Design - 2026</vt:lpstr>
      <vt:lpstr>think-cell Slide</vt:lpstr>
      <vt:lpstr>5 AI Agent Terms You Need to Know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Edgar Vela</dc:creator>
  <cp:lastModifiedBy>Duldulao, Devlin (DNV External)</cp:lastModifiedBy>
  <cp:revision>183</cp:revision>
  <dcterms:created xsi:type="dcterms:W3CDTF">2026-01-30T16:35:48Z</dcterms:created>
  <dcterms:modified xsi:type="dcterms:W3CDTF">2026-08-25T22:24:58Z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78c0f71-65dc-41d1-a799-91080a268621_Enabled">
    <vt:lpwstr>true</vt:lpwstr>
  </property>
  <property fmtid="{D5CDD505-2E9C-101B-9397-08002B2CF9AE}" pid="3" name="MSIP_Label_178c0f71-65dc-41d1-a799-91080a268621_SetDate">
    <vt:lpwstr>2026-01-30T16:36:34Z</vt:lpwstr>
  </property>
  <property fmtid="{D5CDD505-2E9C-101B-9397-08002B2CF9AE}" pid="4" name="MSIP_Label_178c0f71-65dc-41d1-a799-91080a268621_Method">
    <vt:lpwstr>Standard</vt:lpwstr>
  </property>
  <property fmtid="{D5CDD505-2E9C-101B-9397-08002B2CF9AE}" pid="5" name="MSIP_Label_178c0f71-65dc-41d1-a799-91080a268621_Name">
    <vt:lpwstr>Internal - Crayon Group Only</vt:lpwstr>
  </property>
  <property fmtid="{D5CDD505-2E9C-101B-9397-08002B2CF9AE}" pid="6" name="MSIP_Label_178c0f71-65dc-41d1-a799-91080a268621_SiteId">
    <vt:lpwstr>8f47ad71-44ca-48bf-afe3-56b9360a4495</vt:lpwstr>
  </property>
  <property fmtid="{D5CDD505-2E9C-101B-9397-08002B2CF9AE}" pid="7" name="MSIP_Label_178c0f71-65dc-41d1-a799-91080a268621_ActionId">
    <vt:lpwstr>64a6cef0-0ecb-4b11-9d7c-c49843cf6076</vt:lpwstr>
  </property>
  <property fmtid="{D5CDD505-2E9C-101B-9397-08002B2CF9AE}" pid="8" name="MSIP_Label_178c0f71-65dc-41d1-a799-91080a268621_ContentBits">
    <vt:lpwstr>2</vt:lpwstr>
  </property>
  <property fmtid="{D5CDD505-2E9C-101B-9397-08002B2CF9AE}" pid="9" name="MSIP_Label_178c0f71-65dc-41d1-a799-91080a268621_Tag">
    <vt:lpwstr>50, 3, 0, 1</vt:lpwstr>
  </property>
  <property fmtid="{D5CDD505-2E9C-101B-9397-08002B2CF9AE}" pid="10" name="ClassificationContentMarkingFooterLocations">
    <vt:lpwstr>SoftwareOne- Light Design - 2026:3</vt:lpwstr>
  </property>
  <property fmtid="{D5CDD505-2E9C-101B-9397-08002B2CF9AE}" pid="11" name="ClassificationContentMarkingFooterText">
    <vt:lpwstr>Internal Only</vt:lpwstr>
  </property>
  <property fmtid="{D5CDD505-2E9C-101B-9397-08002B2CF9AE}" pid="12" name="ContentTypeId">
    <vt:lpwstr>0x010100D7E95115D7EF8C4993D4C41B8A590258</vt:lpwstr>
  </property>
  <property fmtid="{D5CDD505-2E9C-101B-9397-08002B2CF9AE}" pid="13" name="MediaServiceImageTags">
    <vt:lpwstr/>
  </property>
  <property fmtid="{D5CDD505-2E9C-101B-9397-08002B2CF9AE}" pid="14" name="DocumentInfoFinished">
    <vt:lpwstr>True</vt:lpwstr>
  </property>
</Properties>
</file>
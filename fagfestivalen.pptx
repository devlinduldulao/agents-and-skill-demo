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47"/>
  </p:notesMasterIdLst>
  <p:sldIdLst>
    <p:sldId id="2147481206" r:id="rId5"/>
    <p:sldId id="291" r:id="rId6"/>
    <p:sldId id="292" r:id="rId7"/>
    <p:sldId id="290" r:id="rId8"/>
    <p:sldId id="270" r:id="rId9"/>
    <p:sldId id="293" r:id="rId10"/>
    <p:sldId id="277" r:id="rId11"/>
    <p:sldId id="294" r:id="rId12"/>
    <p:sldId id="295" r:id="rId13"/>
    <p:sldId id="296" r:id="rId14"/>
    <p:sldId id="297" r:id="rId15"/>
    <p:sldId id="286" r:id="rId16"/>
    <p:sldId id="298" r:id="rId17"/>
    <p:sldId id="299" r:id="rId18"/>
    <p:sldId id="300" r:id="rId19"/>
    <p:sldId id="301" r:id="rId20"/>
    <p:sldId id="316" r:id="rId21"/>
    <p:sldId id="289" r:id="rId22"/>
    <p:sldId id="302" r:id="rId23"/>
    <p:sldId id="317" r:id="rId24"/>
    <p:sldId id="303" r:id="rId25"/>
    <p:sldId id="304" r:id="rId26"/>
    <p:sldId id="305" r:id="rId27"/>
    <p:sldId id="318" r:id="rId28"/>
    <p:sldId id="306" r:id="rId29"/>
    <p:sldId id="311" r:id="rId30"/>
    <p:sldId id="307" r:id="rId31"/>
    <p:sldId id="308" r:id="rId32"/>
    <p:sldId id="314" r:id="rId33"/>
    <p:sldId id="322" r:id="rId34"/>
    <p:sldId id="319" r:id="rId35"/>
    <p:sldId id="320" r:id="rId36"/>
    <p:sldId id="321" r:id="rId37"/>
    <p:sldId id="309" r:id="rId38"/>
    <p:sldId id="323" r:id="rId39"/>
    <p:sldId id="310" r:id="rId40"/>
    <p:sldId id="312" r:id="rId41"/>
    <p:sldId id="313" r:id="rId42"/>
    <p:sldId id="315" r:id="rId43"/>
    <p:sldId id="326" r:id="rId44"/>
    <p:sldId id="327" r:id="rId45"/>
    <p:sldId id="2147481208" r:id="rId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6102" autoAdjust="0"/>
    <p:restoredTop sz="48588" autoAdjust="0"/>
  </p:normalViewPr>
  <p:slideViewPr>
    <p:cSldViewPr snapToGrid="0">
      <p:cViewPr varScale="1">
        <p:scale>
          <a:sx n="46" d="100"/>
          <a:sy n="46" d="100"/>
        </p:scale>
        <p:origin x="1128"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MX"/>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CDEAEB-3051-6D43-9313-DB1BEC9F8153}" type="datetimeFigureOut">
              <a:rPr lang="en-MX" smtClean="0"/>
              <a:t>08/25/2026</a:t>
            </a:fld>
            <a:endParaRPr lang="en-MX"/>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MX"/>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MX"/>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MX"/>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7D4CA-39E9-EC45-91A4-5CA38771D5C4}" type="slidenum">
              <a:rPr lang="en-MX" smtClean="0"/>
              <a:t>‹#›</a:t>
            </a:fld>
            <a:endParaRPr lang="en-MX"/>
          </a:p>
        </p:txBody>
      </p:sp>
    </p:spTree>
    <p:extLst>
      <p:ext uri="{BB962C8B-B14F-4D97-AF65-F5344CB8AC3E}">
        <p14:creationId xmlns:p14="http://schemas.microsoft.com/office/powerpoint/2010/main" val="38032934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daloyjs.dev/docs/odm/ottoman.md"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What is an agent? Everything is new so it can still be a bit confusing. One developer is thinking about a chatbot, and another developer is thinking about a script with a while-loop in it, and another developer is thinking about fine-tuning. </a:t>
            </a:r>
          </a:p>
          <a:p>
            <a:endParaRPr lang="en-GB" sz="1200" dirty="0"/>
          </a:p>
          <a:p>
            <a:r>
              <a:rPr lang="en-GB" sz="1200" dirty="0"/>
              <a:t>So today we are going to talk about 5 official terms in ai. AGENTS.md. Agent skills. MCP. A2A. And subagents.</a:t>
            </a:r>
          </a:p>
          <a:p>
            <a:endParaRPr lang="en-GB" sz="1200" dirty="0"/>
          </a:p>
          <a:p>
            <a:r>
              <a:rPr lang="en-GB" sz="1200" dirty="0"/>
              <a:t>But I am not going to start there. So, we are going to spend the first five minutes on how we got here.</a:t>
            </a:r>
          </a:p>
          <a:p>
            <a:endParaRPr lang="en-GB" sz="1200" dirty="0"/>
          </a:p>
          <a:p>
            <a:r>
              <a:rPr lang="en-GB" sz="1200" dirty="0"/>
              <a:t>Let's go back to 2023.</a:t>
            </a:r>
          </a:p>
          <a:p>
            <a:endParaRPr lang="en-GB" dirty="0"/>
          </a:p>
        </p:txBody>
      </p:sp>
      <p:sp>
        <p:nvSpPr>
          <p:cNvPr id="4" name="Slide Number Placeholder 3"/>
          <p:cNvSpPr>
            <a:spLocks noGrp="1"/>
          </p:cNvSpPr>
          <p:nvPr>
            <p:ph type="sldNum" sz="quarter" idx="5"/>
          </p:nvPr>
        </p:nvSpPr>
        <p:spPr/>
        <p:txBody>
          <a:bodyPr/>
          <a:lstStyle/>
          <a:p>
            <a:fld id="{B5B7D4CA-39E9-EC45-91A4-5CA38771D5C4}" type="slidenum">
              <a:rPr lang="en-MX" smtClean="0"/>
              <a:t>1</a:t>
            </a:fld>
            <a:endParaRPr lang="en-MX"/>
          </a:p>
        </p:txBody>
      </p:sp>
    </p:spTree>
    <p:extLst>
      <p:ext uri="{BB962C8B-B14F-4D97-AF65-F5344CB8AC3E}">
        <p14:creationId xmlns:p14="http://schemas.microsoft.com/office/powerpoint/2010/main" val="3958503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2023, a well-known legal tech start-up, Harvey, decided that a general-purpose model was not good enough for legal work.</a:t>
            </a:r>
          </a:p>
          <a:p>
            <a:endParaRPr lang="en-GB" sz="1200" dirty="0"/>
          </a:p>
          <a:p>
            <a:r>
              <a:rPr lang="en-GB" sz="1200" dirty="0"/>
              <a:t>So, they partnered with OpenAI, and they built their own. They fine-tuned a custom model on legal data.</a:t>
            </a:r>
          </a:p>
          <a:p>
            <a:endParaRPr lang="en-GB" sz="1200" dirty="0"/>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4043579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Then they ran blind tests. Real attorneys or lawyers. Given output from the custom model, and output from “GPT-4”, which at the time was the best model on earth..</a:t>
            </a:r>
          </a:p>
          <a:p>
            <a:endParaRPr lang="en-GB" sz="1200" dirty="0"/>
          </a:p>
          <a:p>
            <a:r>
              <a:rPr lang="en-GB" sz="1200" dirty="0"/>
              <a:t>Guess what. The attorneys preferred the custom model. Ninety-seven percent of the time.</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9826136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C587F-6B2E-D276-F6C0-F58FFEFE75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0B7E30-8208-3A76-44C0-83F8F2BAEC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5FFE5-1EF9-2754-70D4-F54E69201E79}"/>
              </a:ext>
            </a:extLst>
          </p:cNvPr>
          <p:cNvSpPr>
            <a:spLocks noGrp="1"/>
          </p:cNvSpPr>
          <p:nvPr>
            <p:ph type="body" idx="1"/>
          </p:nvPr>
        </p:nvSpPr>
        <p:spPr/>
        <p:txBody>
          <a:bodyPr>
            <a:normAutofit/>
          </a:bodyPr>
          <a:lstStyle/>
          <a:p>
            <a:r>
              <a:rPr lang="en-GB" sz="1600" dirty="0"/>
              <a:t>Ninety-seven means almost all.</a:t>
            </a:r>
          </a:p>
          <a:p>
            <a:endParaRPr lang="en-GB" sz="1600" dirty="0"/>
          </a:p>
          <a:p>
            <a:r>
              <a:rPr lang="en-GB" sz="1600" dirty="0"/>
              <a:t>And the lesson looked completely obvious. If the general model is not quite right for your domain, train your own. That was correct advice in 2023. </a:t>
            </a:r>
          </a:p>
          <a:p>
            <a:endParaRPr lang="en-GB" sz="1600" dirty="0"/>
          </a:p>
          <a:p>
            <a:r>
              <a:rPr lang="en-GB" sz="1600" dirty="0"/>
              <a:t>The thing is, models are getting better every 3 months.</a:t>
            </a:r>
          </a:p>
        </p:txBody>
      </p:sp>
      <p:sp>
        <p:nvSpPr>
          <p:cNvPr id="4" name="Slide Number Placeholder 3">
            <a:extLst>
              <a:ext uri="{FF2B5EF4-FFF2-40B4-BE49-F238E27FC236}">
                <a16:creationId xmlns:a16="http://schemas.microsoft.com/office/drawing/2014/main" id="{9A24B745-59B2-6264-85F4-7535695F430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030486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Two years later, the same company did something genuinely admirable. They built and published their own legal benchmark. A real measurement of how well a model does actual legal work.</a:t>
            </a:r>
          </a:p>
          <a:p>
            <a:endParaRPr lang="en-GB" sz="1600" dirty="0"/>
          </a:p>
          <a:p>
            <a:r>
              <a:rPr lang="en-GB" sz="1600" dirty="0"/>
              <a:t>And then they ran their own custom model against the current frontier models.</a:t>
            </a:r>
          </a:p>
          <a:p>
            <a:endParaRPr lang="en-GB" sz="1600" dirty="0"/>
          </a:p>
          <a:p>
            <a:r>
              <a:rPr lang="en-GB" sz="1600" dirty="0"/>
              <a:t>Seven of the general-purpose models beat it.</a:t>
            </a:r>
          </a:p>
          <a:p>
            <a:endParaRPr lang="en-GB" sz="1600" dirty="0"/>
          </a:p>
          <a:p>
            <a:r>
              <a:rPr lang="en-GB" sz="1600" dirty="0"/>
              <a:t>Those were not trained or fine-tuned. The models are really good even without domain data, cases, or contracts injected in the context.</a:t>
            </a:r>
          </a:p>
          <a:p>
            <a:endParaRPr lang="en-GB" sz="1600"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The same thing happened to Bloomberg. They trained </a:t>
            </a:r>
            <a:r>
              <a:rPr lang="en-GB" sz="1200" dirty="0" err="1"/>
              <a:t>BloombergGPT</a:t>
            </a:r>
            <a:r>
              <a:rPr lang="en-GB" sz="1200" dirty="0"/>
              <a:t> from scratch on financial data. Serious, expensive, well-executed engineering. And later evaluations found GPT-4 beating it on many financial benchmarks.</a:t>
            </a:r>
          </a:p>
          <a:p>
            <a:endParaRPr lang="en-GB" sz="1200" dirty="0"/>
          </a:p>
          <a:p>
            <a:r>
              <a:rPr lang="en-GB" sz="1200" dirty="0"/>
              <a:t>Now, neither of those teams made a bad decision. I want to be clear about that. In 2023 they were right.</a:t>
            </a:r>
          </a:p>
          <a:p>
            <a:endParaRPr lang="en-GB" sz="1200" dirty="0"/>
          </a:p>
          <a:p>
            <a:r>
              <a:rPr lang="en-GB" sz="1200" dirty="0"/>
              <a:t>So, the question is: why?</a:t>
            </a:r>
          </a:p>
          <a:p>
            <a:endParaRPr lang="en-GB"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522796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Three things happened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ACD885-FFEA-B4A6-E396-00ECAD2EA9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DF7FE-FA7D-696E-BEAD-457A2512B3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98C3C2-4D50-04DC-3AA8-5FC9088B2E60}"/>
              </a:ext>
            </a:extLst>
          </p:cNvPr>
          <p:cNvSpPr>
            <a:spLocks noGrp="1"/>
          </p:cNvSpPr>
          <p:nvPr>
            <p:ph type="body" idx="1"/>
          </p:nvPr>
        </p:nvSpPr>
        <p:spPr/>
        <p:txBody>
          <a:bodyPr>
            <a:normAutofit/>
          </a:bodyPr>
          <a:lstStyle/>
          <a:p>
            <a:r>
              <a:rPr lang="en-GB" sz="1600" dirty="0"/>
              <a:t>Context windows exploded. GPT-3 held two thousand tokens. Today a frontier model reads a million. Think about what that changes. If the model can read five hundred pages of contracts directly in the prompt, why would you ever bake those documents into the weights? </a:t>
            </a:r>
            <a:br>
              <a:rPr lang="en-GB" sz="1600" dirty="0"/>
            </a:br>
            <a:br>
              <a:rPr lang="en-GB" sz="1600" dirty="0"/>
            </a:br>
            <a:r>
              <a:rPr lang="en-US" sz="1600" dirty="0"/>
              <a:t>A weight is a learned numerical value in an LLM that determines how strongly one piece of information influences the model's output. Without weights being adjusted, the model wouldn't actually learn from the training data.</a:t>
            </a:r>
            <a:endParaRPr lang="en-GB" sz="1600" dirty="0"/>
          </a:p>
        </p:txBody>
      </p:sp>
      <p:sp>
        <p:nvSpPr>
          <p:cNvPr id="4" name="Slide Number Placeholder 3">
            <a:extLst>
              <a:ext uri="{FF2B5EF4-FFF2-40B4-BE49-F238E27FC236}">
                <a16:creationId xmlns:a16="http://schemas.microsoft.com/office/drawing/2014/main" id="{2A839E74-C107-F111-09B0-CA5D80BBAB2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029977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36D63-EB96-9B3C-68CA-9A53DC8F46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6DC911-4619-BB9B-A573-E7DFF54F8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1D5C7D-7EE6-6A08-6886-149923A981E6}"/>
              </a:ext>
            </a:extLst>
          </p:cNvPr>
          <p:cNvSpPr>
            <a:spLocks noGrp="1"/>
          </p:cNvSpPr>
          <p:nvPr>
            <p:ph type="body" idx="1"/>
          </p:nvPr>
        </p:nvSpPr>
        <p:spPr/>
        <p:txBody>
          <a:bodyPr>
            <a:normAutofit/>
          </a:bodyPr>
          <a:lstStyle/>
          <a:p>
            <a:r>
              <a:rPr lang="en-GB" sz="1600" dirty="0"/>
              <a:t>Second, reasoning moved to inference time. The model now thinks when you ask the question. Reasoning models will just work on your question step-by-step before answering. It does it’s own loop inside.</a:t>
            </a:r>
          </a:p>
        </p:txBody>
      </p:sp>
      <p:sp>
        <p:nvSpPr>
          <p:cNvPr id="4" name="Slide Number Placeholder 3">
            <a:extLst>
              <a:ext uri="{FF2B5EF4-FFF2-40B4-BE49-F238E27FC236}">
                <a16:creationId xmlns:a16="http://schemas.microsoft.com/office/drawing/2014/main" id="{A1CB8878-7B1B-DD9C-D984-B6C50D27E76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6246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CD6726-45A8-E322-74CB-15F84EB1F6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670C8F-7022-4299-93F3-12CE6515F6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672F03-BDEB-EB27-B61C-53475B19937F}"/>
              </a:ext>
            </a:extLst>
          </p:cNvPr>
          <p:cNvSpPr>
            <a:spLocks noGrp="1"/>
          </p:cNvSpPr>
          <p:nvPr>
            <p:ph type="body" idx="1"/>
          </p:nvPr>
        </p:nvSpPr>
        <p:spPr/>
        <p:txBody>
          <a:bodyPr>
            <a:normAutofit/>
          </a:bodyPr>
          <a:lstStyle/>
          <a:p>
            <a:r>
              <a:rPr lang="en-GB" sz="1600" dirty="0"/>
              <a:t>And third, cost fell. And it keeps falling.</a:t>
            </a:r>
          </a:p>
          <a:p>
            <a:endParaRPr lang="en-GB" sz="1600" dirty="0"/>
          </a:p>
          <a:p>
            <a:r>
              <a:rPr lang="en-GB" sz="1600" dirty="0"/>
              <a:t>The baseline you are trying to beat gets better every few months while the model you fine-tuned is stuck in that knowledge you used to customize it..</a:t>
            </a:r>
          </a:p>
          <a:p>
            <a:endParaRPr lang="en-GB" sz="1600" dirty="0"/>
          </a:p>
        </p:txBody>
      </p:sp>
      <p:sp>
        <p:nvSpPr>
          <p:cNvPr id="4" name="Slide Number Placeholder 3">
            <a:extLst>
              <a:ext uri="{FF2B5EF4-FFF2-40B4-BE49-F238E27FC236}">
                <a16:creationId xmlns:a16="http://schemas.microsoft.com/office/drawing/2014/main" id="{89C6F67F-888F-4220-0C45-FDC2FE83EEE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758341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58983-CA8C-73EC-41B0-8751679AE2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4A7FB9-A929-8776-5455-E0BD31C51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6FB98-F1AC-49A5-09F9-847F458C3FB3}"/>
              </a:ext>
            </a:extLst>
          </p:cNvPr>
          <p:cNvSpPr>
            <a:spLocks noGrp="1"/>
          </p:cNvSpPr>
          <p:nvPr>
            <p:ph type="body" idx="1"/>
          </p:nvPr>
        </p:nvSpPr>
        <p:spPr/>
        <p:txBody>
          <a:bodyPr>
            <a:normAutofit/>
          </a:bodyPr>
          <a:lstStyle/>
          <a:p>
            <a:r>
              <a:rPr lang="en-GB" sz="1600" dirty="0"/>
              <a:t>A quick analogy here: </a:t>
            </a:r>
            <a:br>
              <a:rPr lang="en-GB" sz="1600" dirty="0"/>
            </a:br>
            <a:br>
              <a:rPr lang="en-GB" sz="1600" dirty="0"/>
            </a:br>
            <a:r>
              <a:rPr lang="en-GB" sz="1600" dirty="0"/>
              <a:t>A fine-tune model is a snapshot. A frontier model is a video.</a:t>
            </a:r>
          </a:p>
        </p:txBody>
      </p:sp>
      <p:sp>
        <p:nvSpPr>
          <p:cNvPr id="4" name="Slide Number Placeholder 3">
            <a:extLst>
              <a:ext uri="{FF2B5EF4-FFF2-40B4-BE49-F238E27FC236}">
                <a16:creationId xmlns:a16="http://schemas.microsoft.com/office/drawing/2014/main" id="{700A726A-46F7-D88F-4770-DEBA5F8368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535221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So, if you are not adjusting weights anymore, how do you make a general model behave like a specialist of a domain you are working on? Like the best lawyer or doctor?</a:t>
            </a:r>
          </a:p>
          <a:p>
            <a:endParaRPr lang="en-GB" sz="1600" dirty="0"/>
          </a:p>
          <a:p>
            <a:r>
              <a:rPr lang="en-GB" sz="1600" dirty="0"/>
              <a:t>It turns out there is a whole stack for that.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1E468-D376-CBF8-EA99-46551401E9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E002CA-BF8E-3F99-E447-907959079E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681A2D-4654-ED9C-735F-EFAF2A58F92E}"/>
              </a:ext>
            </a:extLst>
          </p:cNvPr>
          <p:cNvSpPr>
            <a:spLocks noGrp="1"/>
          </p:cNvSpPr>
          <p:nvPr>
            <p:ph type="body" idx="1"/>
          </p:nvPr>
        </p:nvSpPr>
        <p:spPr/>
        <p:txBody>
          <a:bodyPr>
            <a:normAutofit/>
          </a:bodyPr>
          <a:lstStyle/>
          <a:p>
            <a:r>
              <a:rPr lang="en-GB" sz="1600" dirty="0"/>
              <a:t>If what is missing is facts, you retrieve them. You go and fetch the right documents at the moment of the question and put them in the prompt. That is RAG short for Retrieval-Augmented Generation. It is fresh, you can cite the source, and it still respects who is allowed to see what. </a:t>
            </a:r>
          </a:p>
        </p:txBody>
      </p:sp>
      <p:sp>
        <p:nvSpPr>
          <p:cNvPr id="4" name="Slide Number Placeholder 3">
            <a:extLst>
              <a:ext uri="{FF2B5EF4-FFF2-40B4-BE49-F238E27FC236}">
                <a16:creationId xmlns:a16="http://schemas.microsoft.com/office/drawing/2014/main" id="{3D61C87F-4B09-D8D9-D427-9BC0482EFCB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897344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26069F-BA6F-4FCF-425F-8E7BEEE20B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030E3-334C-A077-DB3D-01B8780BAE4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C96052-9778-6350-6A7A-5AF238652106}"/>
              </a:ext>
            </a:extLst>
          </p:cNvPr>
          <p:cNvSpPr>
            <a:spLocks noGrp="1"/>
          </p:cNvSpPr>
          <p:nvPr>
            <p:ph type="body" idx="1"/>
          </p:nvPr>
        </p:nvSpPr>
        <p:spPr/>
        <p:txBody>
          <a:bodyPr>
            <a:normAutofit/>
          </a:bodyPr>
          <a:lstStyle/>
          <a:p>
            <a:r>
              <a:rPr lang="en-GB" sz="1600" dirty="0"/>
              <a:t>If what is missing is framing, that is context engineering. Deciding, in code, exactly what the model sees when it is called. </a:t>
            </a:r>
          </a:p>
        </p:txBody>
      </p:sp>
      <p:sp>
        <p:nvSpPr>
          <p:cNvPr id="4" name="Slide Number Placeholder 3">
            <a:extLst>
              <a:ext uri="{FF2B5EF4-FFF2-40B4-BE49-F238E27FC236}">
                <a16:creationId xmlns:a16="http://schemas.microsoft.com/office/drawing/2014/main" id="{33C474CE-6BDD-89E7-CBB2-6DFEB53E8F19}"/>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80343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BA68C-E03D-5F67-42FF-770FBDD200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45166-DB66-3D31-F937-E6127363ED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A79C90-7B2D-D172-0A86-06DEF7950BF1}"/>
              </a:ext>
            </a:extLst>
          </p:cNvPr>
          <p:cNvSpPr>
            <a:spLocks noGrp="1"/>
          </p:cNvSpPr>
          <p:nvPr>
            <p:ph type="body" idx="1"/>
          </p:nvPr>
        </p:nvSpPr>
        <p:spPr/>
        <p:txBody>
          <a:bodyPr>
            <a:normAutofit/>
          </a:bodyPr>
          <a:lstStyle/>
          <a:p>
            <a:r>
              <a:rPr lang="en-GB" sz="1600" dirty="0"/>
              <a:t>Skill.md file if what is missing is know-how, how we do this here, the actual procedure.</a:t>
            </a:r>
          </a:p>
        </p:txBody>
      </p:sp>
      <p:sp>
        <p:nvSpPr>
          <p:cNvPr id="4" name="Slide Number Placeholder 3">
            <a:extLst>
              <a:ext uri="{FF2B5EF4-FFF2-40B4-BE49-F238E27FC236}">
                <a16:creationId xmlns:a16="http://schemas.microsoft.com/office/drawing/2014/main" id="{DD733901-E453-1CC5-88B2-BEE265F7BC0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72457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1FC37-A746-D790-64C7-5DD6001B37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7FF70E-BE2C-8C94-36ED-F4DA8F80C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119930-8088-7588-2C1E-2A93E2BBE246}"/>
              </a:ext>
            </a:extLst>
          </p:cNvPr>
          <p:cNvSpPr>
            <a:spLocks noGrp="1"/>
          </p:cNvSpPr>
          <p:nvPr>
            <p:ph type="body" idx="1"/>
          </p:nvPr>
        </p:nvSpPr>
        <p:spPr/>
        <p:txBody>
          <a:bodyPr>
            <a:normAutofit/>
          </a:bodyPr>
          <a:lstStyle/>
          <a:p>
            <a:r>
              <a:rPr lang="en-GB" sz="1600" dirty="0"/>
              <a:t>They don’t need training.</a:t>
            </a:r>
          </a:p>
        </p:txBody>
      </p:sp>
      <p:sp>
        <p:nvSpPr>
          <p:cNvPr id="4" name="Slide Number Placeholder 3">
            <a:extLst>
              <a:ext uri="{FF2B5EF4-FFF2-40B4-BE49-F238E27FC236}">
                <a16:creationId xmlns:a16="http://schemas.microsoft.com/office/drawing/2014/main" id="{19DC323A-20D9-7FB1-E497-9C01D304FF8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2242160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have an annoying personality. I love telling movie or sports spoilers to my friends and families. </a:t>
            </a:r>
          </a:p>
          <a:p>
            <a:endParaRPr lang="en-GB" dirty="0"/>
          </a:p>
          <a:p>
            <a:r>
              <a:rPr lang="en-GB" dirty="0"/>
              <a:t>Here are the spoilers, so you  don’t have to spend a lot of time figuring out where do they live or what are them.</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394204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more like a TL;DR. </a:t>
            </a:r>
          </a:p>
          <a:p>
            <a:endParaRPr lang="en-GB" dirty="0"/>
          </a:p>
          <a:p>
            <a:r>
              <a:rPr lang="en-GB" dirty="0"/>
              <a:t>MCP and A2A are external workflows. Let’s imagine each one of us has a software company….</a:t>
            </a:r>
          </a:p>
          <a:p>
            <a:endParaRPr lang="en-GB" dirty="0"/>
          </a:p>
          <a:p>
            <a:r>
              <a:rPr lang="en-GB" dirty="0"/>
              <a:t>I will show 2 slides after this for the AGENTS.md and SKILL.md then I will go to my VS Code to show you a real-world sample.</a:t>
            </a:r>
          </a:p>
          <a:p>
            <a:endParaRPr lang="en-GB" dirty="0"/>
          </a:p>
          <a:p>
            <a:r>
              <a:rPr lang="en-GB" dirty="0"/>
              <a:t>Subagents is just for your own solution. It is an internal workflow. You own it, you control it.</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8989463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GB" sz="1600" dirty="0"/>
              <a:t>1</a:t>
            </a:r>
            <a:r>
              <a:rPr lang="en-GB" sz="1600" baseline="30000" dirty="0"/>
              <a:t>st</a:t>
            </a:r>
            <a:r>
              <a:rPr lang="en-GB" sz="1600" dirty="0"/>
              <a:t> term: AGENTS dot md.</a:t>
            </a:r>
          </a:p>
          <a:p>
            <a:endParaRPr lang="en-GB" sz="1600" dirty="0"/>
          </a:p>
          <a:p>
            <a:r>
              <a:rPr lang="en-GB" sz="1600" dirty="0"/>
              <a:t>It is just a markdown file. You don’t need to install anything. You create a file called AGENTS.md into your repository.</a:t>
            </a:r>
          </a:p>
          <a:p>
            <a:endParaRPr lang="en-GB" sz="1600" dirty="0"/>
          </a:p>
          <a:p>
            <a:r>
              <a:rPr lang="en-GB" sz="1600" dirty="0"/>
              <a:t>What’s you write there? The things you would tell a new developer on their first day. This is how you build the project. These are the commands that run the tests. We use this naming convention. Do not touch the generated folder. Pull requests look like this. Etc. </a:t>
            </a:r>
          </a:p>
          <a:p>
            <a:endParaRPr lang="en-GB" sz="1600" dirty="0"/>
          </a:p>
          <a:p>
            <a:r>
              <a:rPr lang="en-GB" sz="1600" dirty="0"/>
              <a:t>This will always be loaded in your ai context. </a:t>
            </a:r>
          </a:p>
          <a:p>
            <a:endParaRPr lang="en-GB" sz="1600" dirty="0"/>
          </a:p>
          <a:p>
            <a:r>
              <a:rPr lang="en-GB" sz="1600" dirty="0"/>
              <a:t>You can still add more AGENTS.md files if you have other applications in your repository.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C7EB3E-F339-1332-9EA9-706F0AE38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5EC06E-3F45-E3A1-0A8F-877DA0AE70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C31E1-A097-93AF-4D82-36826DF810DE}"/>
              </a:ext>
            </a:extLst>
          </p:cNvPr>
          <p:cNvSpPr>
            <a:spLocks noGrp="1"/>
          </p:cNvSpPr>
          <p:nvPr>
            <p:ph type="body" idx="1"/>
          </p:nvPr>
        </p:nvSpPr>
        <p:spPr/>
        <p:txBody>
          <a:bodyPr>
            <a:normAutofit/>
          </a:bodyPr>
          <a:lstStyle/>
          <a:p>
            <a:endParaRPr lang="en-GB" sz="1600" dirty="0"/>
          </a:p>
        </p:txBody>
      </p:sp>
      <p:sp>
        <p:nvSpPr>
          <p:cNvPr id="4" name="Slide Number Placeholder 3">
            <a:extLst>
              <a:ext uri="{FF2B5EF4-FFF2-40B4-BE49-F238E27FC236}">
                <a16:creationId xmlns:a16="http://schemas.microsoft.com/office/drawing/2014/main" id="{6E6B95E5-AE2B-E0FD-7018-7171B7CCE61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3536231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2</a:t>
            </a:r>
            <a:r>
              <a:rPr lang="en-GB" sz="1600" baseline="30000" dirty="0"/>
              <a:t>nd</a:t>
            </a:r>
            <a:r>
              <a:rPr lang="en-GB" sz="1600" dirty="0"/>
              <a:t> term: agent skills. I think this what matters most right now for engineers or developers or data scientists who deal with repositories. </a:t>
            </a:r>
          </a:p>
          <a:p>
            <a:endParaRPr lang="en-GB" sz="1600" dirty="0"/>
          </a:p>
          <a:p>
            <a:r>
              <a:rPr lang="en-GB" sz="1600" dirty="0"/>
              <a:t>A skill is a folder. Inside that folder is a file called SKILL dot md file, and that file has three things or parts: a name, a trigger also known as the description, and instructions.</a:t>
            </a:r>
          </a:p>
          <a:p>
            <a:endParaRPr lang="en-GB" sz="1600" dirty="0"/>
          </a:p>
          <a:p>
            <a:r>
              <a:rPr lang="en-GB" sz="1600" dirty="0"/>
              <a:t>The trigger is the important one.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Level one is the front matter. This loads to the context window right away. The name and the trigger.</a:t>
            </a:r>
          </a:p>
          <a:p>
            <a:endParaRPr lang="en-GB" sz="1600" dirty="0"/>
          </a:p>
          <a:p>
            <a:r>
              <a:rPr lang="en-GB" sz="1600" dirty="0"/>
              <a:t>Level two is the body. This gets loaded on demand or when only it is needed or get triggered. The actual instructions. </a:t>
            </a:r>
          </a:p>
          <a:p>
            <a:endParaRPr lang="en-GB" sz="1600" dirty="0"/>
          </a:p>
          <a:p>
            <a:r>
              <a:rPr lang="en-GB" sz="1600" dirty="0"/>
              <a:t>Level three is optional: linked files, scripts or commands, and a references folder for the extra detail linked from the body.</a:t>
            </a:r>
          </a:p>
          <a:p>
            <a:endParaRPr lang="en-GB" sz="1600" dirty="0"/>
          </a:p>
          <a:p>
            <a:r>
              <a:rPr lang="en-GB" sz="1600" dirty="0"/>
              <a:t>So, the AI builds itself a little internal registry in itself. Whenever you prompt, the model looks at its registry.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There is a tendency in agents that they will ignore your skills especially if they are vague. Not unless you specifically include the path of your skills and tell it to use it.</a:t>
            </a:r>
          </a:p>
          <a:p>
            <a:r>
              <a:rPr lang="en-GB" sz="1600" dirty="0"/>
              <a:t>So the best practice is include what and when and you have to oversell like verbose sentences to use the skills.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D3FA-3973-DCF4-25F6-57B6EA74F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93ABA-A8CE-CA40-70BF-D4BF681ABD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43DA2A-C0CB-A77A-772D-97C2FE7474A1}"/>
              </a:ext>
            </a:extLst>
          </p:cNvPr>
          <p:cNvSpPr>
            <a:spLocks noGrp="1"/>
          </p:cNvSpPr>
          <p:nvPr>
            <p:ph type="body" idx="1"/>
          </p:nvPr>
        </p:nvSpPr>
        <p:spPr/>
        <p:txBody>
          <a:bodyPr>
            <a:normAutofit/>
          </a:bodyPr>
          <a:lstStyle/>
          <a:p>
            <a:endParaRPr lang="en-GB" sz="1600" dirty="0"/>
          </a:p>
        </p:txBody>
      </p:sp>
      <p:sp>
        <p:nvSpPr>
          <p:cNvPr id="4" name="Slide Number Placeholder 3">
            <a:extLst>
              <a:ext uri="{FF2B5EF4-FFF2-40B4-BE49-F238E27FC236}">
                <a16:creationId xmlns:a16="http://schemas.microsoft.com/office/drawing/2014/main" id="{8F60F5A6-A613-9101-38D9-65767499FE1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448345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A skill file can run code into your machine and can go to your file system and environment variables.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B1B6-053E-1091-02A2-E30E10ADC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CCF44-D2A3-1674-2BBC-51E646DC35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1CB9BD-8E41-5EB6-85E3-3352BEBB45EB}"/>
              </a:ext>
            </a:extLst>
          </p:cNvPr>
          <p:cNvSpPr>
            <a:spLocks noGrp="1"/>
          </p:cNvSpPr>
          <p:nvPr>
            <p:ph type="body" idx="1"/>
          </p:nvPr>
        </p:nvSpPr>
        <p:spPr/>
        <p:txBody>
          <a:bodyPr>
            <a:normAutofit/>
          </a:bodyPr>
          <a:lstStyle/>
          <a:p>
            <a:r>
              <a:rPr lang="en-GB" sz="1600" dirty="0"/>
              <a:t>Almost four thousand public skills and 35% of it had a security flaw thru prompt injection. So it make sense to know or read a third-party skills or skills written by someone and sharing it to the internet and framing it as a skill for writing python codes with best practice in mind.</a:t>
            </a:r>
          </a:p>
        </p:txBody>
      </p:sp>
      <p:sp>
        <p:nvSpPr>
          <p:cNvPr id="4" name="Slide Number Placeholder 3">
            <a:extLst>
              <a:ext uri="{FF2B5EF4-FFF2-40B4-BE49-F238E27FC236}">
                <a16:creationId xmlns:a16="http://schemas.microsoft.com/office/drawing/2014/main" id="{4833C999-A9BC-ABD5-64E0-2850FBED6BC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7755975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Update AGENTS, delete some of your skills.</a:t>
            </a:r>
          </a:p>
          <a:p>
            <a:endParaRPr lang="en-GB" sz="1600" dirty="0"/>
          </a:p>
          <a:p>
            <a:r>
              <a:rPr lang="en-GB" sz="1600" dirty="0"/>
              <a:t>The models today might already have reflex or knowledge of the instructions you wrote 6 months ago. Models today might already know them. </a:t>
            </a:r>
          </a:p>
          <a:p>
            <a:endParaRPr lang="en-GB" sz="1600" dirty="0"/>
          </a:p>
          <a:p>
            <a:r>
              <a:rPr lang="en-US" sz="1600" dirty="0">
                <a:hlinkClick r:id="rId3"/>
              </a:rPr>
              <a:t>daloyjs.dev/docs/odm/ottoman.md</a:t>
            </a:r>
            <a:endParaRPr lang="en-GB" sz="1600"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07445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3</a:t>
            </a:r>
            <a:r>
              <a:rPr lang="en-GB" sz="1600" baseline="30000" dirty="0"/>
              <a:t>rd</a:t>
            </a:r>
            <a:r>
              <a:rPr lang="en-GB" sz="1600" dirty="0"/>
              <a:t> terminology: MCP. Model Context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In web development, developers use Swagger or </a:t>
            </a:r>
            <a:r>
              <a:rPr lang="en-GB" sz="1200" dirty="0" err="1"/>
              <a:t>OpenApi</a:t>
            </a:r>
            <a:r>
              <a:rPr lang="en-GB" sz="1200" dirty="0"/>
              <a:t> spec. It’s a list of operations you can do in the backend server.</a:t>
            </a:r>
          </a:p>
          <a:p>
            <a:endParaRPr lang="en-GB" sz="1200" dirty="0"/>
          </a:p>
          <a:p>
            <a:r>
              <a:rPr lang="en-GB" sz="1200" dirty="0"/>
              <a:t>This is the same in the MCP. You create a list of operations of what an AI agent can request from the backend server.</a:t>
            </a:r>
          </a:p>
          <a:p>
            <a:endParaRPr lang="en-GB" sz="1200" dirty="0"/>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4021491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344739-7A05-D795-0BFF-0ED776F279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5370C6-0D63-6D41-525B-6073DC10C4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9878CF-3D6B-7676-9980-A89FF2C5E9A5}"/>
              </a:ext>
            </a:extLst>
          </p:cNvPr>
          <p:cNvSpPr>
            <a:spLocks noGrp="1"/>
          </p:cNvSpPr>
          <p:nvPr>
            <p:ph type="body" idx="1"/>
          </p:nvPr>
        </p:nvSpPr>
        <p:spPr/>
        <p:txBody>
          <a:bodyPr>
            <a:normAutofit/>
          </a:bodyPr>
          <a:lstStyle/>
          <a:p>
            <a:r>
              <a:rPr lang="en-GB" sz="1600" dirty="0"/>
              <a:t>MCP replaces all of that with one shape. Three parts.</a:t>
            </a:r>
          </a:p>
        </p:txBody>
      </p:sp>
      <p:sp>
        <p:nvSpPr>
          <p:cNvPr id="4" name="Slide Number Placeholder 3">
            <a:extLst>
              <a:ext uri="{FF2B5EF4-FFF2-40B4-BE49-F238E27FC236}">
                <a16:creationId xmlns:a16="http://schemas.microsoft.com/office/drawing/2014/main" id="{70491CEE-CDF8-1502-2A32-1120AB50CFE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408418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BC4638-7F7B-CF4A-1CFB-3667CBE0D4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59B461-E67E-8E93-08EC-C587FA22F9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BD7E8B-5500-7F73-5CFB-1D50FB4DE5BB}"/>
              </a:ext>
            </a:extLst>
          </p:cNvPr>
          <p:cNvSpPr>
            <a:spLocks noGrp="1"/>
          </p:cNvSpPr>
          <p:nvPr>
            <p:ph type="body" idx="1"/>
          </p:nvPr>
        </p:nvSpPr>
        <p:spPr/>
        <p:txBody>
          <a:bodyPr>
            <a:normAutofit/>
          </a:bodyPr>
          <a:lstStyle/>
          <a:p>
            <a:r>
              <a:rPr lang="en-GB" sz="1600" dirty="0"/>
              <a:t>MCP client is a module that calls the tools of MCP server. Cursor, Claude Code, VS Code, Slack, and Microsoft Teams have this MCP client built-in. These groups of software who have built-in MCP clients are called MCP hosts.</a:t>
            </a:r>
          </a:p>
        </p:txBody>
      </p:sp>
      <p:sp>
        <p:nvSpPr>
          <p:cNvPr id="4" name="Slide Number Placeholder 3">
            <a:extLst>
              <a:ext uri="{FF2B5EF4-FFF2-40B4-BE49-F238E27FC236}">
                <a16:creationId xmlns:a16="http://schemas.microsoft.com/office/drawing/2014/main" id="{7EED3537-582E-C8C5-95CB-6F866A75365F}"/>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2678596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08AA1-3D9C-A7EE-4ACA-23F2444C95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7CB1FE-D351-84A6-07A2-60D1AA8BF6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83D602-DA6A-2D03-BE3B-FF3E063CC148}"/>
              </a:ext>
            </a:extLst>
          </p:cNvPr>
          <p:cNvSpPr>
            <a:spLocks noGrp="1"/>
          </p:cNvSpPr>
          <p:nvPr>
            <p:ph type="body" idx="1"/>
          </p:nvPr>
        </p:nvSpPr>
        <p:spPr/>
        <p:txBody>
          <a:bodyPr>
            <a:normAutofit/>
          </a:bodyPr>
          <a:lstStyle/>
          <a:p>
            <a:r>
              <a:rPr lang="en-US" sz="1600" dirty="0"/>
              <a:t>Model Context Protocol (MCP) uses JSON-RPC 2.0 as its underlying message format.</a:t>
            </a:r>
            <a:endParaRPr lang="en-GB" sz="1600" dirty="0"/>
          </a:p>
        </p:txBody>
      </p:sp>
      <p:sp>
        <p:nvSpPr>
          <p:cNvPr id="4" name="Slide Number Placeholder 3">
            <a:extLst>
              <a:ext uri="{FF2B5EF4-FFF2-40B4-BE49-F238E27FC236}">
                <a16:creationId xmlns:a16="http://schemas.microsoft.com/office/drawing/2014/main" id="{EB5CE484-7F73-0B63-BC01-D3213B599E5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5041598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877FBF-AC04-D08A-33BA-F8D7E2B84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56F6D-A323-DDB2-BD50-81F3128F0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A4202E-3FD8-4A11-4010-9B0374966F53}"/>
              </a:ext>
            </a:extLst>
          </p:cNvPr>
          <p:cNvSpPr>
            <a:spLocks noGrp="1"/>
          </p:cNvSpPr>
          <p:nvPr>
            <p:ph type="body" idx="1"/>
          </p:nvPr>
        </p:nvSpPr>
        <p:spPr/>
        <p:txBody>
          <a:bodyPr>
            <a:normAutofit/>
          </a:bodyPr>
          <a:lstStyle/>
          <a:p>
            <a:r>
              <a:rPr lang="en-GB" sz="1600" dirty="0"/>
              <a:t>A running server. This could be just an additional API endpoint in your existing service. You don’t have to create another web service just for this.</a:t>
            </a:r>
          </a:p>
        </p:txBody>
      </p:sp>
      <p:sp>
        <p:nvSpPr>
          <p:cNvPr id="4" name="Slide Number Placeholder 3">
            <a:extLst>
              <a:ext uri="{FF2B5EF4-FFF2-40B4-BE49-F238E27FC236}">
                <a16:creationId xmlns:a16="http://schemas.microsoft.com/office/drawing/2014/main" id="{4644BA26-3AE3-E1CC-FC24-AC3E1AC8424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03818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Anthropic published MCP in late 2024. It now sits under the Agentic AI Foundation, and this July they shipped the fifth spec.</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37017620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32A17-EB2F-D446-1D5C-13DD9CE04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03A3E0-7044-44BF-B9C4-4D37BA8292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380A1C-1C65-E358-C8CD-84D6290727F3}"/>
              </a:ext>
            </a:extLst>
          </p:cNvPr>
          <p:cNvSpPr>
            <a:spLocks noGrp="1"/>
          </p:cNvSpPr>
          <p:nvPr>
            <p:ph type="body" idx="1"/>
          </p:nvPr>
        </p:nvSpPr>
        <p:spPr/>
        <p:txBody>
          <a:bodyPr>
            <a:normAutofit/>
          </a:bodyPr>
          <a:lstStyle/>
          <a:p>
            <a:r>
              <a:rPr lang="en-GB" sz="1600" dirty="0" err="1"/>
              <a:t>mcp</a:t>
            </a:r>
            <a:r>
              <a:rPr lang="en-GB" sz="1600" dirty="0"/>
              <a:t> in vs code</a:t>
            </a:r>
          </a:p>
        </p:txBody>
      </p:sp>
      <p:sp>
        <p:nvSpPr>
          <p:cNvPr id="4" name="Slide Number Placeholder 3">
            <a:extLst>
              <a:ext uri="{FF2B5EF4-FFF2-40B4-BE49-F238E27FC236}">
                <a16:creationId xmlns:a16="http://schemas.microsoft.com/office/drawing/2014/main" id="{6D270142-FBEB-F9C6-6617-E7469E70352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068542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July twenty-eighth this year. Spec 2026-07-28. </a:t>
            </a:r>
          </a:p>
          <a:p>
            <a:r>
              <a:rPr lang="en-GB" sz="1600" dirty="0"/>
              <a:t>They dropped the required handshake.</a:t>
            </a:r>
          </a:p>
          <a:p>
            <a:r>
              <a:rPr lang="en-GB" sz="1600" dirty="0"/>
              <a:t>They dropped the session id. Every request now travels on its own.</a:t>
            </a:r>
          </a:p>
          <a:p>
            <a:r>
              <a:rPr lang="en-GB" sz="1600" dirty="0"/>
              <a:t>They also made the catalog cacheable.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4</a:t>
            </a:r>
            <a:r>
              <a:rPr lang="en-GB" sz="1600" baseline="30000" dirty="0"/>
              <a:t>th</a:t>
            </a:r>
            <a:r>
              <a:rPr lang="en-GB" sz="1600" dirty="0"/>
              <a:t> term: A2A. Agent to agent.</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600" dirty="0"/>
              <a:t>A2A is how an agent reaches another agent. One that a different team, in a different language, on a different stack, built without ever talking to you.</a:t>
            </a:r>
          </a:p>
          <a:p>
            <a:endParaRPr lang="en-GB"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99.99% you are not going to use this, unless you are building a platform with integrations to Azure AI Foundry, Copilot Studio, Amazon Bedrock, </a:t>
            </a:r>
            <a:r>
              <a:rPr lang="en-US" sz="1600" dirty="0" err="1"/>
              <a:t>AgentCore</a:t>
            </a:r>
            <a:r>
              <a:rPr lang="en-US" sz="1600" dirty="0"/>
              <a:t> Runtime, Vertex AI</a:t>
            </a:r>
            <a:r>
              <a:rPr lang="en-GB" sz="1600"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It is an open protocol and has specifications so every software company can expect their agents can easily talk to another software company’s agent in a secured way without extra custom implementations.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159322957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GB" sz="1600" dirty="0"/>
              <a:t>5</a:t>
            </a:r>
            <a:r>
              <a:rPr lang="en-GB" sz="1600" baseline="30000" dirty="0"/>
              <a:t>th</a:t>
            </a:r>
            <a:r>
              <a:rPr lang="en-GB" sz="1600" dirty="0"/>
              <a:t> term: subagents.</a:t>
            </a:r>
          </a:p>
          <a:p>
            <a:endParaRPr lang="en-GB" sz="1600" dirty="0"/>
          </a:p>
          <a:p>
            <a:r>
              <a:rPr lang="en-GB" sz="1600" dirty="0"/>
              <a:t>This is an architectural design pattern.  The parent orchestrate works to different little agents and </a:t>
            </a:r>
            <a:r>
              <a:rPr lang="en-US" sz="1600" dirty="0"/>
              <a:t>re-billed 40K tokens per turn</a:t>
            </a:r>
            <a:r>
              <a:rPr lang="en-GB" sz="1600" dirty="0"/>
              <a:t>. The latency between the parent and the child when they communicate with each other. You would want this if a context of a work will be too big for one agent so you are basically dividing it and if you want to do parallelism like querying from 5 different vector database at the same 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7500" lnSpcReduction="20000"/>
          </a:bodyPr>
          <a:lstStyle/>
          <a:p>
            <a:r>
              <a:rPr lang="en-GB" sz="1600" dirty="0"/>
              <a:t>So the checklist.</a:t>
            </a:r>
          </a:p>
          <a:p>
            <a:endParaRPr lang="en-GB" sz="1600" dirty="0"/>
          </a:p>
          <a:p>
            <a:r>
              <a:rPr lang="en-GB" sz="1600" dirty="0"/>
              <a:t>AGENTS.md, when the boundary is project behaviour.</a:t>
            </a:r>
          </a:p>
          <a:p>
            <a:endParaRPr lang="en-GB" sz="1600" dirty="0"/>
          </a:p>
          <a:p>
            <a:r>
              <a:rPr lang="en-GB" sz="1600" dirty="0"/>
              <a:t>Agent skills, when the boundary is task expertise.</a:t>
            </a:r>
          </a:p>
          <a:p>
            <a:endParaRPr lang="en-GB" sz="1600" dirty="0"/>
          </a:p>
          <a:p>
            <a:r>
              <a:rPr lang="en-GB" sz="1600" dirty="0"/>
              <a:t>MCP, when the boundary is tools and data.</a:t>
            </a:r>
          </a:p>
          <a:p>
            <a:endParaRPr lang="en-GB" sz="1600" dirty="0"/>
          </a:p>
          <a:p>
            <a:r>
              <a:rPr lang="en-GB" sz="1600" dirty="0"/>
              <a:t>A2A, when the boundary is other agents.</a:t>
            </a:r>
          </a:p>
          <a:p>
            <a:endParaRPr lang="en-GB" sz="1600" dirty="0"/>
          </a:p>
          <a:p>
            <a:r>
              <a:rPr lang="en-GB" sz="1600" dirty="0"/>
              <a:t>Subagents, when the boundary is scale.</a:t>
            </a:r>
          </a:p>
          <a:p>
            <a:endParaRPr lang="en-GB" sz="1600" dirty="0"/>
          </a:p>
          <a:p>
            <a:r>
              <a:rPr lang="en-GB" sz="1600" dirty="0"/>
              <a:t>Three sentences and I am done.</a:t>
            </a:r>
          </a:p>
          <a:p>
            <a:endParaRPr lang="en-GB" sz="1600" dirty="0"/>
          </a:p>
          <a:p>
            <a:r>
              <a:rPr lang="en-GB" sz="1600" dirty="0"/>
              <a:t>Name the boundary before you pick the mechanism. Almost every bad architecture decision in this space is somebody reaching for a protocol when they needed a paragraph of markdown.</a:t>
            </a:r>
          </a:p>
          <a:p>
            <a:endParaRPr lang="en-GB" sz="1600" dirty="0"/>
          </a:p>
          <a:p>
            <a:r>
              <a:rPr lang="en-GB" sz="1600" dirty="0"/>
              <a:t>Prefer files before weights. We spent the first ten minutes earning that one. You can change a file this afternoon. A training run you live with, and maintain, for months.</a:t>
            </a:r>
          </a:p>
          <a:p>
            <a:endParaRPr lang="en-GB" sz="1600" dirty="0"/>
          </a:p>
          <a:p>
            <a:r>
              <a:rPr lang="en-GB" sz="1600" dirty="0"/>
              <a:t>And every few model generations, delete whatever no longer earns its tokens.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C1E8-16A5-2E2A-9E4F-F022B3571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0C760-B5E9-6BB4-2AF5-3BFF475DD9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89536-4C22-D4B5-110B-FA4FB90EAE41}"/>
              </a:ext>
            </a:extLst>
          </p:cNvPr>
          <p:cNvSpPr>
            <a:spLocks noGrp="1"/>
          </p:cNvSpPr>
          <p:nvPr>
            <p:ph type="body" idx="1"/>
          </p:nvPr>
        </p:nvSpPr>
        <p:spPr/>
        <p:txBody>
          <a:bodyPr/>
          <a:lstStyle/>
          <a:p>
            <a:r>
              <a:rPr lang="en-GB" dirty="0"/>
              <a:t>Again, a simple key takeaways.</a:t>
            </a:r>
          </a:p>
          <a:p>
            <a:endParaRPr lang="en-GB" dirty="0"/>
          </a:p>
          <a:p>
            <a:r>
              <a:rPr lang="en-US" sz="1200" b="0" i="0" kern="1200" dirty="0">
                <a:solidFill>
                  <a:schemeClr val="tx1"/>
                </a:solidFill>
                <a:effectLst/>
                <a:latin typeface="+mn-lt"/>
                <a:ea typeface="+mn-ea"/>
                <a:cs typeface="+mn-cs"/>
              </a:rPr>
              <a:t>An </a:t>
            </a:r>
            <a:r>
              <a:rPr lang="en-US" sz="1200" b="0" i="1" kern="1200" dirty="0">
                <a:solidFill>
                  <a:schemeClr val="tx1"/>
                </a:solidFill>
                <a:effectLst/>
                <a:latin typeface="+mn-lt"/>
                <a:ea typeface="+mn-ea"/>
                <a:cs typeface="+mn-cs"/>
              </a:rPr>
              <a:t>agent harness</a:t>
            </a:r>
            <a:r>
              <a:rPr lang="en-US" sz="1200" b="0" i="0" kern="1200" dirty="0">
                <a:solidFill>
                  <a:schemeClr val="tx1"/>
                </a:solidFill>
                <a:effectLst/>
                <a:latin typeface="+mn-lt"/>
                <a:ea typeface="+mn-ea"/>
                <a:cs typeface="+mn-cs"/>
              </a:rPr>
              <a:t> is the runtime scaffolding that turns a language model into an agent that can perform work. It drives model and tool calls, manages conversation state and context, applies approval policies, and can keep the agent progressing through a multi-step task.</a:t>
            </a:r>
            <a:endParaRPr lang="en-GB" dirty="0"/>
          </a:p>
        </p:txBody>
      </p:sp>
      <p:sp>
        <p:nvSpPr>
          <p:cNvPr id="4" name="Slide Number Placeholder 3">
            <a:extLst>
              <a:ext uri="{FF2B5EF4-FFF2-40B4-BE49-F238E27FC236}">
                <a16:creationId xmlns:a16="http://schemas.microsoft.com/office/drawing/2014/main" id="{28E9BA3B-430E-94CA-EF01-7073E90A994D}"/>
              </a:ext>
            </a:extLst>
          </p:cNvPr>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4744406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5B7D4CA-39E9-EC45-91A4-5CA38771D5C4}" type="slidenum">
              <a:rPr lang="en-MX" smtClean="0"/>
              <a:t>42</a:t>
            </a:fld>
            <a:endParaRPr lang="en-MX"/>
          </a:p>
        </p:txBody>
      </p:sp>
    </p:spTree>
    <p:extLst>
      <p:ext uri="{BB962C8B-B14F-4D97-AF65-F5344CB8AC3E}">
        <p14:creationId xmlns:p14="http://schemas.microsoft.com/office/powerpoint/2010/main" val="1101577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2.xml"/><Relationship Id="rId5" Type="http://schemas.openxmlformats.org/officeDocument/2006/relationships/image" Target="../media/image3.svg"/><Relationship Id="rId4"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3.xml"/><Relationship Id="rId5" Type="http://schemas.openxmlformats.org/officeDocument/2006/relationships/image" Target="../media/image3.svg"/><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5.svg"/><Relationship Id="rId5" Type="http://schemas.openxmlformats.org/officeDocument/2006/relationships/image" Target="../media/image1.emf"/><Relationship Id="rId4" Type="http://schemas.openxmlformats.org/officeDocument/2006/relationships/oleObject" Target="../embeddings/oleObject4.bin"/></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1.xml"/><Relationship Id="rId1" Type="http://schemas.openxmlformats.org/officeDocument/2006/relationships/tags" Target="../tags/tag5.xml"/><Relationship Id="rId5" Type="http://schemas.openxmlformats.org/officeDocument/2006/relationships/image" Target="../media/image3.svg"/><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1.xml"/><Relationship Id="rId1" Type="http://schemas.openxmlformats.org/officeDocument/2006/relationships/tags" Target="../tags/tag6.xml"/><Relationship Id="rId5" Type="http://schemas.openxmlformats.org/officeDocument/2006/relationships/image" Target="../media/image3.svg"/><Relationship Id="rId4"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slideMaster" Target="../slideMasters/slideMaster1.xml"/><Relationship Id="rId1" Type="http://schemas.openxmlformats.org/officeDocument/2006/relationships/tags" Target="../tags/tag7.xml"/><Relationship Id="rId5" Type="http://schemas.openxmlformats.org/officeDocument/2006/relationships/image" Target="../media/image1.emf"/><Relationship Id="rId4" Type="http://schemas.openxmlformats.org/officeDocument/2006/relationships/oleObject" Target="../embeddings/oleObject7.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1">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C22CF684-A1E4-2455-0038-BCD8579934B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88190" y="5334556"/>
            <a:ext cx="1924526" cy="675809"/>
          </a:xfrm>
          <a:prstGeom prst="rect">
            <a:avLst/>
          </a:prstGeom>
        </p:spPr>
      </p:pic>
      <p:sp>
        <p:nvSpPr>
          <p:cNvPr id="2" name="Text Placeholder 9">
            <a:extLst>
              <a:ext uri="{FF2B5EF4-FFF2-40B4-BE49-F238E27FC236}">
                <a16:creationId xmlns:a16="http://schemas.microsoft.com/office/drawing/2014/main" id="{B4B38CE8-77D0-D55F-D874-B0AC814F7119}"/>
              </a:ext>
            </a:extLst>
          </p:cNvPr>
          <p:cNvSpPr>
            <a:spLocks noGrp="1"/>
          </p:cNvSpPr>
          <p:nvPr>
            <p:ph type="body" sz="quarter" idx="44" hasCustomPrompt="1"/>
          </p:nvPr>
        </p:nvSpPr>
        <p:spPr>
          <a:xfrm>
            <a:off x="479424" y="1563357"/>
            <a:ext cx="5616574"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3" name="Title 1">
            <a:extLst>
              <a:ext uri="{FF2B5EF4-FFF2-40B4-BE49-F238E27FC236}">
                <a16:creationId xmlns:a16="http://schemas.microsoft.com/office/drawing/2014/main" id="{D534AD50-F65C-6CDB-5B4A-62CBB0506B26}"/>
              </a:ext>
            </a:extLst>
          </p:cNvPr>
          <p:cNvSpPr>
            <a:spLocks noGrp="1"/>
          </p:cNvSpPr>
          <p:nvPr>
            <p:ph type="ctrTitle" hasCustomPrompt="1"/>
          </p:nvPr>
        </p:nvSpPr>
        <p:spPr>
          <a:xfrm>
            <a:off x="479425" y="1862462"/>
            <a:ext cx="5616575" cy="1899567"/>
          </a:xfrm>
          <a:prstGeom prst="rect">
            <a:avLst/>
          </a:prstGeom>
        </p:spPr>
        <p:txBody>
          <a:bodyPr lIns="0" tIns="0" rIns="0" bIns="0" anchor="t" anchorCtr="0"/>
          <a:lstStyle>
            <a:lvl1pPr algn="l">
              <a:lnSpc>
                <a:spcPct val="85000"/>
              </a:lnSpc>
              <a:spcAft>
                <a:spcPts val="600"/>
              </a:spcAft>
              <a:defRPr sz="4800" b="1">
                <a:solidFill>
                  <a:schemeClr val="bg1"/>
                </a:solidFill>
              </a:defRPr>
            </a:lvl1pPr>
          </a:lstStyle>
          <a:p>
            <a:r>
              <a:rPr lang="en-US"/>
              <a:t>Your text here</a:t>
            </a:r>
            <a:endParaRPr lang="en-AU"/>
          </a:p>
        </p:txBody>
      </p:sp>
      <p:sp>
        <p:nvSpPr>
          <p:cNvPr id="4" name="Subtitle 2">
            <a:extLst>
              <a:ext uri="{FF2B5EF4-FFF2-40B4-BE49-F238E27FC236}">
                <a16:creationId xmlns:a16="http://schemas.microsoft.com/office/drawing/2014/main" id="{94A8BF70-C163-C060-6BC4-A9D5CAC584EE}"/>
              </a:ext>
            </a:extLst>
          </p:cNvPr>
          <p:cNvSpPr>
            <a:spLocks noGrp="1"/>
          </p:cNvSpPr>
          <p:nvPr>
            <p:ph type="subTitle" idx="1" hasCustomPrompt="1"/>
          </p:nvPr>
        </p:nvSpPr>
        <p:spPr>
          <a:xfrm>
            <a:off x="479424" y="4400943"/>
            <a:ext cx="3600000" cy="219495"/>
          </a:xfrm>
          <a:prstGeom prst="rect">
            <a:avLst/>
          </a:prstGeom>
        </p:spPr>
        <p:txBody>
          <a:bodyPr lIns="0" tIns="0" rIns="0" bIns="0" anchor="ctr"/>
          <a:lstStyle>
            <a:lvl1pPr marL="0" indent="0" algn="l">
              <a:lnSpc>
                <a:spcPct val="85000"/>
              </a:lnSpc>
              <a:spcAft>
                <a:spcPts val="600"/>
              </a:spcAft>
              <a:buNone/>
              <a:defRPr sz="1500" b="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a:t>
            </a:r>
            <a:endParaRPr lang="en-AU"/>
          </a:p>
        </p:txBody>
      </p:sp>
      <p:sp>
        <p:nvSpPr>
          <p:cNvPr id="5" name="Text Placeholder 20">
            <a:extLst>
              <a:ext uri="{FF2B5EF4-FFF2-40B4-BE49-F238E27FC236}">
                <a16:creationId xmlns:a16="http://schemas.microsoft.com/office/drawing/2014/main" id="{5AFFEF52-0357-0482-96A8-7B4AB040C876}"/>
              </a:ext>
            </a:extLst>
          </p:cNvPr>
          <p:cNvSpPr>
            <a:spLocks noGrp="1"/>
          </p:cNvSpPr>
          <p:nvPr>
            <p:ph type="body" sz="quarter" idx="12" hasCustomPrompt="1"/>
          </p:nvPr>
        </p:nvSpPr>
        <p:spPr>
          <a:xfrm>
            <a:off x="479424" y="4117206"/>
            <a:ext cx="3600000" cy="219495"/>
          </a:xfrm>
          <a:prstGeom prst="rect">
            <a:avLst/>
          </a:prstGeom>
        </p:spPr>
        <p:txBody>
          <a:bodyPr lIns="0" tIns="0" rIns="0" bIns="0" anchor="ctr"/>
          <a:lstStyle>
            <a:lvl1pPr marL="0" indent="0">
              <a:lnSpc>
                <a:spcPct val="85000"/>
              </a:lnSpc>
              <a:spcAft>
                <a:spcPts val="600"/>
              </a:spcAft>
              <a:buNone/>
              <a:defRPr sz="1500" b="0">
                <a:solidFill>
                  <a:schemeClr val="bg2"/>
                </a:solidFill>
              </a:defRPr>
            </a:lvl1pPr>
          </a:lstStyle>
          <a:p>
            <a:pPr lvl="0"/>
            <a:r>
              <a:rPr lang="en-US"/>
              <a:t>Name</a:t>
            </a:r>
          </a:p>
        </p:txBody>
      </p:sp>
    </p:spTree>
    <p:extLst>
      <p:ext uri="{BB962C8B-B14F-4D97-AF65-F5344CB8AC3E}">
        <p14:creationId xmlns:p14="http://schemas.microsoft.com/office/powerpoint/2010/main" val="2873647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2">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0395B162-5AFD-2C63-4630-A78B3C261C35}"/>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27" imgH="327" progId="TCLayout.ActiveDocument.1">
                  <p:embed/>
                </p:oleObj>
              </mc:Choice>
              <mc:Fallback>
                <p:oleObj name="think-cell Slide" r:id="rId3" imgW="327" imgH="327" progId="TCLayout.ActiveDocument.1">
                  <p:embed/>
                  <p:pic>
                    <p:nvPicPr>
                      <p:cNvPr id="9" name="think-cell data - do not delete" hidden="1">
                        <a:extLst>
                          <a:ext uri="{FF2B5EF4-FFF2-40B4-BE49-F238E27FC236}">
                            <a16:creationId xmlns:a16="http://schemas.microsoft.com/office/drawing/2014/main" id="{0395B162-5AFD-2C63-4630-A78B3C261C3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Picture Placeholder 9">
            <a:extLst>
              <a:ext uri="{FF2B5EF4-FFF2-40B4-BE49-F238E27FC236}">
                <a16:creationId xmlns:a16="http://schemas.microsoft.com/office/drawing/2014/main" id="{3C2EFE29-B2AF-A929-88EE-86BD9EF21225}"/>
              </a:ext>
            </a:extLst>
          </p:cNvPr>
          <p:cNvSpPr>
            <a:spLocks noGrp="1" noRot="1" noMove="1" noResize="1" noEditPoints="1" noAdjustHandles="1" noChangeArrowheads="1" noChangeShapeType="1"/>
          </p:cNvSpPr>
          <p:nvPr>
            <p:ph type="pic" sz="quarter" idx="47" hasCustomPrompt="1"/>
          </p:nvPr>
        </p:nvSpPr>
        <p:spPr>
          <a:xfrm>
            <a:off x="0" y="0"/>
            <a:ext cx="12192000" cy="6858000"/>
          </a:xfrm>
          <a:prstGeom prst="rect">
            <a:avLst/>
          </a:prstGeom>
          <a:solidFill>
            <a:schemeClr val="tx1">
              <a:lumMod val="95000"/>
            </a:schemeClr>
          </a:solidFill>
        </p:spPr>
        <p:txBody>
          <a:bodyPr anchor="b"/>
          <a:lstStyle>
            <a:lvl1pPr marL="0" indent="0" algn="ctr">
              <a:buNone/>
              <a:defRPr sz="1200">
                <a:solidFill>
                  <a:schemeClr val="tx1"/>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AU"/>
              <a:t>Click on icon to insert image and send to back</a:t>
            </a:r>
          </a:p>
        </p:txBody>
      </p:sp>
      <p:sp>
        <p:nvSpPr>
          <p:cNvPr id="4" name="Text Placeholder 7">
            <a:extLst>
              <a:ext uri="{FF2B5EF4-FFF2-40B4-BE49-F238E27FC236}">
                <a16:creationId xmlns:a16="http://schemas.microsoft.com/office/drawing/2014/main" id="{F7B0859A-CC7A-4BDA-2DB7-8FE5F469B343}"/>
              </a:ext>
            </a:extLst>
          </p:cNvPr>
          <p:cNvSpPr>
            <a:spLocks noGrp="1"/>
          </p:cNvSpPr>
          <p:nvPr>
            <p:ph type="body" sz="quarter" idx="46" hasCustomPrompt="1"/>
          </p:nvPr>
        </p:nvSpPr>
        <p:spPr>
          <a:xfrm>
            <a:off x="469369" y="1995669"/>
            <a:ext cx="11243204" cy="2151743"/>
          </a:xfrm>
          <a:prstGeom prst="rect">
            <a:avLst/>
          </a:prstGeom>
        </p:spPr>
        <p:txBody>
          <a:bodyPr/>
          <a:lstStyle>
            <a:lvl1pPr marL="0" indent="0">
              <a:buNone/>
              <a:defRPr sz="18000" b="1">
                <a:solidFill>
                  <a:schemeClr val="bg1"/>
                </a:solidFill>
              </a:defRPr>
            </a:lvl1pPr>
          </a:lstStyle>
          <a:p>
            <a:pPr lvl="0"/>
            <a:r>
              <a:rPr lang="en-US"/>
              <a:t>Welcome</a:t>
            </a:r>
          </a:p>
        </p:txBody>
      </p:sp>
      <p:sp>
        <p:nvSpPr>
          <p:cNvPr id="5" name="Text Placeholder 9">
            <a:extLst>
              <a:ext uri="{FF2B5EF4-FFF2-40B4-BE49-F238E27FC236}">
                <a16:creationId xmlns:a16="http://schemas.microsoft.com/office/drawing/2014/main" id="{12559DC5-C4FE-645F-E92C-408E103B7891}"/>
              </a:ext>
            </a:extLst>
          </p:cNvPr>
          <p:cNvSpPr>
            <a:spLocks noGrp="1" noChangeAspect="1"/>
          </p:cNvSpPr>
          <p:nvPr>
            <p:ph type="body" sz="quarter" idx="49"/>
          </p:nvPr>
        </p:nvSpPr>
        <p:spPr>
          <a:xfrm>
            <a:off x="492593" y="596572"/>
            <a:ext cx="1933291" cy="678348"/>
          </a:xfrm>
          <a:prstGeom prst="rect">
            <a:avLst/>
          </a:prstGeom>
          <a:blipFill>
            <a:blip>
              <a:extLst>
                <a:ext uri="{96DAC541-7B7A-43D3-8B79-37D633B846F1}">
                  <asvg:svgBlip xmlns:asvg="http://schemas.microsoft.com/office/drawing/2016/SVG/main" r:embed="rId5"/>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8" name="Text Placeholder 9">
            <a:extLst>
              <a:ext uri="{FF2B5EF4-FFF2-40B4-BE49-F238E27FC236}">
                <a16:creationId xmlns:a16="http://schemas.microsoft.com/office/drawing/2014/main" id="{B5EC15B1-812E-9F2A-99A6-83EA163EC4A4}"/>
              </a:ext>
            </a:extLst>
          </p:cNvPr>
          <p:cNvSpPr>
            <a:spLocks noGrp="1"/>
          </p:cNvSpPr>
          <p:nvPr>
            <p:ph type="body" sz="quarter" idx="50" hasCustomPrompt="1"/>
          </p:nvPr>
        </p:nvSpPr>
        <p:spPr>
          <a:xfrm>
            <a:off x="469369" y="5343175"/>
            <a:ext cx="11243204"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0" name="Title 1">
            <a:extLst>
              <a:ext uri="{FF2B5EF4-FFF2-40B4-BE49-F238E27FC236}">
                <a16:creationId xmlns:a16="http://schemas.microsoft.com/office/drawing/2014/main" id="{97A7828B-EBF6-2FB1-22EB-4BB40C11C2F9}"/>
              </a:ext>
            </a:extLst>
          </p:cNvPr>
          <p:cNvSpPr>
            <a:spLocks noGrp="1"/>
          </p:cNvSpPr>
          <p:nvPr>
            <p:ph type="ctrTitle" hasCustomPrompt="1"/>
          </p:nvPr>
        </p:nvSpPr>
        <p:spPr>
          <a:xfrm>
            <a:off x="469369" y="5653145"/>
            <a:ext cx="11243204" cy="608284"/>
          </a:xfrm>
          <a:prstGeom prst="rect">
            <a:avLst/>
          </a:prstGeom>
        </p:spPr>
        <p:txBody>
          <a:bodyPr lIns="0" tIns="0" rIns="0" bIns="0" anchor="t" anchorCtr="0"/>
          <a:lstStyle>
            <a:lvl1pPr algn="l">
              <a:lnSpc>
                <a:spcPct val="85000"/>
              </a:lnSpc>
              <a:spcAft>
                <a:spcPts val="600"/>
              </a:spcAft>
              <a:defRPr sz="4000" b="1">
                <a:solidFill>
                  <a:schemeClr val="bg1"/>
                </a:solidFill>
              </a:defRPr>
            </a:lvl1pPr>
          </a:lstStyle>
          <a:p>
            <a:r>
              <a:rPr lang="en-US"/>
              <a:t>Your text here</a:t>
            </a:r>
            <a:endParaRPr lang="en-AU"/>
          </a:p>
        </p:txBody>
      </p:sp>
    </p:spTree>
    <p:extLst>
      <p:ext uri="{BB962C8B-B14F-4D97-AF65-F5344CB8AC3E}">
        <p14:creationId xmlns:p14="http://schemas.microsoft.com/office/powerpoint/2010/main" val="1252193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3">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4F7477F3-6B77-476D-1E29-03E18B0A9BD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88189" y="1385724"/>
            <a:ext cx="2734169" cy="960120"/>
          </a:xfrm>
          <a:prstGeom prst="rect">
            <a:avLst/>
          </a:prstGeom>
        </p:spPr>
      </p:pic>
      <p:sp>
        <p:nvSpPr>
          <p:cNvPr id="6" name="Subtitle 2">
            <a:extLst>
              <a:ext uri="{FF2B5EF4-FFF2-40B4-BE49-F238E27FC236}">
                <a16:creationId xmlns:a16="http://schemas.microsoft.com/office/drawing/2014/main" id="{A6480D64-9F36-0413-A7E8-28C3BB43FA2D}"/>
              </a:ext>
            </a:extLst>
          </p:cNvPr>
          <p:cNvSpPr>
            <a:spLocks noGrp="1"/>
          </p:cNvSpPr>
          <p:nvPr>
            <p:ph type="subTitle" idx="1" hasCustomPrompt="1"/>
          </p:nvPr>
        </p:nvSpPr>
        <p:spPr>
          <a:xfrm>
            <a:off x="490311" y="6092644"/>
            <a:ext cx="3600000" cy="219495"/>
          </a:xfrm>
          <a:prstGeom prst="rect">
            <a:avLst/>
          </a:prstGeom>
        </p:spPr>
        <p:txBody>
          <a:bodyPr lIns="0" tIns="0" rIns="0" bIns="0" anchor="ctr"/>
          <a:lstStyle>
            <a:lvl1pPr marL="0" indent="0" algn="l">
              <a:lnSpc>
                <a:spcPct val="85000"/>
              </a:lnSpc>
              <a:spcAft>
                <a:spcPts val="600"/>
              </a:spcAft>
              <a:buNone/>
              <a:defRPr sz="1500" b="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a:t>
            </a:r>
            <a:endParaRPr lang="en-AU"/>
          </a:p>
        </p:txBody>
      </p:sp>
      <p:sp>
        <p:nvSpPr>
          <p:cNvPr id="7" name="Text Placeholder 20">
            <a:extLst>
              <a:ext uri="{FF2B5EF4-FFF2-40B4-BE49-F238E27FC236}">
                <a16:creationId xmlns:a16="http://schemas.microsoft.com/office/drawing/2014/main" id="{DF79C6FC-34F1-72DF-746D-0CFE8227367B}"/>
              </a:ext>
            </a:extLst>
          </p:cNvPr>
          <p:cNvSpPr>
            <a:spLocks noGrp="1"/>
          </p:cNvSpPr>
          <p:nvPr>
            <p:ph type="body" sz="quarter" idx="12" hasCustomPrompt="1"/>
          </p:nvPr>
        </p:nvSpPr>
        <p:spPr>
          <a:xfrm>
            <a:off x="490311" y="5808907"/>
            <a:ext cx="3600000" cy="219495"/>
          </a:xfrm>
          <a:prstGeom prst="rect">
            <a:avLst/>
          </a:prstGeom>
        </p:spPr>
        <p:txBody>
          <a:bodyPr lIns="0" tIns="0" rIns="0" bIns="0" anchor="ctr"/>
          <a:lstStyle>
            <a:lvl1pPr marL="0" indent="0">
              <a:lnSpc>
                <a:spcPct val="85000"/>
              </a:lnSpc>
              <a:spcAft>
                <a:spcPts val="600"/>
              </a:spcAft>
              <a:buNone/>
              <a:defRPr sz="1500" b="0">
                <a:solidFill>
                  <a:schemeClr val="bg2"/>
                </a:solidFill>
              </a:defRPr>
            </a:lvl1pPr>
          </a:lstStyle>
          <a:p>
            <a:pPr lvl="0"/>
            <a:r>
              <a:rPr lang="en-US"/>
              <a:t>Name</a:t>
            </a:r>
          </a:p>
        </p:txBody>
      </p:sp>
      <p:sp>
        <p:nvSpPr>
          <p:cNvPr id="9" name="Text Placeholder 9">
            <a:extLst>
              <a:ext uri="{FF2B5EF4-FFF2-40B4-BE49-F238E27FC236}">
                <a16:creationId xmlns:a16="http://schemas.microsoft.com/office/drawing/2014/main" id="{8481E8EE-BC3A-7060-8117-D022EC657ABE}"/>
              </a:ext>
            </a:extLst>
          </p:cNvPr>
          <p:cNvSpPr>
            <a:spLocks noGrp="1"/>
          </p:cNvSpPr>
          <p:nvPr>
            <p:ph type="body" sz="quarter" idx="45" hasCustomPrompt="1"/>
          </p:nvPr>
        </p:nvSpPr>
        <p:spPr>
          <a:xfrm>
            <a:off x="490311" y="3265899"/>
            <a:ext cx="4680405"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1" name="Title 1">
            <a:extLst>
              <a:ext uri="{FF2B5EF4-FFF2-40B4-BE49-F238E27FC236}">
                <a16:creationId xmlns:a16="http://schemas.microsoft.com/office/drawing/2014/main" id="{F994B4D1-079D-BB35-D669-4E8175E2A9F2}"/>
              </a:ext>
            </a:extLst>
          </p:cNvPr>
          <p:cNvSpPr>
            <a:spLocks noGrp="1"/>
          </p:cNvSpPr>
          <p:nvPr>
            <p:ph type="ctrTitle" hasCustomPrompt="1"/>
          </p:nvPr>
        </p:nvSpPr>
        <p:spPr>
          <a:xfrm>
            <a:off x="490311" y="3565004"/>
            <a:ext cx="4680405" cy="1899567"/>
          </a:xfrm>
          <a:prstGeom prst="rect">
            <a:avLst/>
          </a:prstGeom>
        </p:spPr>
        <p:txBody>
          <a:bodyPr lIns="0" tIns="0" rIns="0" bIns="0" anchor="t" anchorCtr="0"/>
          <a:lstStyle>
            <a:lvl1pPr algn="l">
              <a:lnSpc>
                <a:spcPct val="85000"/>
              </a:lnSpc>
              <a:spcAft>
                <a:spcPts val="600"/>
              </a:spcAft>
              <a:defRPr sz="4800" b="1">
                <a:solidFill>
                  <a:schemeClr val="bg1"/>
                </a:solidFill>
              </a:defRPr>
            </a:lvl1pPr>
          </a:lstStyle>
          <a:p>
            <a:r>
              <a:rPr lang="en-US"/>
              <a:t>Your text here</a:t>
            </a:r>
            <a:endParaRPr lang="en-AU"/>
          </a:p>
        </p:txBody>
      </p:sp>
      <p:sp>
        <p:nvSpPr>
          <p:cNvPr id="12" name="Picture Placeholder 11">
            <a:extLst>
              <a:ext uri="{FF2B5EF4-FFF2-40B4-BE49-F238E27FC236}">
                <a16:creationId xmlns:a16="http://schemas.microsoft.com/office/drawing/2014/main" id="{05021ADC-5FB9-066C-7F1B-259E95460A11}"/>
              </a:ext>
            </a:extLst>
          </p:cNvPr>
          <p:cNvSpPr>
            <a:spLocks noGrp="1"/>
          </p:cNvSpPr>
          <p:nvPr>
            <p:ph type="pic" sz="quarter" idx="46"/>
          </p:nvPr>
        </p:nvSpPr>
        <p:spPr>
          <a:xfrm>
            <a:off x="5587474" y="0"/>
            <a:ext cx="6604527" cy="6858000"/>
          </a:xfrm>
          <a:custGeom>
            <a:avLst/>
            <a:gdLst>
              <a:gd name="connsiteX0" fmla="*/ 2300755 w 6604527"/>
              <a:gd name="connsiteY0" fmla="*/ 0 h 6858000"/>
              <a:gd name="connsiteX1" fmla="*/ 6604527 w 6604527"/>
              <a:gd name="connsiteY1" fmla="*/ 0 h 6858000"/>
              <a:gd name="connsiteX2" fmla="*/ 6604527 w 6604527"/>
              <a:gd name="connsiteY2" fmla="*/ 6858000 h 6858000"/>
              <a:gd name="connsiteX3" fmla="*/ 2300755 w 6604527"/>
              <a:gd name="connsiteY3" fmla="*/ 6858000 h 6858000"/>
              <a:gd name="connsiteX4" fmla="*/ 2294628 w 6604527"/>
              <a:gd name="connsiteY4" fmla="*/ 6850928 h 6858000"/>
              <a:gd name="connsiteX5" fmla="*/ 1066188 w 6604527"/>
              <a:gd name="connsiteY5" fmla="*/ 3429000 h 6858000"/>
              <a:gd name="connsiteX6" fmla="*/ 2294628 w 6604527"/>
              <a:gd name="connsiteY6" fmla="*/ 7073 h 6858000"/>
              <a:gd name="connsiteX7" fmla="*/ 997154 w 6604527"/>
              <a:gd name="connsiteY7" fmla="*/ 0 h 6858000"/>
              <a:gd name="connsiteX8" fmla="*/ 2048125 w 6604527"/>
              <a:gd name="connsiteY8" fmla="*/ 0 h 6858000"/>
              <a:gd name="connsiteX9" fmla="*/ 1976072 w 6604527"/>
              <a:gd name="connsiteY9" fmla="*/ 91690 h 6858000"/>
              <a:gd name="connsiteX10" fmla="*/ 867952 w 6604527"/>
              <a:gd name="connsiteY10" fmla="*/ 3429000 h 6858000"/>
              <a:gd name="connsiteX11" fmla="*/ 1976072 w 6604527"/>
              <a:gd name="connsiteY11" fmla="*/ 6766311 h 6858000"/>
              <a:gd name="connsiteX12" fmla="*/ 2048125 w 6604527"/>
              <a:gd name="connsiteY12" fmla="*/ 6858000 h 6858000"/>
              <a:gd name="connsiteX13" fmla="*/ 997154 w 6604527"/>
              <a:gd name="connsiteY13" fmla="*/ 6858000 h 6858000"/>
              <a:gd name="connsiteX14" fmla="*/ 926665 w 6604527"/>
              <a:gd name="connsiteY14" fmla="*/ 6748048 h 6858000"/>
              <a:gd name="connsiteX15" fmla="*/ 0 w 6604527"/>
              <a:gd name="connsiteY15" fmla="*/ 3429000 h 6858000"/>
              <a:gd name="connsiteX16" fmla="*/ 926665 w 6604527"/>
              <a:gd name="connsiteY16" fmla="*/ 10995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604527" h="6858000">
                <a:moveTo>
                  <a:pt x="2300755" y="0"/>
                </a:moveTo>
                <a:lnTo>
                  <a:pt x="6604527" y="0"/>
                </a:lnTo>
                <a:lnTo>
                  <a:pt x="6604527" y="6858000"/>
                </a:lnTo>
                <a:lnTo>
                  <a:pt x="2300755" y="6858000"/>
                </a:lnTo>
                <a:lnTo>
                  <a:pt x="2294628" y="6850928"/>
                </a:lnTo>
                <a:cubicBezTo>
                  <a:pt x="1527196" y="5921015"/>
                  <a:pt x="1066188" y="4728845"/>
                  <a:pt x="1066188" y="3429000"/>
                </a:cubicBezTo>
                <a:cubicBezTo>
                  <a:pt x="1066188" y="2129156"/>
                  <a:pt x="1527196" y="936985"/>
                  <a:pt x="2294628" y="7073"/>
                </a:cubicBezTo>
                <a:close/>
                <a:moveTo>
                  <a:pt x="997154" y="0"/>
                </a:moveTo>
                <a:lnTo>
                  <a:pt x="2048125" y="0"/>
                </a:lnTo>
                <a:lnTo>
                  <a:pt x="1976072" y="91690"/>
                </a:lnTo>
                <a:cubicBezTo>
                  <a:pt x="1280102" y="1022311"/>
                  <a:pt x="867952" y="2177524"/>
                  <a:pt x="867952" y="3429000"/>
                </a:cubicBezTo>
                <a:cubicBezTo>
                  <a:pt x="867952" y="4680476"/>
                  <a:pt x="1280102" y="5835689"/>
                  <a:pt x="1976072" y="6766311"/>
                </a:cubicBezTo>
                <a:lnTo>
                  <a:pt x="2048125" y="6858000"/>
                </a:lnTo>
                <a:lnTo>
                  <a:pt x="997154" y="6858000"/>
                </a:lnTo>
                <a:lnTo>
                  <a:pt x="926665" y="6748048"/>
                </a:lnTo>
                <a:cubicBezTo>
                  <a:pt x="338626" y="5780266"/>
                  <a:pt x="0" y="4644179"/>
                  <a:pt x="0" y="3429000"/>
                </a:cubicBezTo>
                <a:cubicBezTo>
                  <a:pt x="0" y="2213822"/>
                  <a:pt x="338626" y="1077734"/>
                  <a:pt x="926665" y="109953"/>
                </a:cubicBezTo>
                <a:close/>
              </a:path>
            </a:pathLst>
          </a:custGeom>
          <a:solidFill>
            <a:schemeClr val="tx1">
              <a:lumMod val="95000"/>
            </a:schemeClr>
          </a:solidFill>
        </p:spPr>
        <p:txBody>
          <a:bodyPr wrap="square">
            <a:noAutofit/>
          </a:bodyPr>
          <a:lstStyle/>
          <a:p>
            <a:endParaRPr lang="en-US"/>
          </a:p>
        </p:txBody>
      </p:sp>
    </p:spTree>
    <p:extLst>
      <p:ext uri="{BB962C8B-B14F-4D97-AF65-F5344CB8AC3E}">
        <p14:creationId xmlns:p14="http://schemas.microsoft.com/office/powerpoint/2010/main" val="41779420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4">
    <p:spTree>
      <p:nvGrpSpPr>
        <p:cNvPr id="1" name=""/>
        <p:cNvGrpSpPr/>
        <p:nvPr/>
      </p:nvGrpSpPr>
      <p:grpSpPr>
        <a:xfrm>
          <a:off x="0" y="0"/>
          <a:ext cx="0" cy="0"/>
          <a:chOff x="0" y="0"/>
          <a:chExt cx="0" cy="0"/>
        </a:xfrm>
      </p:grpSpPr>
      <p:sp>
        <p:nvSpPr>
          <p:cNvPr id="5" name="Picture Placeholder 9">
            <a:extLst>
              <a:ext uri="{FF2B5EF4-FFF2-40B4-BE49-F238E27FC236}">
                <a16:creationId xmlns:a16="http://schemas.microsoft.com/office/drawing/2014/main" id="{866214B9-0F24-FA84-E82C-5D01D1805491}"/>
              </a:ext>
            </a:extLst>
          </p:cNvPr>
          <p:cNvSpPr>
            <a:spLocks noGrp="1"/>
          </p:cNvSpPr>
          <p:nvPr>
            <p:ph type="pic" sz="quarter" idx="47" hasCustomPrompt="1"/>
          </p:nvPr>
        </p:nvSpPr>
        <p:spPr>
          <a:xfrm>
            <a:off x="3600000" y="0"/>
            <a:ext cx="8591999" cy="6858000"/>
          </a:xfrm>
          <a:prstGeom prst="rect">
            <a:avLst/>
          </a:prstGeom>
          <a:solidFill>
            <a:schemeClr val="tx2">
              <a:lumMod val="90000"/>
            </a:schemeClr>
          </a:solidFill>
        </p:spPr>
        <p:txBody>
          <a:bodyPr anchor="b"/>
          <a:lstStyle>
            <a:lvl1pPr marL="0" indent="0" algn="ctr">
              <a:buNone/>
              <a:defRPr sz="1200">
                <a:solidFill>
                  <a:schemeClr val="tx1"/>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AU"/>
              <a:t>Click on icon to insert image and send to back</a:t>
            </a:r>
          </a:p>
        </p:txBody>
      </p:sp>
      <p:sp>
        <p:nvSpPr>
          <p:cNvPr id="8" name="Text Placeholder 4">
            <a:extLst>
              <a:ext uri="{FF2B5EF4-FFF2-40B4-BE49-F238E27FC236}">
                <a16:creationId xmlns:a16="http://schemas.microsoft.com/office/drawing/2014/main" id="{21741139-E145-899F-6D12-38EE7B32AEA0}"/>
              </a:ext>
            </a:extLst>
          </p:cNvPr>
          <p:cNvSpPr>
            <a:spLocks noGrp="1"/>
          </p:cNvSpPr>
          <p:nvPr>
            <p:ph type="body" sz="quarter" idx="50" hasCustomPrompt="1"/>
          </p:nvPr>
        </p:nvSpPr>
        <p:spPr>
          <a:xfrm>
            <a:off x="3403600" y="0"/>
            <a:ext cx="8788399" cy="6858000"/>
          </a:xfrm>
          <a:prstGeom prst="rect">
            <a:avLst/>
          </a:prstGeom>
          <a:gradFill>
            <a:gsLst>
              <a:gs pos="9000">
                <a:srgbClr val="F7F7F7"/>
              </a:gs>
              <a:gs pos="100000">
                <a:schemeClr val="tx1">
                  <a:alpha val="0"/>
                </a:schemeClr>
              </a:gs>
            </a:gsLst>
            <a:lin ang="0" scaled="0"/>
          </a:gradFill>
        </p:spPr>
        <p:txBody>
          <a:bodyPr/>
          <a:lstStyle>
            <a:lvl1pPr>
              <a:buNone/>
              <a:defRPr>
                <a:solidFill>
                  <a:schemeClr val="tx1">
                    <a:alpha val="0"/>
                  </a:schemeClr>
                </a:solidFill>
              </a:defRPr>
            </a:lvl1pPr>
          </a:lstStyle>
          <a:p>
            <a:pPr lvl="0"/>
            <a:r>
              <a:rPr lang="en-US"/>
              <a:t> </a:t>
            </a:r>
          </a:p>
        </p:txBody>
      </p:sp>
      <p:sp>
        <p:nvSpPr>
          <p:cNvPr id="10" name="Subtitle 2">
            <a:extLst>
              <a:ext uri="{FF2B5EF4-FFF2-40B4-BE49-F238E27FC236}">
                <a16:creationId xmlns:a16="http://schemas.microsoft.com/office/drawing/2014/main" id="{9095C14F-36F5-2E70-252D-1A0B02C89B63}"/>
              </a:ext>
            </a:extLst>
          </p:cNvPr>
          <p:cNvSpPr>
            <a:spLocks noGrp="1"/>
          </p:cNvSpPr>
          <p:nvPr>
            <p:ph type="subTitle" idx="1" hasCustomPrompt="1"/>
          </p:nvPr>
        </p:nvSpPr>
        <p:spPr>
          <a:xfrm>
            <a:off x="479424" y="4400943"/>
            <a:ext cx="3600000" cy="219495"/>
          </a:xfrm>
          <a:prstGeom prst="rect">
            <a:avLst/>
          </a:prstGeom>
        </p:spPr>
        <p:txBody>
          <a:bodyPr lIns="0" tIns="0" rIns="0" bIns="0" anchor="ctr"/>
          <a:lstStyle>
            <a:lvl1pPr marL="0" indent="0" algn="l">
              <a:lnSpc>
                <a:spcPct val="85000"/>
              </a:lnSpc>
              <a:spcAft>
                <a:spcPts val="600"/>
              </a:spcAft>
              <a:buNone/>
              <a:defRPr sz="1500" b="0">
                <a:solidFill>
                  <a:schemeClr val="bg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Date</a:t>
            </a:r>
            <a:endParaRPr lang="en-AU"/>
          </a:p>
        </p:txBody>
      </p:sp>
      <p:sp>
        <p:nvSpPr>
          <p:cNvPr id="12" name="Text Placeholder 20">
            <a:extLst>
              <a:ext uri="{FF2B5EF4-FFF2-40B4-BE49-F238E27FC236}">
                <a16:creationId xmlns:a16="http://schemas.microsoft.com/office/drawing/2014/main" id="{D846D5EF-8772-D574-5FED-286C1CCDE186}"/>
              </a:ext>
            </a:extLst>
          </p:cNvPr>
          <p:cNvSpPr>
            <a:spLocks noGrp="1"/>
          </p:cNvSpPr>
          <p:nvPr>
            <p:ph type="body" sz="quarter" idx="12" hasCustomPrompt="1"/>
          </p:nvPr>
        </p:nvSpPr>
        <p:spPr>
          <a:xfrm>
            <a:off x="479424" y="4117206"/>
            <a:ext cx="3600000" cy="219495"/>
          </a:xfrm>
          <a:prstGeom prst="rect">
            <a:avLst/>
          </a:prstGeom>
        </p:spPr>
        <p:txBody>
          <a:bodyPr lIns="0" tIns="0" rIns="0" bIns="0" anchor="ctr"/>
          <a:lstStyle>
            <a:lvl1pPr marL="0" indent="0">
              <a:lnSpc>
                <a:spcPct val="85000"/>
              </a:lnSpc>
              <a:spcAft>
                <a:spcPts val="600"/>
              </a:spcAft>
              <a:buNone/>
              <a:defRPr sz="1500" b="0">
                <a:solidFill>
                  <a:schemeClr val="bg2"/>
                </a:solidFill>
              </a:defRPr>
            </a:lvl1pPr>
          </a:lstStyle>
          <a:p>
            <a:pPr lvl="0"/>
            <a:r>
              <a:rPr lang="en-US"/>
              <a:t>Name</a:t>
            </a:r>
          </a:p>
        </p:txBody>
      </p:sp>
      <p:sp>
        <p:nvSpPr>
          <p:cNvPr id="15" name="Text Placeholder 9">
            <a:extLst>
              <a:ext uri="{FF2B5EF4-FFF2-40B4-BE49-F238E27FC236}">
                <a16:creationId xmlns:a16="http://schemas.microsoft.com/office/drawing/2014/main" id="{45C9F6FF-8DD2-98B0-E094-04E89D756353}"/>
              </a:ext>
            </a:extLst>
          </p:cNvPr>
          <p:cNvSpPr>
            <a:spLocks noGrp="1"/>
          </p:cNvSpPr>
          <p:nvPr>
            <p:ph type="body" sz="quarter" idx="44" hasCustomPrompt="1"/>
          </p:nvPr>
        </p:nvSpPr>
        <p:spPr>
          <a:xfrm>
            <a:off x="479424" y="1563357"/>
            <a:ext cx="5616574"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6" name="Title 1">
            <a:extLst>
              <a:ext uri="{FF2B5EF4-FFF2-40B4-BE49-F238E27FC236}">
                <a16:creationId xmlns:a16="http://schemas.microsoft.com/office/drawing/2014/main" id="{6A39A344-1C9C-0038-81A7-6A59034DC352}"/>
              </a:ext>
            </a:extLst>
          </p:cNvPr>
          <p:cNvSpPr>
            <a:spLocks noGrp="1"/>
          </p:cNvSpPr>
          <p:nvPr>
            <p:ph type="ctrTitle" hasCustomPrompt="1"/>
          </p:nvPr>
        </p:nvSpPr>
        <p:spPr>
          <a:xfrm>
            <a:off x="479425" y="1862462"/>
            <a:ext cx="5616575" cy="1899567"/>
          </a:xfrm>
          <a:prstGeom prst="rect">
            <a:avLst/>
          </a:prstGeom>
        </p:spPr>
        <p:txBody>
          <a:bodyPr lIns="0" tIns="0" rIns="0" bIns="0" anchor="t" anchorCtr="0"/>
          <a:lstStyle>
            <a:lvl1pPr algn="l">
              <a:lnSpc>
                <a:spcPct val="85000"/>
              </a:lnSpc>
              <a:spcAft>
                <a:spcPts val="600"/>
              </a:spcAft>
              <a:defRPr sz="4800" b="1">
                <a:solidFill>
                  <a:schemeClr val="bg1"/>
                </a:solidFill>
              </a:defRPr>
            </a:lvl1pPr>
          </a:lstStyle>
          <a:p>
            <a:r>
              <a:rPr lang="en-US"/>
              <a:t>Your text here</a:t>
            </a:r>
            <a:endParaRPr lang="en-AU"/>
          </a:p>
        </p:txBody>
      </p:sp>
      <p:pic>
        <p:nvPicPr>
          <p:cNvPr id="17" name="Graphic 16">
            <a:extLst>
              <a:ext uri="{FF2B5EF4-FFF2-40B4-BE49-F238E27FC236}">
                <a16:creationId xmlns:a16="http://schemas.microsoft.com/office/drawing/2014/main" id="{5CB2D337-606D-BE4B-66C3-E7C5C4BD1B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88189" y="5331470"/>
            <a:ext cx="1946459" cy="683511"/>
          </a:xfrm>
          <a:prstGeom prst="rect">
            <a:avLst/>
          </a:prstGeom>
        </p:spPr>
      </p:pic>
    </p:spTree>
    <p:extLst>
      <p:ext uri="{BB962C8B-B14F-4D97-AF65-F5344CB8AC3E}">
        <p14:creationId xmlns:p14="http://schemas.microsoft.com/office/powerpoint/2010/main" val="19669507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Image + Logo">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01088820-407A-FFCD-7ADB-556FD96901D9}"/>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27" imgH="327" progId="TCLayout.ActiveDocument.1">
                  <p:embed/>
                </p:oleObj>
              </mc:Choice>
              <mc:Fallback>
                <p:oleObj name="think-cell Slide" r:id="rId3" imgW="327" imgH="327" progId="TCLayout.ActiveDocument.1">
                  <p:embed/>
                  <p:pic>
                    <p:nvPicPr>
                      <p:cNvPr id="4" name="think-cell data - do not delete" hidden="1">
                        <a:extLst>
                          <a:ext uri="{FF2B5EF4-FFF2-40B4-BE49-F238E27FC236}">
                            <a16:creationId xmlns:a16="http://schemas.microsoft.com/office/drawing/2014/main" id="{01088820-407A-FFCD-7ADB-556FD96901D9}"/>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Picture Placeholder 9">
            <a:extLst>
              <a:ext uri="{FF2B5EF4-FFF2-40B4-BE49-F238E27FC236}">
                <a16:creationId xmlns:a16="http://schemas.microsoft.com/office/drawing/2014/main" id="{952EE9CC-C3CF-378A-A313-0C2002A30F50}"/>
              </a:ext>
            </a:extLst>
          </p:cNvPr>
          <p:cNvSpPr>
            <a:spLocks noGrp="1" noRot="1" noMove="1" noResize="1" noEditPoints="1" noAdjustHandles="1" noChangeArrowheads="1" noChangeShapeType="1"/>
          </p:cNvSpPr>
          <p:nvPr>
            <p:ph type="pic" sz="quarter" idx="47" hasCustomPrompt="1"/>
          </p:nvPr>
        </p:nvSpPr>
        <p:spPr>
          <a:xfrm>
            <a:off x="0" y="0"/>
            <a:ext cx="12192000" cy="6858000"/>
          </a:xfrm>
          <a:prstGeom prst="rect">
            <a:avLst/>
          </a:prstGeom>
          <a:solidFill>
            <a:schemeClr val="bg1">
              <a:lumMod val="95000"/>
            </a:schemeClr>
          </a:solidFill>
        </p:spPr>
        <p:txBody>
          <a:bodyPr anchor="b"/>
          <a:lstStyle>
            <a:lvl1pPr marL="0" indent="0" algn="ctr">
              <a:buNone/>
              <a:defRPr sz="1200">
                <a:solidFill>
                  <a:schemeClr val="tx1"/>
                </a:solidFill>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AU"/>
              <a:t>Click on icon to insert image and send to back</a:t>
            </a:r>
          </a:p>
        </p:txBody>
      </p:sp>
      <p:sp>
        <p:nvSpPr>
          <p:cNvPr id="3" name="Text Placeholder 9">
            <a:extLst>
              <a:ext uri="{FF2B5EF4-FFF2-40B4-BE49-F238E27FC236}">
                <a16:creationId xmlns:a16="http://schemas.microsoft.com/office/drawing/2014/main" id="{D0DE4365-3F64-1BF0-E4CC-CF9909697CB8}"/>
              </a:ext>
            </a:extLst>
          </p:cNvPr>
          <p:cNvSpPr>
            <a:spLocks noGrp="1" noChangeAspect="1"/>
          </p:cNvSpPr>
          <p:nvPr>
            <p:ph type="body" sz="quarter" idx="49"/>
          </p:nvPr>
        </p:nvSpPr>
        <p:spPr>
          <a:xfrm>
            <a:off x="9798208" y="5787021"/>
            <a:ext cx="1933291" cy="678348"/>
          </a:xfrm>
          <a:prstGeom prst="rect">
            <a:avLst/>
          </a:prstGeom>
          <a:blipFill>
            <a:blip>
              <a:extLst>
                <a:ext uri="{96DAC541-7B7A-43D3-8B79-37D633B846F1}">
                  <asvg:svgBlip xmlns:asvg="http://schemas.microsoft.com/office/drawing/2016/SVG/main" r:embed="rId5"/>
                </a:ext>
              </a:extLst>
            </a:blip>
            <a:stretch>
              <a:fillRect/>
            </a:stretch>
          </a:blipFill>
        </p:spPr>
        <p:txBody>
          <a:bodyPr/>
          <a:lstStyle>
            <a:lvl1pPr>
              <a:buNone/>
              <a:defRPr sz="100">
                <a:solidFill>
                  <a:schemeClr val="tx1">
                    <a:alpha val="0"/>
                  </a:schemeClr>
                </a:solidFill>
              </a:defRPr>
            </a:lvl1pPr>
          </a:lstStyle>
          <a:p>
            <a:pPr lvl="0"/>
            <a:endParaRPr lang="en-US"/>
          </a:p>
        </p:txBody>
      </p:sp>
    </p:spTree>
    <p:extLst>
      <p:ext uri="{BB962C8B-B14F-4D97-AF65-F5344CB8AC3E}">
        <p14:creationId xmlns:p14="http://schemas.microsoft.com/office/powerpoint/2010/main" val="1919445619"/>
      </p:ext>
    </p:extLst>
  </p:cSld>
  <p:clrMapOvr>
    <a:overrideClrMapping bg1="lt1" tx1="dk1" bg2="lt2" tx2="dk2" accent1="accent1" accent2="accent2" accent3="accent3" accent4="accent4" accent5="accent5" accent6="accent6" hlink="hlink" folHlink="folHlink"/>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alues Slide - Ligh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01088820-407A-FFCD-7ADB-556FD96901D9}"/>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27" imgH="327" progId="TCLayout.ActiveDocument.1">
                  <p:embed/>
                </p:oleObj>
              </mc:Choice>
              <mc:Fallback>
                <p:oleObj name="think-cell Slide" r:id="rId4" imgW="327" imgH="327" progId="TCLayout.ActiveDocument.1">
                  <p:embed/>
                  <p:pic>
                    <p:nvPicPr>
                      <p:cNvPr id="4" name="think-cell data - do not delete" hidden="1">
                        <a:extLst>
                          <a:ext uri="{FF2B5EF4-FFF2-40B4-BE49-F238E27FC236}">
                            <a16:creationId xmlns:a16="http://schemas.microsoft.com/office/drawing/2014/main" id="{01088820-407A-FFCD-7ADB-556FD96901D9}"/>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pic>
        <p:nvPicPr>
          <p:cNvPr id="6" name="Graphic 5">
            <a:extLst>
              <a:ext uri="{FF2B5EF4-FFF2-40B4-BE49-F238E27FC236}">
                <a16:creationId xmlns:a16="http://schemas.microsoft.com/office/drawing/2014/main" id="{C73279A4-0C24-6A0D-129D-B4B8E0601E0E}"/>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597429" y="496803"/>
            <a:ext cx="5145670" cy="561823"/>
          </a:xfrm>
          <a:prstGeom prst="rect">
            <a:avLst/>
          </a:prstGeom>
        </p:spPr>
      </p:pic>
      <p:sp>
        <p:nvSpPr>
          <p:cNvPr id="46" name="Freeform: Shape 45">
            <a:extLst>
              <a:ext uri="{FF2B5EF4-FFF2-40B4-BE49-F238E27FC236}">
                <a16:creationId xmlns:a16="http://schemas.microsoft.com/office/drawing/2014/main" id="{8FE368BA-F0C6-B814-F8CD-E873C225BA66}"/>
              </a:ext>
            </a:extLst>
          </p:cNvPr>
          <p:cNvSpPr/>
          <p:nvPr/>
        </p:nvSpPr>
        <p:spPr>
          <a:xfrm>
            <a:off x="597429" y="1823145"/>
            <a:ext cx="465251" cy="465251"/>
          </a:xfrm>
          <a:custGeom>
            <a:avLst/>
            <a:gdLst>
              <a:gd name="connsiteX0" fmla="*/ 232626 w 465251"/>
              <a:gd name="connsiteY0" fmla="*/ 0 h 465251"/>
              <a:gd name="connsiteX1" fmla="*/ 0 w 465251"/>
              <a:gd name="connsiteY1" fmla="*/ 232626 h 465251"/>
              <a:gd name="connsiteX2" fmla="*/ 232626 w 465251"/>
              <a:gd name="connsiteY2" fmla="*/ 465252 h 465251"/>
              <a:gd name="connsiteX3" fmla="*/ 465252 w 465251"/>
              <a:gd name="connsiteY3" fmla="*/ 232626 h 465251"/>
              <a:gd name="connsiteX4" fmla="*/ 232626 w 465251"/>
              <a:gd name="connsiteY4" fmla="*/ 0 h 465251"/>
              <a:gd name="connsiteX5" fmla="*/ 257502 w 465251"/>
              <a:gd name="connsiteY5" fmla="*/ 333035 h 465251"/>
              <a:gd name="connsiteX6" fmla="*/ 207750 w 465251"/>
              <a:gd name="connsiteY6" fmla="*/ 333035 h 465251"/>
              <a:gd name="connsiteX7" fmla="*/ 207750 w 465251"/>
              <a:gd name="connsiteY7" fmla="*/ 132087 h 465251"/>
              <a:gd name="connsiteX8" fmla="*/ 257502 w 465251"/>
              <a:gd name="connsiteY8" fmla="*/ 132087 h 465251"/>
              <a:gd name="connsiteX9" fmla="*/ 257502 w 465251"/>
              <a:gd name="connsiteY9" fmla="*/ 333035 h 465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65251" h="465251">
                <a:moveTo>
                  <a:pt x="232626" y="0"/>
                </a:moveTo>
                <a:cubicBezTo>
                  <a:pt x="104167" y="0"/>
                  <a:pt x="0" y="104167"/>
                  <a:pt x="0" y="232626"/>
                </a:cubicBezTo>
                <a:cubicBezTo>
                  <a:pt x="0" y="361085"/>
                  <a:pt x="104167" y="465252"/>
                  <a:pt x="232626" y="465252"/>
                </a:cubicBezTo>
                <a:cubicBezTo>
                  <a:pt x="361085" y="465252"/>
                  <a:pt x="465252" y="361085"/>
                  <a:pt x="465252" y="232626"/>
                </a:cubicBezTo>
                <a:cubicBezTo>
                  <a:pt x="465252" y="104167"/>
                  <a:pt x="361085" y="0"/>
                  <a:pt x="232626" y="0"/>
                </a:cubicBezTo>
                <a:close/>
                <a:moveTo>
                  <a:pt x="257502" y="333035"/>
                </a:moveTo>
                <a:lnTo>
                  <a:pt x="207750" y="333035"/>
                </a:lnTo>
                <a:lnTo>
                  <a:pt x="207750" y="132087"/>
                </a:lnTo>
                <a:lnTo>
                  <a:pt x="257502" y="132087"/>
                </a:lnTo>
                <a:lnTo>
                  <a:pt x="257502" y="333035"/>
                </a:lnTo>
                <a:close/>
              </a:path>
            </a:pathLst>
          </a:custGeom>
          <a:solidFill>
            <a:srgbClr val="000000"/>
          </a:solidFill>
          <a:ln w="6471" cap="flat">
            <a:noFill/>
            <a:prstDash val="solid"/>
            <a:miter/>
          </a:ln>
        </p:spPr>
        <p:txBody>
          <a:bodyPr rtlCol="0" anchor="ctr"/>
          <a:lstStyle/>
          <a:p>
            <a:endParaRPr lang="en-GB"/>
          </a:p>
        </p:txBody>
      </p:sp>
      <p:sp>
        <p:nvSpPr>
          <p:cNvPr id="84" name="Freeform: Shape 83">
            <a:extLst>
              <a:ext uri="{FF2B5EF4-FFF2-40B4-BE49-F238E27FC236}">
                <a16:creationId xmlns:a16="http://schemas.microsoft.com/office/drawing/2014/main" id="{BF5CAD91-5F42-11CF-A0FB-87E63EDB85B7}"/>
              </a:ext>
            </a:extLst>
          </p:cNvPr>
          <p:cNvSpPr/>
          <p:nvPr/>
        </p:nvSpPr>
        <p:spPr>
          <a:xfrm>
            <a:off x="597429" y="2558206"/>
            <a:ext cx="465251" cy="465251"/>
          </a:xfrm>
          <a:custGeom>
            <a:avLst/>
            <a:gdLst>
              <a:gd name="connsiteX0" fmla="*/ 232626 w 465251"/>
              <a:gd name="connsiteY0" fmla="*/ 0 h 465251"/>
              <a:gd name="connsiteX1" fmla="*/ 0 w 465251"/>
              <a:gd name="connsiteY1" fmla="*/ 232626 h 465251"/>
              <a:gd name="connsiteX2" fmla="*/ 232626 w 465251"/>
              <a:gd name="connsiteY2" fmla="*/ 465252 h 465251"/>
              <a:gd name="connsiteX3" fmla="*/ 465252 w 465251"/>
              <a:gd name="connsiteY3" fmla="*/ 232626 h 465251"/>
              <a:gd name="connsiteX4" fmla="*/ 232626 w 465251"/>
              <a:gd name="connsiteY4" fmla="*/ 0 h 465251"/>
              <a:gd name="connsiteX5" fmla="*/ 336015 w 465251"/>
              <a:gd name="connsiteY5" fmla="*/ 333100 h 465251"/>
              <a:gd name="connsiteX6" fmla="*/ 290475 w 465251"/>
              <a:gd name="connsiteY6" fmla="*/ 333100 h 465251"/>
              <a:gd name="connsiteX7" fmla="*/ 290475 w 465251"/>
              <a:gd name="connsiteY7" fmla="*/ 231913 h 465251"/>
              <a:gd name="connsiteX8" fmla="*/ 291317 w 465251"/>
              <a:gd name="connsiteY8" fmla="*/ 191750 h 465251"/>
              <a:gd name="connsiteX9" fmla="*/ 290734 w 465251"/>
              <a:gd name="connsiteY9" fmla="*/ 191750 h 465251"/>
              <a:gd name="connsiteX10" fmla="*/ 281470 w 465251"/>
              <a:gd name="connsiteY10" fmla="*/ 229128 h 465251"/>
              <a:gd name="connsiteX11" fmla="*/ 252514 w 465251"/>
              <a:gd name="connsiteY11" fmla="*/ 333100 h 465251"/>
              <a:gd name="connsiteX12" fmla="*/ 211508 w 465251"/>
              <a:gd name="connsiteY12" fmla="*/ 333100 h 465251"/>
              <a:gd name="connsiteX13" fmla="*/ 182875 w 465251"/>
              <a:gd name="connsiteY13" fmla="*/ 229387 h 465251"/>
              <a:gd name="connsiteX14" fmla="*/ 173611 w 465251"/>
              <a:gd name="connsiteY14" fmla="*/ 191750 h 465251"/>
              <a:gd name="connsiteX15" fmla="*/ 173028 w 465251"/>
              <a:gd name="connsiteY15" fmla="*/ 191750 h 465251"/>
              <a:gd name="connsiteX16" fmla="*/ 173870 w 465251"/>
              <a:gd name="connsiteY16" fmla="*/ 232237 h 465251"/>
              <a:gd name="connsiteX17" fmla="*/ 173870 w 465251"/>
              <a:gd name="connsiteY17" fmla="*/ 333100 h 465251"/>
              <a:gd name="connsiteX18" fmla="*/ 129172 w 465251"/>
              <a:gd name="connsiteY18" fmla="*/ 333100 h 465251"/>
              <a:gd name="connsiteX19" fmla="*/ 129172 w 465251"/>
              <a:gd name="connsiteY19" fmla="*/ 132152 h 465251"/>
              <a:gd name="connsiteX20" fmla="*/ 196025 w 465251"/>
              <a:gd name="connsiteY20" fmla="*/ 132152 h 465251"/>
              <a:gd name="connsiteX21" fmla="*/ 220447 w 465251"/>
              <a:gd name="connsiteY21" fmla="*/ 220123 h 465251"/>
              <a:gd name="connsiteX22" fmla="*/ 231978 w 465251"/>
              <a:gd name="connsiteY22" fmla="*/ 265923 h 465251"/>
              <a:gd name="connsiteX23" fmla="*/ 232561 w 465251"/>
              <a:gd name="connsiteY23" fmla="*/ 265923 h 465251"/>
              <a:gd name="connsiteX24" fmla="*/ 243768 w 465251"/>
              <a:gd name="connsiteY24" fmla="*/ 220123 h 465251"/>
              <a:gd name="connsiteX25" fmla="*/ 268514 w 465251"/>
              <a:gd name="connsiteY25" fmla="*/ 132152 h 465251"/>
              <a:gd name="connsiteX26" fmla="*/ 335951 w 465251"/>
              <a:gd name="connsiteY26" fmla="*/ 132152 h 465251"/>
              <a:gd name="connsiteX27" fmla="*/ 335951 w 465251"/>
              <a:gd name="connsiteY27" fmla="*/ 333100 h 465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65251" h="465251">
                <a:moveTo>
                  <a:pt x="232626" y="0"/>
                </a:moveTo>
                <a:cubicBezTo>
                  <a:pt x="104167" y="0"/>
                  <a:pt x="0" y="104167"/>
                  <a:pt x="0" y="232626"/>
                </a:cubicBezTo>
                <a:cubicBezTo>
                  <a:pt x="0" y="361085"/>
                  <a:pt x="104167" y="465252"/>
                  <a:pt x="232626" y="465252"/>
                </a:cubicBezTo>
                <a:cubicBezTo>
                  <a:pt x="361085" y="465252"/>
                  <a:pt x="465252" y="361085"/>
                  <a:pt x="465252" y="232626"/>
                </a:cubicBezTo>
                <a:cubicBezTo>
                  <a:pt x="465252" y="104167"/>
                  <a:pt x="361085" y="0"/>
                  <a:pt x="232626" y="0"/>
                </a:cubicBezTo>
                <a:close/>
                <a:moveTo>
                  <a:pt x="336015" y="333100"/>
                </a:moveTo>
                <a:lnTo>
                  <a:pt x="290475" y="333100"/>
                </a:lnTo>
                <a:lnTo>
                  <a:pt x="290475" y="231913"/>
                </a:lnTo>
                <a:cubicBezTo>
                  <a:pt x="290475" y="223751"/>
                  <a:pt x="291317" y="191750"/>
                  <a:pt x="291317" y="191750"/>
                </a:cubicBezTo>
                <a:lnTo>
                  <a:pt x="290734" y="191750"/>
                </a:lnTo>
                <a:cubicBezTo>
                  <a:pt x="290734" y="191750"/>
                  <a:pt x="283738" y="221808"/>
                  <a:pt x="281470" y="229128"/>
                </a:cubicBezTo>
                <a:lnTo>
                  <a:pt x="252514" y="333100"/>
                </a:lnTo>
                <a:lnTo>
                  <a:pt x="211508" y="333100"/>
                </a:lnTo>
                <a:lnTo>
                  <a:pt x="182875" y="229387"/>
                </a:lnTo>
                <a:cubicBezTo>
                  <a:pt x="180607" y="222067"/>
                  <a:pt x="173611" y="191750"/>
                  <a:pt x="173611" y="191750"/>
                </a:cubicBezTo>
                <a:lnTo>
                  <a:pt x="173028" y="191750"/>
                </a:lnTo>
                <a:cubicBezTo>
                  <a:pt x="173028" y="191750"/>
                  <a:pt x="173870" y="224075"/>
                  <a:pt x="173870" y="232237"/>
                </a:cubicBezTo>
                <a:lnTo>
                  <a:pt x="173870" y="333100"/>
                </a:lnTo>
                <a:lnTo>
                  <a:pt x="129172" y="333100"/>
                </a:lnTo>
                <a:lnTo>
                  <a:pt x="129172" y="132152"/>
                </a:lnTo>
                <a:lnTo>
                  <a:pt x="196025" y="132152"/>
                </a:lnTo>
                <a:lnTo>
                  <a:pt x="220447" y="220123"/>
                </a:lnTo>
                <a:cubicBezTo>
                  <a:pt x="224075" y="232755"/>
                  <a:pt x="231978" y="265923"/>
                  <a:pt x="231978" y="265923"/>
                </a:cubicBezTo>
                <a:lnTo>
                  <a:pt x="232561" y="265923"/>
                </a:lnTo>
                <a:cubicBezTo>
                  <a:pt x="232561" y="265923"/>
                  <a:pt x="240400" y="232755"/>
                  <a:pt x="243768" y="220123"/>
                </a:cubicBezTo>
                <a:lnTo>
                  <a:pt x="268514" y="132152"/>
                </a:lnTo>
                <a:lnTo>
                  <a:pt x="335951" y="132152"/>
                </a:lnTo>
                <a:lnTo>
                  <a:pt x="335951" y="333100"/>
                </a:lnTo>
                <a:close/>
              </a:path>
            </a:pathLst>
          </a:custGeom>
          <a:solidFill>
            <a:srgbClr val="000000"/>
          </a:solidFill>
          <a:ln w="6471" cap="flat">
            <a:noFill/>
            <a:prstDash val="solid"/>
            <a:miter/>
          </a:ln>
        </p:spPr>
        <p:txBody>
          <a:bodyPr rtlCol="0" anchor="ctr"/>
          <a:lstStyle/>
          <a:p>
            <a:endParaRPr lang="en-GB"/>
          </a:p>
        </p:txBody>
      </p:sp>
      <p:grpSp>
        <p:nvGrpSpPr>
          <p:cNvPr id="116" name="Graphic 7">
            <a:extLst>
              <a:ext uri="{FF2B5EF4-FFF2-40B4-BE49-F238E27FC236}">
                <a16:creationId xmlns:a16="http://schemas.microsoft.com/office/drawing/2014/main" id="{1E5B52FA-8DAF-8C25-120B-B9F6884BFAB2}"/>
              </a:ext>
            </a:extLst>
          </p:cNvPr>
          <p:cNvGrpSpPr/>
          <p:nvPr/>
        </p:nvGrpSpPr>
        <p:grpSpPr>
          <a:xfrm>
            <a:off x="597429" y="3293268"/>
            <a:ext cx="465251" cy="465251"/>
            <a:chOff x="688869" y="3163728"/>
            <a:chExt cx="465251" cy="465251"/>
          </a:xfrm>
          <a:solidFill>
            <a:srgbClr val="000000"/>
          </a:solidFill>
        </p:grpSpPr>
        <p:sp>
          <p:nvSpPr>
            <p:cNvPr id="117" name="Freeform: Shape 116">
              <a:extLst>
                <a:ext uri="{FF2B5EF4-FFF2-40B4-BE49-F238E27FC236}">
                  <a16:creationId xmlns:a16="http://schemas.microsoft.com/office/drawing/2014/main" id="{DBC0EFCB-CF70-F411-6ABE-AFB373DB58AD}"/>
                </a:ext>
              </a:extLst>
            </p:cNvPr>
            <p:cNvSpPr/>
            <p:nvPr/>
          </p:nvSpPr>
          <p:spPr>
            <a:xfrm>
              <a:off x="889300" y="3337728"/>
              <a:ext cx="64909" cy="52536"/>
            </a:xfrm>
            <a:custGeom>
              <a:avLst/>
              <a:gdLst>
                <a:gd name="connsiteX0" fmla="*/ 36795 w 64909"/>
                <a:gd name="connsiteY0" fmla="*/ 0 h 52536"/>
                <a:gd name="connsiteX1" fmla="*/ 0 w 64909"/>
                <a:gd name="connsiteY1" fmla="*/ 0 h 52536"/>
                <a:gd name="connsiteX2" fmla="*/ 0 w 64909"/>
                <a:gd name="connsiteY2" fmla="*/ 52537 h 52536"/>
                <a:gd name="connsiteX3" fmla="*/ 36795 w 64909"/>
                <a:gd name="connsiteY3" fmla="*/ 52537 h 52536"/>
                <a:gd name="connsiteX4" fmla="*/ 64910 w 64909"/>
                <a:gd name="connsiteY4" fmla="*/ 25847 h 52536"/>
                <a:gd name="connsiteX5" fmla="*/ 36795 w 64909"/>
                <a:gd name="connsiteY5" fmla="*/ 0 h 525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909" h="52536">
                  <a:moveTo>
                    <a:pt x="36795" y="0"/>
                  </a:moveTo>
                  <a:lnTo>
                    <a:pt x="0" y="0"/>
                  </a:lnTo>
                  <a:lnTo>
                    <a:pt x="0" y="52537"/>
                  </a:lnTo>
                  <a:lnTo>
                    <a:pt x="36795" y="52537"/>
                  </a:lnTo>
                  <a:cubicBezTo>
                    <a:pt x="54804" y="52537"/>
                    <a:pt x="64910" y="41848"/>
                    <a:pt x="64910" y="25847"/>
                  </a:cubicBezTo>
                  <a:cubicBezTo>
                    <a:pt x="64910" y="9847"/>
                    <a:pt x="54545" y="0"/>
                    <a:pt x="36795" y="0"/>
                  </a:cubicBezTo>
                  <a:close/>
                </a:path>
              </a:pathLst>
            </a:custGeom>
            <a:solidFill>
              <a:srgbClr val="000000"/>
            </a:solidFill>
            <a:ln w="6471" cap="flat">
              <a:noFill/>
              <a:prstDash val="solid"/>
              <a:miter/>
            </a:ln>
          </p:spPr>
          <p:txBody>
            <a:bodyPr rtlCol="0" anchor="ctr"/>
            <a:lstStyle/>
            <a:p>
              <a:endParaRPr lang="en-GB"/>
            </a:p>
          </p:txBody>
        </p:sp>
        <p:sp>
          <p:nvSpPr>
            <p:cNvPr id="118" name="Freeform: Shape 117">
              <a:extLst>
                <a:ext uri="{FF2B5EF4-FFF2-40B4-BE49-F238E27FC236}">
                  <a16:creationId xmlns:a16="http://schemas.microsoft.com/office/drawing/2014/main" id="{755E61AC-8997-2338-B893-B8D8B495E3BA}"/>
                </a:ext>
              </a:extLst>
            </p:cNvPr>
            <p:cNvSpPr/>
            <p:nvPr/>
          </p:nvSpPr>
          <p:spPr>
            <a:xfrm>
              <a:off x="688869" y="3163728"/>
              <a:ext cx="465251" cy="465251"/>
            </a:xfrm>
            <a:custGeom>
              <a:avLst/>
              <a:gdLst>
                <a:gd name="connsiteX0" fmla="*/ 232626 w 465251"/>
                <a:gd name="connsiteY0" fmla="*/ 0 h 465251"/>
                <a:gd name="connsiteX1" fmla="*/ 0 w 465251"/>
                <a:gd name="connsiteY1" fmla="*/ 232626 h 465251"/>
                <a:gd name="connsiteX2" fmla="*/ 232626 w 465251"/>
                <a:gd name="connsiteY2" fmla="*/ 465252 h 465251"/>
                <a:gd name="connsiteX3" fmla="*/ 465252 w 465251"/>
                <a:gd name="connsiteY3" fmla="*/ 232626 h 465251"/>
                <a:gd name="connsiteX4" fmla="*/ 232626 w 465251"/>
                <a:gd name="connsiteY4" fmla="*/ 0 h 465251"/>
                <a:gd name="connsiteX5" fmla="*/ 247331 w 465251"/>
                <a:gd name="connsiteY5" fmla="*/ 265923 h 465251"/>
                <a:gd name="connsiteX6" fmla="*/ 200430 w 465251"/>
                <a:gd name="connsiteY6" fmla="*/ 265923 h 465251"/>
                <a:gd name="connsiteX7" fmla="*/ 200430 w 465251"/>
                <a:gd name="connsiteY7" fmla="*/ 333100 h 465251"/>
                <a:gd name="connsiteX8" fmla="*/ 149837 w 465251"/>
                <a:gd name="connsiteY8" fmla="*/ 333100 h 465251"/>
                <a:gd name="connsiteX9" fmla="*/ 149837 w 465251"/>
                <a:gd name="connsiteY9" fmla="*/ 132152 h 465251"/>
                <a:gd name="connsiteX10" fmla="*/ 240335 w 465251"/>
                <a:gd name="connsiteY10" fmla="*/ 132152 h 465251"/>
                <a:gd name="connsiteX11" fmla="*/ 295139 w 465251"/>
                <a:gd name="connsiteY11" fmla="*/ 150679 h 465251"/>
                <a:gd name="connsiteX12" fmla="*/ 315350 w 465251"/>
                <a:gd name="connsiteY12" fmla="*/ 200171 h 465251"/>
                <a:gd name="connsiteX13" fmla="*/ 247331 w 465251"/>
                <a:gd name="connsiteY13" fmla="*/ 265923 h 465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5251" h="465251">
                  <a:moveTo>
                    <a:pt x="232626" y="0"/>
                  </a:moveTo>
                  <a:cubicBezTo>
                    <a:pt x="104167" y="0"/>
                    <a:pt x="0" y="104167"/>
                    <a:pt x="0" y="232626"/>
                  </a:cubicBezTo>
                  <a:cubicBezTo>
                    <a:pt x="0" y="361085"/>
                    <a:pt x="104167" y="465252"/>
                    <a:pt x="232626" y="465252"/>
                  </a:cubicBezTo>
                  <a:cubicBezTo>
                    <a:pt x="361085" y="465252"/>
                    <a:pt x="465252" y="361085"/>
                    <a:pt x="465252" y="232626"/>
                  </a:cubicBezTo>
                  <a:cubicBezTo>
                    <a:pt x="465252" y="104167"/>
                    <a:pt x="361085" y="0"/>
                    <a:pt x="232626" y="0"/>
                  </a:cubicBezTo>
                  <a:close/>
                  <a:moveTo>
                    <a:pt x="247331" y="265923"/>
                  </a:moveTo>
                  <a:lnTo>
                    <a:pt x="200430" y="265923"/>
                  </a:lnTo>
                  <a:lnTo>
                    <a:pt x="200430" y="333100"/>
                  </a:lnTo>
                  <a:lnTo>
                    <a:pt x="149837" y="333100"/>
                  </a:lnTo>
                  <a:lnTo>
                    <a:pt x="149837" y="132152"/>
                  </a:lnTo>
                  <a:lnTo>
                    <a:pt x="240335" y="132152"/>
                  </a:lnTo>
                  <a:cubicBezTo>
                    <a:pt x="264757" y="132152"/>
                    <a:pt x="282766" y="138889"/>
                    <a:pt x="295139" y="150679"/>
                  </a:cubicBezTo>
                  <a:cubicBezTo>
                    <a:pt x="308095" y="162793"/>
                    <a:pt x="315350" y="179895"/>
                    <a:pt x="315350" y="200171"/>
                  </a:cubicBezTo>
                  <a:cubicBezTo>
                    <a:pt x="315350" y="238650"/>
                    <a:pt x="288661" y="265923"/>
                    <a:pt x="247331" y="265923"/>
                  </a:cubicBezTo>
                  <a:close/>
                </a:path>
              </a:pathLst>
            </a:custGeom>
            <a:solidFill>
              <a:srgbClr val="000000"/>
            </a:solidFill>
            <a:ln w="6471" cap="flat">
              <a:noFill/>
              <a:prstDash val="solid"/>
              <a:miter/>
            </a:ln>
          </p:spPr>
          <p:txBody>
            <a:bodyPr rtlCol="0" anchor="ctr"/>
            <a:lstStyle/>
            <a:p>
              <a:endParaRPr lang="en-GB"/>
            </a:p>
          </p:txBody>
        </p:sp>
      </p:grpSp>
      <p:grpSp>
        <p:nvGrpSpPr>
          <p:cNvPr id="150" name="Graphic 7">
            <a:extLst>
              <a:ext uri="{FF2B5EF4-FFF2-40B4-BE49-F238E27FC236}">
                <a16:creationId xmlns:a16="http://schemas.microsoft.com/office/drawing/2014/main" id="{37B8FC29-AA2B-9980-C4D5-48F9499356D8}"/>
              </a:ext>
            </a:extLst>
          </p:cNvPr>
          <p:cNvGrpSpPr/>
          <p:nvPr/>
        </p:nvGrpSpPr>
        <p:grpSpPr>
          <a:xfrm>
            <a:off x="597429" y="4028395"/>
            <a:ext cx="465251" cy="465251"/>
            <a:chOff x="688869" y="3898855"/>
            <a:chExt cx="465251" cy="465251"/>
          </a:xfrm>
          <a:solidFill>
            <a:srgbClr val="000000"/>
          </a:solidFill>
        </p:grpSpPr>
        <p:sp>
          <p:nvSpPr>
            <p:cNvPr id="151" name="Freeform: Shape 150">
              <a:extLst>
                <a:ext uri="{FF2B5EF4-FFF2-40B4-BE49-F238E27FC236}">
                  <a16:creationId xmlns:a16="http://schemas.microsoft.com/office/drawing/2014/main" id="{88593C88-6277-665B-5EA7-BEC8699929E2}"/>
                </a:ext>
              </a:extLst>
            </p:cNvPr>
            <p:cNvSpPr/>
            <p:nvPr/>
          </p:nvSpPr>
          <p:spPr>
            <a:xfrm>
              <a:off x="896555" y="4082960"/>
              <a:ext cx="47224" cy="77023"/>
            </a:xfrm>
            <a:custGeom>
              <a:avLst/>
              <a:gdLst>
                <a:gd name="connsiteX0" fmla="*/ 24228 w 47224"/>
                <a:gd name="connsiteY0" fmla="*/ 0 h 77023"/>
                <a:gd name="connsiteX1" fmla="*/ 23645 w 47224"/>
                <a:gd name="connsiteY1" fmla="*/ 0 h 77023"/>
                <a:gd name="connsiteX2" fmla="*/ 15482 w 47224"/>
                <a:gd name="connsiteY2" fmla="*/ 28374 h 77023"/>
                <a:gd name="connsiteX3" fmla="*/ 0 w 47224"/>
                <a:gd name="connsiteY3" fmla="*/ 77024 h 77023"/>
                <a:gd name="connsiteX4" fmla="*/ 47225 w 47224"/>
                <a:gd name="connsiteY4" fmla="*/ 77024 h 77023"/>
                <a:gd name="connsiteX5" fmla="*/ 32066 w 47224"/>
                <a:gd name="connsiteY5" fmla="*/ 28374 h 77023"/>
                <a:gd name="connsiteX6" fmla="*/ 24163 w 47224"/>
                <a:gd name="connsiteY6" fmla="*/ 0 h 77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224" h="77023">
                  <a:moveTo>
                    <a:pt x="24228" y="0"/>
                  </a:moveTo>
                  <a:lnTo>
                    <a:pt x="23645" y="0"/>
                  </a:lnTo>
                  <a:cubicBezTo>
                    <a:pt x="23645" y="0"/>
                    <a:pt x="18851" y="18009"/>
                    <a:pt x="15482" y="28374"/>
                  </a:cubicBezTo>
                  <a:lnTo>
                    <a:pt x="0" y="77024"/>
                  </a:lnTo>
                  <a:lnTo>
                    <a:pt x="47225" y="77024"/>
                  </a:lnTo>
                  <a:lnTo>
                    <a:pt x="32066" y="28374"/>
                  </a:lnTo>
                  <a:cubicBezTo>
                    <a:pt x="28698" y="17944"/>
                    <a:pt x="24163" y="0"/>
                    <a:pt x="24163" y="0"/>
                  </a:cubicBezTo>
                  <a:close/>
                </a:path>
              </a:pathLst>
            </a:custGeom>
            <a:solidFill>
              <a:srgbClr val="000000"/>
            </a:solidFill>
            <a:ln w="6471" cap="flat">
              <a:noFill/>
              <a:prstDash val="solid"/>
              <a:miter/>
            </a:ln>
          </p:spPr>
          <p:txBody>
            <a:bodyPr rtlCol="0" anchor="ctr"/>
            <a:lstStyle/>
            <a:p>
              <a:endParaRPr lang="en-GB"/>
            </a:p>
          </p:txBody>
        </p:sp>
        <p:sp>
          <p:nvSpPr>
            <p:cNvPr id="152" name="Freeform: Shape 151">
              <a:extLst>
                <a:ext uri="{FF2B5EF4-FFF2-40B4-BE49-F238E27FC236}">
                  <a16:creationId xmlns:a16="http://schemas.microsoft.com/office/drawing/2014/main" id="{E8596F83-2690-6D1F-C974-AD0565F974B6}"/>
                </a:ext>
              </a:extLst>
            </p:cNvPr>
            <p:cNvSpPr/>
            <p:nvPr/>
          </p:nvSpPr>
          <p:spPr>
            <a:xfrm>
              <a:off x="688869" y="3898855"/>
              <a:ext cx="465251" cy="465251"/>
            </a:xfrm>
            <a:custGeom>
              <a:avLst/>
              <a:gdLst>
                <a:gd name="connsiteX0" fmla="*/ 232626 w 465251"/>
                <a:gd name="connsiteY0" fmla="*/ 0 h 465251"/>
                <a:gd name="connsiteX1" fmla="*/ 0 w 465251"/>
                <a:gd name="connsiteY1" fmla="*/ 232626 h 465251"/>
                <a:gd name="connsiteX2" fmla="*/ 232626 w 465251"/>
                <a:gd name="connsiteY2" fmla="*/ 465252 h 465251"/>
                <a:gd name="connsiteX3" fmla="*/ 465252 w 465251"/>
                <a:gd name="connsiteY3" fmla="*/ 232626 h 465251"/>
                <a:gd name="connsiteX4" fmla="*/ 232626 w 465251"/>
                <a:gd name="connsiteY4" fmla="*/ 0 h 465251"/>
                <a:gd name="connsiteX5" fmla="*/ 278296 w 465251"/>
                <a:gd name="connsiteY5" fmla="*/ 333035 h 465251"/>
                <a:gd name="connsiteX6" fmla="*/ 266506 w 465251"/>
                <a:gd name="connsiteY6" fmla="*/ 296758 h 465251"/>
                <a:gd name="connsiteX7" fmla="*/ 196219 w 465251"/>
                <a:gd name="connsiteY7" fmla="*/ 296758 h 465251"/>
                <a:gd name="connsiteX8" fmla="*/ 184689 w 465251"/>
                <a:gd name="connsiteY8" fmla="*/ 333035 h 465251"/>
                <a:gd name="connsiteX9" fmla="*/ 134678 w 465251"/>
                <a:gd name="connsiteY9" fmla="*/ 333035 h 465251"/>
                <a:gd name="connsiteX10" fmla="*/ 206908 w 465251"/>
                <a:gd name="connsiteY10" fmla="*/ 132087 h 465251"/>
                <a:gd name="connsiteX11" fmla="*/ 258085 w 465251"/>
                <a:gd name="connsiteY11" fmla="*/ 132087 h 465251"/>
                <a:gd name="connsiteX12" fmla="*/ 330574 w 465251"/>
                <a:gd name="connsiteY12" fmla="*/ 333035 h 465251"/>
                <a:gd name="connsiteX13" fmla="*/ 278296 w 465251"/>
                <a:gd name="connsiteY13" fmla="*/ 333035 h 465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5251" h="465251">
                  <a:moveTo>
                    <a:pt x="232626" y="0"/>
                  </a:moveTo>
                  <a:cubicBezTo>
                    <a:pt x="104167" y="0"/>
                    <a:pt x="0" y="104167"/>
                    <a:pt x="0" y="232626"/>
                  </a:cubicBezTo>
                  <a:cubicBezTo>
                    <a:pt x="0" y="361085"/>
                    <a:pt x="104167" y="465252"/>
                    <a:pt x="232626" y="465252"/>
                  </a:cubicBezTo>
                  <a:cubicBezTo>
                    <a:pt x="361085" y="465252"/>
                    <a:pt x="465252" y="361085"/>
                    <a:pt x="465252" y="232626"/>
                  </a:cubicBezTo>
                  <a:cubicBezTo>
                    <a:pt x="465252" y="104167"/>
                    <a:pt x="361085" y="0"/>
                    <a:pt x="232626" y="0"/>
                  </a:cubicBezTo>
                  <a:close/>
                  <a:moveTo>
                    <a:pt x="278296" y="333035"/>
                  </a:moveTo>
                  <a:lnTo>
                    <a:pt x="266506" y="296758"/>
                  </a:lnTo>
                  <a:lnTo>
                    <a:pt x="196219" y="296758"/>
                  </a:lnTo>
                  <a:lnTo>
                    <a:pt x="184689" y="333035"/>
                  </a:lnTo>
                  <a:lnTo>
                    <a:pt x="134678" y="333035"/>
                  </a:lnTo>
                  <a:lnTo>
                    <a:pt x="206908" y="132087"/>
                  </a:lnTo>
                  <a:lnTo>
                    <a:pt x="258085" y="132087"/>
                  </a:lnTo>
                  <a:lnTo>
                    <a:pt x="330574" y="333035"/>
                  </a:lnTo>
                  <a:lnTo>
                    <a:pt x="278296" y="333035"/>
                  </a:lnTo>
                  <a:close/>
                </a:path>
              </a:pathLst>
            </a:custGeom>
            <a:solidFill>
              <a:srgbClr val="000000"/>
            </a:solidFill>
            <a:ln w="6471" cap="flat">
              <a:noFill/>
              <a:prstDash val="solid"/>
              <a:miter/>
            </a:ln>
          </p:spPr>
          <p:txBody>
            <a:bodyPr rtlCol="0" anchor="ctr"/>
            <a:lstStyle/>
            <a:p>
              <a:endParaRPr lang="en-GB"/>
            </a:p>
          </p:txBody>
        </p:sp>
      </p:grpSp>
      <p:sp>
        <p:nvSpPr>
          <p:cNvPr id="180" name="Freeform: Shape 179">
            <a:extLst>
              <a:ext uri="{FF2B5EF4-FFF2-40B4-BE49-F238E27FC236}">
                <a16:creationId xmlns:a16="http://schemas.microsoft.com/office/drawing/2014/main" id="{1FCACBBF-8DD5-67AD-6B79-B1B7390CFB36}"/>
              </a:ext>
            </a:extLst>
          </p:cNvPr>
          <p:cNvSpPr/>
          <p:nvPr/>
        </p:nvSpPr>
        <p:spPr>
          <a:xfrm>
            <a:off x="597429" y="4763456"/>
            <a:ext cx="465251" cy="465251"/>
          </a:xfrm>
          <a:custGeom>
            <a:avLst/>
            <a:gdLst>
              <a:gd name="connsiteX0" fmla="*/ 232626 w 465251"/>
              <a:gd name="connsiteY0" fmla="*/ 0 h 465251"/>
              <a:gd name="connsiteX1" fmla="*/ 0 w 465251"/>
              <a:gd name="connsiteY1" fmla="*/ 232626 h 465251"/>
              <a:gd name="connsiteX2" fmla="*/ 232626 w 465251"/>
              <a:gd name="connsiteY2" fmla="*/ 465252 h 465251"/>
              <a:gd name="connsiteX3" fmla="*/ 465252 w 465251"/>
              <a:gd name="connsiteY3" fmla="*/ 232626 h 465251"/>
              <a:gd name="connsiteX4" fmla="*/ 232626 w 465251"/>
              <a:gd name="connsiteY4" fmla="*/ 0 h 465251"/>
              <a:gd name="connsiteX5" fmla="*/ 302330 w 465251"/>
              <a:gd name="connsiteY5" fmla="*/ 314508 h 465251"/>
              <a:gd name="connsiteX6" fmla="*/ 238003 w 465251"/>
              <a:gd name="connsiteY6" fmla="*/ 337246 h 465251"/>
              <a:gd name="connsiteX7" fmla="*/ 138824 w 465251"/>
              <a:gd name="connsiteY7" fmla="*/ 233015 h 465251"/>
              <a:gd name="connsiteX8" fmla="*/ 237744 w 465251"/>
              <a:gd name="connsiteY8" fmla="*/ 127941 h 465251"/>
              <a:gd name="connsiteX9" fmla="*/ 295074 w 465251"/>
              <a:gd name="connsiteY9" fmla="*/ 145626 h 465251"/>
              <a:gd name="connsiteX10" fmla="*/ 325132 w 465251"/>
              <a:gd name="connsiteY10" fmla="*/ 201013 h 465251"/>
              <a:gd name="connsiteX11" fmla="*/ 275381 w 465251"/>
              <a:gd name="connsiteY11" fmla="*/ 201013 h 465251"/>
              <a:gd name="connsiteX12" fmla="*/ 237420 w 465251"/>
              <a:gd name="connsiteY12" fmla="*/ 169271 h 465251"/>
              <a:gd name="connsiteX13" fmla="*/ 189353 w 465251"/>
              <a:gd name="connsiteY13" fmla="*/ 233079 h 465251"/>
              <a:gd name="connsiteX14" fmla="*/ 237679 w 465251"/>
              <a:gd name="connsiteY14" fmla="*/ 296564 h 465251"/>
              <a:gd name="connsiteX15" fmla="*/ 276741 w 465251"/>
              <a:gd name="connsiteY15" fmla="*/ 263138 h 465251"/>
              <a:gd name="connsiteX16" fmla="*/ 326493 w 465251"/>
              <a:gd name="connsiteY16" fmla="*/ 263138 h 465251"/>
              <a:gd name="connsiteX17" fmla="*/ 302330 w 465251"/>
              <a:gd name="connsiteY17" fmla="*/ 314573 h 465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65251" h="465251">
                <a:moveTo>
                  <a:pt x="232626" y="0"/>
                </a:moveTo>
                <a:cubicBezTo>
                  <a:pt x="104167" y="0"/>
                  <a:pt x="0" y="104167"/>
                  <a:pt x="0" y="232626"/>
                </a:cubicBezTo>
                <a:cubicBezTo>
                  <a:pt x="0" y="361085"/>
                  <a:pt x="104167" y="465252"/>
                  <a:pt x="232626" y="465252"/>
                </a:cubicBezTo>
                <a:cubicBezTo>
                  <a:pt x="361085" y="465252"/>
                  <a:pt x="465252" y="361085"/>
                  <a:pt x="465252" y="232626"/>
                </a:cubicBezTo>
                <a:cubicBezTo>
                  <a:pt x="465252" y="104167"/>
                  <a:pt x="361085" y="0"/>
                  <a:pt x="232626" y="0"/>
                </a:cubicBezTo>
                <a:close/>
                <a:moveTo>
                  <a:pt x="302330" y="314508"/>
                </a:moveTo>
                <a:cubicBezTo>
                  <a:pt x="286847" y="329408"/>
                  <a:pt x="266377" y="337246"/>
                  <a:pt x="238003" y="337246"/>
                </a:cubicBezTo>
                <a:cubicBezTo>
                  <a:pt x="178988" y="337246"/>
                  <a:pt x="138824" y="293131"/>
                  <a:pt x="138824" y="233015"/>
                </a:cubicBezTo>
                <a:cubicBezTo>
                  <a:pt x="138824" y="172899"/>
                  <a:pt x="177887" y="127941"/>
                  <a:pt x="237744" y="127941"/>
                </a:cubicBezTo>
                <a:cubicBezTo>
                  <a:pt x="261065" y="127941"/>
                  <a:pt x="280758" y="134678"/>
                  <a:pt x="295074" y="145626"/>
                </a:cubicBezTo>
                <a:cubicBezTo>
                  <a:pt x="312500" y="158841"/>
                  <a:pt x="322606" y="178534"/>
                  <a:pt x="325132" y="201013"/>
                </a:cubicBezTo>
                <a:lnTo>
                  <a:pt x="275381" y="201013"/>
                </a:lnTo>
                <a:cubicBezTo>
                  <a:pt x="272855" y="183004"/>
                  <a:pt x="258797" y="169271"/>
                  <a:pt x="237420" y="169271"/>
                </a:cubicBezTo>
                <a:cubicBezTo>
                  <a:pt x="204835" y="169271"/>
                  <a:pt x="189353" y="196543"/>
                  <a:pt x="189353" y="233079"/>
                </a:cubicBezTo>
                <a:cubicBezTo>
                  <a:pt x="189353" y="269616"/>
                  <a:pt x="207880" y="296564"/>
                  <a:pt x="237679" y="296564"/>
                </a:cubicBezTo>
                <a:cubicBezTo>
                  <a:pt x="259898" y="296564"/>
                  <a:pt x="274474" y="282507"/>
                  <a:pt x="276741" y="263138"/>
                </a:cubicBezTo>
                <a:lnTo>
                  <a:pt x="326493" y="263138"/>
                </a:lnTo>
                <a:cubicBezTo>
                  <a:pt x="325067" y="283090"/>
                  <a:pt x="316128" y="301358"/>
                  <a:pt x="302330" y="314573"/>
                </a:cubicBezTo>
                <a:close/>
              </a:path>
            </a:pathLst>
          </a:custGeom>
          <a:solidFill>
            <a:srgbClr val="000000"/>
          </a:solidFill>
          <a:ln w="6471" cap="flat">
            <a:noFill/>
            <a:prstDash val="solid"/>
            <a:miter/>
          </a:ln>
        </p:spPr>
        <p:txBody>
          <a:bodyPr rtlCol="0" anchor="ctr"/>
          <a:lstStyle/>
          <a:p>
            <a:endParaRPr lang="en-GB"/>
          </a:p>
        </p:txBody>
      </p:sp>
      <p:sp>
        <p:nvSpPr>
          <p:cNvPr id="233" name="Freeform: Shape 232">
            <a:extLst>
              <a:ext uri="{FF2B5EF4-FFF2-40B4-BE49-F238E27FC236}">
                <a16:creationId xmlns:a16="http://schemas.microsoft.com/office/drawing/2014/main" id="{BDF41C7B-0F6D-C35B-98A0-E3C1A5B19322}"/>
              </a:ext>
            </a:extLst>
          </p:cNvPr>
          <p:cNvSpPr/>
          <p:nvPr/>
        </p:nvSpPr>
        <p:spPr>
          <a:xfrm>
            <a:off x="597429" y="5485238"/>
            <a:ext cx="465251" cy="465251"/>
          </a:xfrm>
          <a:custGeom>
            <a:avLst/>
            <a:gdLst>
              <a:gd name="connsiteX0" fmla="*/ 232626 w 465251"/>
              <a:gd name="connsiteY0" fmla="*/ 0 h 465251"/>
              <a:gd name="connsiteX1" fmla="*/ 0 w 465251"/>
              <a:gd name="connsiteY1" fmla="*/ 232626 h 465251"/>
              <a:gd name="connsiteX2" fmla="*/ 232626 w 465251"/>
              <a:gd name="connsiteY2" fmla="*/ 465252 h 465251"/>
              <a:gd name="connsiteX3" fmla="*/ 465252 w 465251"/>
              <a:gd name="connsiteY3" fmla="*/ 232626 h 465251"/>
              <a:gd name="connsiteX4" fmla="*/ 232626 w 465251"/>
              <a:gd name="connsiteY4" fmla="*/ 0 h 465251"/>
              <a:gd name="connsiteX5" fmla="*/ 316193 w 465251"/>
              <a:gd name="connsiteY5" fmla="*/ 174259 h 465251"/>
              <a:gd name="connsiteX6" fmla="*/ 257178 w 465251"/>
              <a:gd name="connsiteY6" fmla="*/ 174259 h 465251"/>
              <a:gd name="connsiteX7" fmla="*/ 257178 w 465251"/>
              <a:gd name="connsiteY7" fmla="*/ 333035 h 465251"/>
              <a:gd name="connsiteX8" fmla="*/ 207426 w 465251"/>
              <a:gd name="connsiteY8" fmla="*/ 333035 h 465251"/>
              <a:gd name="connsiteX9" fmla="*/ 207426 w 465251"/>
              <a:gd name="connsiteY9" fmla="*/ 174259 h 465251"/>
              <a:gd name="connsiteX10" fmla="*/ 148995 w 465251"/>
              <a:gd name="connsiteY10" fmla="*/ 174259 h 465251"/>
              <a:gd name="connsiteX11" fmla="*/ 148995 w 465251"/>
              <a:gd name="connsiteY11" fmla="*/ 132087 h 465251"/>
              <a:gd name="connsiteX12" fmla="*/ 316193 w 465251"/>
              <a:gd name="connsiteY12" fmla="*/ 132087 h 465251"/>
              <a:gd name="connsiteX13" fmla="*/ 316193 w 465251"/>
              <a:gd name="connsiteY13" fmla="*/ 174259 h 4652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65251" h="465251">
                <a:moveTo>
                  <a:pt x="232626" y="0"/>
                </a:moveTo>
                <a:cubicBezTo>
                  <a:pt x="104167" y="0"/>
                  <a:pt x="0" y="104166"/>
                  <a:pt x="0" y="232626"/>
                </a:cubicBezTo>
                <a:cubicBezTo>
                  <a:pt x="0" y="361085"/>
                  <a:pt x="104167" y="465252"/>
                  <a:pt x="232626" y="465252"/>
                </a:cubicBezTo>
                <a:cubicBezTo>
                  <a:pt x="361085" y="465252"/>
                  <a:pt x="465252" y="361085"/>
                  <a:pt x="465252" y="232626"/>
                </a:cubicBezTo>
                <a:cubicBezTo>
                  <a:pt x="465252" y="104166"/>
                  <a:pt x="361085" y="0"/>
                  <a:pt x="232626" y="0"/>
                </a:cubicBezTo>
                <a:close/>
                <a:moveTo>
                  <a:pt x="316193" y="174259"/>
                </a:moveTo>
                <a:lnTo>
                  <a:pt x="257178" y="174259"/>
                </a:lnTo>
                <a:lnTo>
                  <a:pt x="257178" y="333035"/>
                </a:lnTo>
                <a:lnTo>
                  <a:pt x="207426" y="333035"/>
                </a:lnTo>
                <a:lnTo>
                  <a:pt x="207426" y="174259"/>
                </a:lnTo>
                <a:lnTo>
                  <a:pt x="148995" y="174259"/>
                </a:lnTo>
                <a:lnTo>
                  <a:pt x="148995" y="132087"/>
                </a:lnTo>
                <a:lnTo>
                  <a:pt x="316193" y="132087"/>
                </a:lnTo>
                <a:lnTo>
                  <a:pt x="316193" y="174259"/>
                </a:lnTo>
                <a:close/>
              </a:path>
            </a:pathLst>
          </a:custGeom>
          <a:solidFill>
            <a:srgbClr val="000000"/>
          </a:solidFill>
          <a:ln w="6471" cap="flat">
            <a:noFill/>
            <a:prstDash val="solid"/>
            <a:miter/>
          </a:ln>
        </p:spPr>
        <p:txBody>
          <a:bodyPr rtlCol="0" anchor="ctr"/>
          <a:lstStyle/>
          <a:p>
            <a:endParaRPr lang="en-GB"/>
          </a:p>
        </p:txBody>
      </p:sp>
      <p:sp>
        <p:nvSpPr>
          <p:cNvPr id="9" name="Text Placeholder 9">
            <a:extLst>
              <a:ext uri="{FF2B5EF4-FFF2-40B4-BE49-F238E27FC236}">
                <a16:creationId xmlns:a16="http://schemas.microsoft.com/office/drawing/2014/main" id="{31881E8A-CBBC-21EE-8B54-D69A2D1A2C33}"/>
              </a:ext>
            </a:extLst>
          </p:cNvPr>
          <p:cNvSpPr>
            <a:spLocks noGrp="1" noChangeAspect="1"/>
          </p:cNvSpPr>
          <p:nvPr>
            <p:ph type="body" sz="quarter" idx="49"/>
          </p:nvPr>
        </p:nvSpPr>
        <p:spPr>
          <a:xfrm>
            <a:off x="10899797" y="6167885"/>
            <a:ext cx="829301" cy="290983"/>
          </a:xfrm>
          <a:prstGeom prst="rect">
            <a:avLst/>
          </a:prstGeom>
          <a:blipFill>
            <a:blip>
              <a:extLst>
                <a:ext uri="{96DAC541-7B7A-43D3-8B79-37D633B846F1}">
                  <asvg:svgBlip xmlns:asvg="http://schemas.microsoft.com/office/drawing/2016/SVG/main" r:embed="rId7"/>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240" name="TextBox 239">
            <a:extLst>
              <a:ext uri="{FF2B5EF4-FFF2-40B4-BE49-F238E27FC236}">
                <a16:creationId xmlns:a16="http://schemas.microsoft.com/office/drawing/2014/main" id="{85C70211-C794-FA39-02E1-3D8EC8336B7A}"/>
              </a:ext>
            </a:extLst>
          </p:cNvPr>
          <p:cNvSpPr txBox="1"/>
          <p:nvPr/>
        </p:nvSpPr>
        <p:spPr>
          <a:xfrm>
            <a:off x="1013912" y="1832699"/>
            <a:ext cx="1124026" cy="400110"/>
          </a:xfrm>
          <a:prstGeom prst="rect">
            <a:avLst/>
          </a:prstGeom>
          <a:noFill/>
        </p:spPr>
        <p:txBody>
          <a:bodyPr wrap="none" rtlCol="0" anchor="ctr">
            <a:spAutoFit/>
          </a:bodyPr>
          <a:lstStyle/>
          <a:p>
            <a:pPr algn="l"/>
            <a:r>
              <a:rPr kumimoji="0" lang="en-US" sz="2000" b="1" i="0" u="none" strike="noStrike" kern="1200" cap="none" spc="0" normalizeH="0" baseline="0" noProof="0">
                <a:ln>
                  <a:noFill/>
                </a:ln>
                <a:solidFill>
                  <a:schemeClr val="tx1"/>
                </a:solidFill>
                <a:effectLst/>
                <a:uLnTx/>
                <a:uFillTx/>
                <a:latin typeface="+mj-lt"/>
                <a:ea typeface="+mn-ea"/>
                <a:cs typeface="+mn-cs"/>
              </a:rPr>
              <a:t>ntegrity</a:t>
            </a:r>
            <a:endParaRPr lang="en-GB" sz="2000" b="1" spc="0">
              <a:solidFill>
                <a:schemeClr val="tx1"/>
              </a:solidFill>
              <a:latin typeface="+mj-lt"/>
            </a:endParaRPr>
          </a:p>
        </p:txBody>
      </p:sp>
      <p:sp>
        <p:nvSpPr>
          <p:cNvPr id="238" name="TextBox 237">
            <a:extLst>
              <a:ext uri="{FF2B5EF4-FFF2-40B4-BE49-F238E27FC236}">
                <a16:creationId xmlns:a16="http://schemas.microsoft.com/office/drawing/2014/main" id="{2030AB42-C74E-FBD2-24FD-783F74038957}"/>
              </a:ext>
            </a:extLst>
          </p:cNvPr>
          <p:cNvSpPr txBox="1"/>
          <p:nvPr/>
        </p:nvSpPr>
        <p:spPr>
          <a:xfrm>
            <a:off x="1013912" y="2593952"/>
            <a:ext cx="1338828" cy="400110"/>
          </a:xfrm>
          <a:prstGeom prst="rect">
            <a:avLst/>
          </a:prstGeom>
          <a:no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a:ln>
                  <a:noFill/>
                </a:ln>
                <a:solidFill>
                  <a:schemeClr val="tx1"/>
                </a:solidFill>
                <a:effectLst/>
                <a:uLnTx/>
                <a:uFillTx/>
                <a:latin typeface="+mj-lt"/>
                <a:ea typeface="+mn-ea"/>
                <a:cs typeface="+mn-cs"/>
              </a:rPr>
              <a:t>omentum</a:t>
            </a:r>
          </a:p>
        </p:txBody>
      </p:sp>
      <p:sp>
        <p:nvSpPr>
          <p:cNvPr id="239" name="TextBox 238">
            <a:extLst>
              <a:ext uri="{FF2B5EF4-FFF2-40B4-BE49-F238E27FC236}">
                <a16:creationId xmlns:a16="http://schemas.microsoft.com/office/drawing/2014/main" id="{BCAD621B-7827-73FE-3D6E-CA4895ABDA64}"/>
              </a:ext>
            </a:extLst>
          </p:cNvPr>
          <p:cNvSpPr txBox="1"/>
          <p:nvPr/>
        </p:nvSpPr>
        <p:spPr>
          <a:xfrm>
            <a:off x="1013912" y="3329861"/>
            <a:ext cx="997389" cy="400110"/>
          </a:xfrm>
          <a:prstGeom prst="rect">
            <a:avLst/>
          </a:prstGeom>
          <a:noFill/>
        </p:spPr>
        <p:txBody>
          <a:bodyPr wrap="none" rtlCol="0" anchor="ctr">
            <a:spAutoFit/>
          </a:bodyPr>
          <a:lstStyle/>
          <a:p>
            <a:pPr algn="l"/>
            <a:r>
              <a:rPr kumimoji="0" lang="en-US" sz="2000" b="1" i="0" u="none" strike="noStrike" kern="1200" cap="none" spc="0" normalizeH="0" baseline="0" noProof="0">
                <a:ln>
                  <a:noFill/>
                </a:ln>
                <a:solidFill>
                  <a:schemeClr val="tx1"/>
                </a:solidFill>
                <a:effectLst/>
                <a:uLnTx/>
                <a:uFillTx/>
                <a:latin typeface="+mj-lt"/>
                <a:ea typeface="+mn-ea"/>
                <a:cs typeface="+mn-cs"/>
              </a:rPr>
              <a:t>assion</a:t>
            </a:r>
            <a:endParaRPr lang="en-GB" sz="2000" b="1" spc="0">
              <a:solidFill>
                <a:schemeClr val="tx1"/>
              </a:solidFill>
              <a:latin typeface="+mj-lt"/>
            </a:endParaRPr>
          </a:p>
        </p:txBody>
      </p:sp>
      <p:sp>
        <p:nvSpPr>
          <p:cNvPr id="241" name="TextBox 240">
            <a:extLst>
              <a:ext uri="{FF2B5EF4-FFF2-40B4-BE49-F238E27FC236}">
                <a16:creationId xmlns:a16="http://schemas.microsoft.com/office/drawing/2014/main" id="{680AC92F-9C01-FDEE-6EF5-46BB6689EA59}"/>
              </a:ext>
            </a:extLst>
          </p:cNvPr>
          <p:cNvSpPr txBox="1"/>
          <p:nvPr/>
        </p:nvSpPr>
        <p:spPr>
          <a:xfrm>
            <a:off x="1013912" y="4060965"/>
            <a:ext cx="1765227" cy="400110"/>
          </a:xfrm>
          <a:prstGeom prst="rect">
            <a:avLst/>
          </a:prstGeom>
          <a:no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a:solidFill>
                  <a:schemeClr val="tx1"/>
                </a:solidFill>
                <a:latin typeface="+mj-lt"/>
              </a:rPr>
              <a:t>ccountability</a:t>
            </a:r>
            <a:endParaRPr kumimoji="0" lang="en-US" sz="2000" b="1" i="0" u="none" strike="noStrike" kern="1200" cap="none" spc="0" normalizeH="0" baseline="0" noProof="0">
              <a:ln>
                <a:noFill/>
              </a:ln>
              <a:solidFill>
                <a:schemeClr val="tx1"/>
              </a:solidFill>
              <a:effectLst/>
              <a:uLnTx/>
              <a:uFillTx/>
              <a:latin typeface="+mj-lt"/>
              <a:ea typeface="+mn-ea"/>
              <a:cs typeface="+mn-cs"/>
            </a:endParaRPr>
          </a:p>
        </p:txBody>
      </p:sp>
      <p:sp>
        <p:nvSpPr>
          <p:cNvPr id="242" name="TextBox 241">
            <a:extLst>
              <a:ext uri="{FF2B5EF4-FFF2-40B4-BE49-F238E27FC236}">
                <a16:creationId xmlns:a16="http://schemas.microsoft.com/office/drawing/2014/main" id="{BF651E1A-5A51-0273-5140-B230DA12477A}"/>
              </a:ext>
            </a:extLst>
          </p:cNvPr>
          <p:cNvSpPr txBox="1"/>
          <p:nvPr/>
        </p:nvSpPr>
        <p:spPr>
          <a:xfrm>
            <a:off x="1013912" y="4799234"/>
            <a:ext cx="2037737" cy="400110"/>
          </a:xfrm>
          <a:prstGeom prst="rect">
            <a:avLst/>
          </a:prstGeom>
          <a:no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000" b="1" err="1">
                <a:solidFill>
                  <a:schemeClr val="tx1"/>
                </a:solidFill>
                <a:latin typeface="+mj-lt"/>
              </a:rPr>
              <a:t>ustomer</a:t>
            </a:r>
            <a:r>
              <a:rPr lang="en-GB" sz="2000" b="1">
                <a:solidFill>
                  <a:schemeClr val="tx1"/>
                </a:solidFill>
                <a:latin typeface="+mj-lt"/>
              </a:rPr>
              <a:t>-Focus</a:t>
            </a:r>
            <a:endParaRPr kumimoji="0" lang="en-US" sz="2000" b="1" i="0" u="none" strike="noStrike" kern="1200" cap="none" spc="0" normalizeH="0" baseline="0" noProof="0">
              <a:ln>
                <a:noFill/>
              </a:ln>
              <a:solidFill>
                <a:schemeClr val="tx1"/>
              </a:solidFill>
              <a:effectLst/>
              <a:uLnTx/>
              <a:uFillTx/>
              <a:latin typeface="+mj-lt"/>
              <a:ea typeface="+mn-ea"/>
              <a:cs typeface="+mn-cs"/>
            </a:endParaRPr>
          </a:p>
        </p:txBody>
      </p:sp>
      <p:sp>
        <p:nvSpPr>
          <p:cNvPr id="243" name="TextBox 242">
            <a:extLst>
              <a:ext uri="{FF2B5EF4-FFF2-40B4-BE49-F238E27FC236}">
                <a16:creationId xmlns:a16="http://schemas.microsoft.com/office/drawing/2014/main" id="{90D9A840-DC04-8A8E-A551-4AF539B34C7C}"/>
              </a:ext>
            </a:extLst>
          </p:cNvPr>
          <p:cNvSpPr txBox="1"/>
          <p:nvPr/>
        </p:nvSpPr>
        <p:spPr>
          <a:xfrm>
            <a:off x="1013912" y="5527817"/>
            <a:ext cx="668773" cy="400110"/>
          </a:xfrm>
          <a:prstGeom prst="rect">
            <a:avLst/>
          </a:prstGeom>
          <a:noFill/>
        </p:spPr>
        <p:txBody>
          <a:bodyPr wrap="none" rtlCol="0" anchor="ctr">
            <a:spAutoFit/>
          </a:bodyPr>
          <a:lstStyle/>
          <a:p>
            <a:pPr algn="l"/>
            <a:r>
              <a:rPr lang="en-GB" sz="2000" b="1">
                <a:solidFill>
                  <a:schemeClr val="tx1"/>
                </a:solidFill>
                <a:latin typeface="+mj-lt"/>
              </a:rPr>
              <a:t>rust</a:t>
            </a:r>
            <a:endParaRPr lang="en-GB" sz="2000" b="1" spc="0">
              <a:solidFill>
                <a:schemeClr val="tx1"/>
              </a:solidFill>
              <a:latin typeface="+mj-lt"/>
            </a:endParaRPr>
          </a:p>
        </p:txBody>
      </p:sp>
      <p:sp>
        <p:nvSpPr>
          <p:cNvPr id="245" name="TextBox 244">
            <a:extLst>
              <a:ext uri="{FF2B5EF4-FFF2-40B4-BE49-F238E27FC236}">
                <a16:creationId xmlns:a16="http://schemas.microsoft.com/office/drawing/2014/main" id="{B348638D-5C9F-A3DC-192A-EF1F190E40D0}"/>
              </a:ext>
            </a:extLst>
          </p:cNvPr>
          <p:cNvSpPr txBox="1"/>
          <p:nvPr/>
        </p:nvSpPr>
        <p:spPr>
          <a:xfrm>
            <a:off x="3371178" y="1838534"/>
            <a:ext cx="4789842" cy="430887"/>
          </a:xfrm>
          <a:prstGeom prst="rect">
            <a:avLst/>
          </a:prstGeom>
          <a:noFill/>
        </p:spPr>
        <p:txBody>
          <a:bodyPr wrap="square" rtlCol="0" anchor="ctr">
            <a:spAutoFit/>
          </a:bodyPr>
          <a:lstStyle/>
          <a:p>
            <a:r>
              <a:rPr lang="en-US" sz="1100">
                <a:solidFill>
                  <a:schemeClr val="tx1"/>
                </a:solidFill>
              </a:rPr>
              <a:t>We consistently do what’s right and build credibility through honesty, transparency, and speaking up.</a:t>
            </a:r>
          </a:p>
        </p:txBody>
      </p:sp>
      <p:sp>
        <p:nvSpPr>
          <p:cNvPr id="246" name="TextBox 245">
            <a:extLst>
              <a:ext uri="{FF2B5EF4-FFF2-40B4-BE49-F238E27FC236}">
                <a16:creationId xmlns:a16="http://schemas.microsoft.com/office/drawing/2014/main" id="{F42CB976-A28E-BE3F-3F55-D478B5F6D9F1}"/>
              </a:ext>
            </a:extLst>
          </p:cNvPr>
          <p:cNvSpPr txBox="1"/>
          <p:nvPr/>
        </p:nvSpPr>
        <p:spPr>
          <a:xfrm>
            <a:off x="3371178" y="4787044"/>
            <a:ext cx="4789842" cy="430887"/>
          </a:xfrm>
          <a:prstGeom prst="rect">
            <a:avLst/>
          </a:prstGeom>
          <a:noFill/>
        </p:spPr>
        <p:txBody>
          <a:bodyPr wrap="square" rtlCol="0" anchor="ctr">
            <a:spAutoFit/>
          </a:bodyPr>
          <a:lstStyle/>
          <a:p>
            <a:pPr lvl="0">
              <a:defRPr/>
            </a:pPr>
            <a:r>
              <a:rPr lang="en-US" sz="1100">
                <a:solidFill>
                  <a:schemeClr val="tx1"/>
                </a:solidFill>
              </a:rPr>
              <a:t>We are driven by customer success, building loyalty and lasting partnerships with all our stakeholders.</a:t>
            </a:r>
            <a:endParaRPr lang="en-US" sz="1050">
              <a:solidFill>
                <a:schemeClr val="tx1"/>
              </a:solidFill>
            </a:endParaRPr>
          </a:p>
        </p:txBody>
      </p:sp>
      <p:sp>
        <p:nvSpPr>
          <p:cNvPr id="247" name="TextBox 246">
            <a:extLst>
              <a:ext uri="{FF2B5EF4-FFF2-40B4-BE49-F238E27FC236}">
                <a16:creationId xmlns:a16="http://schemas.microsoft.com/office/drawing/2014/main" id="{5E6019DA-311A-7607-E2B3-F6FA50C470CF}"/>
              </a:ext>
            </a:extLst>
          </p:cNvPr>
          <p:cNvSpPr txBox="1"/>
          <p:nvPr/>
        </p:nvSpPr>
        <p:spPr>
          <a:xfrm>
            <a:off x="3371178" y="2580009"/>
            <a:ext cx="4789842" cy="430887"/>
          </a:xfrm>
          <a:prstGeom prst="rect">
            <a:avLst/>
          </a:prstGeom>
          <a:noFill/>
        </p:spPr>
        <p:txBody>
          <a:bodyPr wrap="square" rtlCol="0" anchor="ctr">
            <a:spAutoFit/>
          </a:bodyPr>
          <a:lstStyle/>
          <a:p>
            <a:r>
              <a:rPr lang="en-US" sz="1100"/>
              <a:t>We embrace change with resilience, pioneer new solutions, and drive continuous improvement together, moving with pace. </a:t>
            </a:r>
          </a:p>
        </p:txBody>
      </p:sp>
      <p:sp>
        <p:nvSpPr>
          <p:cNvPr id="248" name="TextBox 247">
            <a:extLst>
              <a:ext uri="{FF2B5EF4-FFF2-40B4-BE49-F238E27FC236}">
                <a16:creationId xmlns:a16="http://schemas.microsoft.com/office/drawing/2014/main" id="{ECB072F0-BBF9-9380-35FD-EA29CBDA72F4}"/>
              </a:ext>
            </a:extLst>
          </p:cNvPr>
          <p:cNvSpPr txBox="1"/>
          <p:nvPr/>
        </p:nvSpPr>
        <p:spPr>
          <a:xfrm>
            <a:off x="3371178" y="3306272"/>
            <a:ext cx="4789842" cy="430887"/>
          </a:xfrm>
          <a:prstGeom prst="rect">
            <a:avLst/>
          </a:prstGeom>
          <a:noFill/>
        </p:spPr>
        <p:txBody>
          <a:bodyPr wrap="square" rtlCol="0" anchor="ctr">
            <a:spAutoFit/>
          </a:bodyPr>
          <a:lstStyle/>
          <a:p>
            <a:r>
              <a:rPr lang="en-US" sz="1100"/>
              <a:t>We always aim to go beyond expectations, deliver with excellence and a growth mindset.</a:t>
            </a:r>
          </a:p>
        </p:txBody>
      </p:sp>
      <p:sp>
        <p:nvSpPr>
          <p:cNvPr id="249" name="TextBox 248">
            <a:extLst>
              <a:ext uri="{FF2B5EF4-FFF2-40B4-BE49-F238E27FC236}">
                <a16:creationId xmlns:a16="http://schemas.microsoft.com/office/drawing/2014/main" id="{0E252932-4DDA-5D01-20BB-D08236594482}"/>
              </a:ext>
            </a:extLst>
          </p:cNvPr>
          <p:cNvSpPr txBox="1"/>
          <p:nvPr/>
        </p:nvSpPr>
        <p:spPr>
          <a:xfrm>
            <a:off x="3371178" y="4037887"/>
            <a:ext cx="4789842" cy="430887"/>
          </a:xfrm>
          <a:prstGeom prst="rect">
            <a:avLst/>
          </a:prstGeom>
          <a:noFill/>
        </p:spPr>
        <p:txBody>
          <a:bodyPr wrap="square" rtlCol="0" anchor="ctr">
            <a:spAutoFit/>
          </a:bodyPr>
          <a:lstStyle/>
          <a:p>
            <a:r>
              <a:rPr lang="en-US" sz="1100"/>
              <a:t>We take ownership, follow through on commitments, stay humble, and drive real impact. </a:t>
            </a:r>
          </a:p>
        </p:txBody>
      </p:sp>
      <p:sp>
        <p:nvSpPr>
          <p:cNvPr id="250" name="TextBox 249">
            <a:extLst>
              <a:ext uri="{FF2B5EF4-FFF2-40B4-BE49-F238E27FC236}">
                <a16:creationId xmlns:a16="http://schemas.microsoft.com/office/drawing/2014/main" id="{C0E56E1D-4E8E-1BF4-96E2-5CAE14B8E27A}"/>
              </a:ext>
            </a:extLst>
          </p:cNvPr>
          <p:cNvSpPr txBox="1"/>
          <p:nvPr/>
        </p:nvSpPr>
        <p:spPr>
          <a:xfrm>
            <a:off x="3371178" y="5504213"/>
            <a:ext cx="4789842" cy="430887"/>
          </a:xfrm>
          <a:prstGeom prst="rect">
            <a:avLst/>
          </a:prstGeom>
          <a:noFill/>
        </p:spPr>
        <p:txBody>
          <a:bodyPr wrap="square" rtlCol="0" anchor="ctr">
            <a:spAutoFit/>
          </a:bodyPr>
          <a:lstStyle/>
          <a:p>
            <a:r>
              <a:rPr lang="en-US" sz="1100"/>
              <a:t>We put people at the heart of everything, fostering empathy, empowerment, and respect in an environment where everyone can thrive.</a:t>
            </a:r>
          </a:p>
        </p:txBody>
      </p:sp>
      <p:grpSp>
        <p:nvGrpSpPr>
          <p:cNvPr id="261" name="Group 260">
            <a:extLst>
              <a:ext uri="{FF2B5EF4-FFF2-40B4-BE49-F238E27FC236}">
                <a16:creationId xmlns:a16="http://schemas.microsoft.com/office/drawing/2014/main" id="{6CFA15F5-6DF3-200F-A84A-55799BD05827}"/>
              </a:ext>
            </a:extLst>
          </p:cNvPr>
          <p:cNvGrpSpPr/>
          <p:nvPr userDrawn="1"/>
        </p:nvGrpSpPr>
        <p:grpSpPr>
          <a:xfrm>
            <a:off x="457634" y="1694686"/>
            <a:ext cx="7802446" cy="4383874"/>
            <a:chOff x="549074" y="1565146"/>
            <a:chExt cx="7970086" cy="4383874"/>
          </a:xfrm>
        </p:grpSpPr>
        <p:cxnSp>
          <p:nvCxnSpPr>
            <p:cNvPr id="252" name="Straight Connector 251">
              <a:extLst>
                <a:ext uri="{FF2B5EF4-FFF2-40B4-BE49-F238E27FC236}">
                  <a16:creationId xmlns:a16="http://schemas.microsoft.com/office/drawing/2014/main" id="{96DB497B-37F6-2E4F-6E0B-5C0596566784}"/>
                </a:ext>
              </a:extLst>
            </p:cNvPr>
            <p:cNvCxnSpPr>
              <a:cxnSpLocks/>
            </p:cNvCxnSpPr>
            <p:nvPr userDrawn="1"/>
          </p:nvCxnSpPr>
          <p:spPr>
            <a:xfrm>
              <a:off x="549074" y="1565146"/>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4EFD485E-3570-696F-3647-C5413BD39230}"/>
                </a:ext>
              </a:extLst>
            </p:cNvPr>
            <p:cNvCxnSpPr>
              <a:cxnSpLocks/>
            </p:cNvCxnSpPr>
            <p:nvPr userDrawn="1"/>
          </p:nvCxnSpPr>
          <p:spPr>
            <a:xfrm>
              <a:off x="549074" y="2293729"/>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5DF40E9D-6230-6372-6DDD-AC617C54F3BA}"/>
                </a:ext>
              </a:extLst>
            </p:cNvPr>
            <p:cNvCxnSpPr>
              <a:cxnSpLocks/>
            </p:cNvCxnSpPr>
            <p:nvPr userDrawn="1"/>
          </p:nvCxnSpPr>
          <p:spPr>
            <a:xfrm>
              <a:off x="549074" y="3028791"/>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307ABC92-03A4-23FD-040A-7B08E5F0C964}"/>
                </a:ext>
              </a:extLst>
            </p:cNvPr>
            <p:cNvCxnSpPr>
              <a:cxnSpLocks/>
            </p:cNvCxnSpPr>
            <p:nvPr userDrawn="1"/>
          </p:nvCxnSpPr>
          <p:spPr>
            <a:xfrm>
              <a:off x="549074" y="3763917"/>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16E1253F-C393-54F8-526F-0289963796BD}"/>
                </a:ext>
              </a:extLst>
            </p:cNvPr>
            <p:cNvCxnSpPr>
              <a:cxnSpLocks/>
            </p:cNvCxnSpPr>
            <p:nvPr userDrawn="1"/>
          </p:nvCxnSpPr>
          <p:spPr>
            <a:xfrm>
              <a:off x="549074" y="4498979"/>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9DC842FF-2595-9295-C034-A5D339433B7E}"/>
                </a:ext>
              </a:extLst>
            </p:cNvPr>
            <p:cNvCxnSpPr>
              <a:cxnSpLocks/>
            </p:cNvCxnSpPr>
            <p:nvPr userDrawn="1"/>
          </p:nvCxnSpPr>
          <p:spPr>
            <a:xfrm>
              <a:off x="549074" y="5237220"/>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A4449326-BB71-49C2-8227-85D97E4ED699}"/>
                </a:ext>
              </a:extLst>
            </p:cNvPr>
            <p:cNvCxnSpPr>
              <a:cxnSpLocks/>
            </p:cNvCxnSpPr>
            <p:nvPr userDrawn="1"/>
          </p:nvCxnSpPr>
          <p:spPr>
            <a:xfrm>
              <a:off x="549074" y="5949020"/>
              <a:ext cx="797008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8844392"/>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D8F07111-D7B3-3471-5E87-8A53230F728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65944" y="4042072"/>
            <a:ext cx="1300975" cy="456845"/>
          </a:xfrm>
          <a:prstGeom prst="rect">
            <a:avLst/>
          </a:prstGeom>
        </p:spPr>
      </p:pic>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spcAft>
                <a:spcPts val="600"/>
              </a:spcAft>
              <a:defRPr/>
            </a:lvl1pPr>
          </a:lstStyle>
          <a:p>
            <a:fld id="{E4C2AD82-1025-4508-97C1-6F7EE5C92734}" type="slidenum">
              <a:rPr lang="en-AU" smtClean="0"/>
              <a:pPr/>
              <a:t>‹#›</a:t>
            </a:fld>
            <a:endParaRPr lang="en-AU"/>
          </a:p>
        </p:txBody>
      </p:sp>
      <p:sp>
        <p:nvSpPr>
          <p:cNvPr id="9" name="Title 1">
            <a:extLst>
              <a:ext uri="{FF2B5EF4-FFF2-40B4-BE49-F238E27FC236}">
                <a16:creationId xmlns:a16="http://schemas.microsoft.com/office/drawing/2014/main" id="{9F5E4218-857A-4F77-65FC-89C1540EE0A7}"/>
              </a:ext>
            </a:extLst>
          </p:cNvPr>
          <p:cNvSpPr>
            <a:spLocks noGrp="1"/>
          </p:cNvSpPr>
          <p:nvPr>
            <p:ph type="title" hasCustomPrompt="1"/>
          </p:nvPr>
        </p:nvSpPr>
        <p:spPr>
          <a:xfrm>
            <a:off x="565943" y="2117179"/>
            <a:ext cx="5011361" cy="1647750"/>
          </a:xfrm>
          <a:prstGeom prst="rect">
            <a:avLst/>
          </a:prstGeom>
        </p:spPr>
        <p:txBody>
          <a:bodyPr lIns="0" tIns="0" rIns="0" bIns="0"/>
          <a:lstStyle>
            <a:lvl1pPr>
              <a:lnSpc>
                <a:spcPct val="85000"/>
              </a:lnSpc>
              <a:spcAft>
                <a:spcPts val="600"/>
              </a:spcAft>
              <a:defRPr sz="4000" b="1">
                <a:solidFill>
                  <a:schemeClr val="bg1"/>
                </a:solidFill>
              </a:defRPr>
            </a:lvl1pPr>
          </a:lstStyle>
          <a:p>
            <a:r>
              <a:rPr lang="en-US"/>
              <a:t>Divider Title </a:t>
            </a:r>
            <a:br>
              <a:rPr lang="en-US"/>
            </a:br>
            <a:r>
              <a:rPr lang="en-US"/>
              <a:t>Goes Here</a:t>
            </a:r>
            <a:endParaRPr lang="en-AU"/>
          </a:p>
        </p:txBody>
      </p:sp>
      <p:sp>
        <p:nvSpPr>
          <p:cNvPr id="10" name="Picture Placeholder 9">
            <a:extLst>
              <a:ext uri="{FF2B5EF4-FFF2-40B4-BE49-F238E27FC236}">
                <a16:creationId xmlns:a16="http://schemas.microsoft.com/office/drawing/2014/main" id="{D132B0A5-E073-67A4-DABA-03C007499BE7}"/>
              </a:ext>
            </a:extLst>
          </p:cNvPr>
          <p:cNvSpPr>
            <a:spLocks noGrp="1"/>
          </p:cNvSpPr>
          <p:nvPr>
            <p:ph type="pic" sz="quarter" idx="43"/>
          </p:nvPr>
        </p:nvSpPr>
        <p:spPr>
          <a:xfrm>
            <a:off x="6267545" y="892085"/>
            <a:ext cx="5095622" cy="5095622"/>
          </a:xfrm>
          <a:prstGeom prst="ellipse">
            <a:avLst/>
          </a:prstGeom>
          <a:solidFill>
            <a:schemeClr val="tx1">
              <a:lumMod val="95000"/>
            </a:schemeClr>
          </a:solidFill>
          <a:ln>
            <a:noFill/>
          </a:ln>
        </p:spPr>
        <p:txBody>
          <a:bodyPr wrap="square" anchor="ctr" anchorCtr="1">
            <a:noAutofit/>
          </a:bodyPr>
          <a:lstStyle>
            <a:lvl1pPr marL="0" indent="0">
              <a:spcAft>
                <a:spcPts val="600"/>
              </a:spcAft>
              <a:buNone/>
              <a:defRPr sz="1200"/>
            </a:lvl1pPr>
          </a:lstStyle>
          <a:p>
            <a:r>
              <a:rPr lang="en-US"/>
              <a:t>Click icon to add picture</a:t>
            </a:r>
            <a:endParaRPr lang="en-AU"/>
          </a:p>
        </p:txBody>
      </p:sp>
      <p:sp>
        <p:nvSpPr>
          <p:cNvPr id="11" name="Text Placeholder 9">
            <a:extLst>
              <a:ext uri="{FF2B5EF4-FFF2-40B4-BE49-F238E27FC236}">
                <a16:creationId xmlns:a16="http://schemas.microsoft.com/office/drawing/2014/main" id="{7758AB2C-E946-DAA2-A127-946006FBEE54}"/>
              </a:ext>
            </a:extLst>
          </p:cNvPr>
          <p:cNvSpPr>
            <a:spLocks noGrp="1"/>
          </p:cNvSpPr>
          <p:nvPr>
            <p:ph type="body" sz="quarter" idx="44" hasCustomPrompt="1"/>
          </p:nvPr>
        </p:nvSpPr>
        <p:spPr>
          <a:xfrm>
            <a:off x="565944" y="1818074"/>
            <a:ext cx="5011360" cy="224915"/>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2" name="Footer Placeholder 4">
            <a:extLst>
              <a:ext uri="{FF2B5EF4-FFF2-40B4-BE49-F238E27FC236}">
                <a16:creationId xmlns:a16="http://schemas.microsoft.com/office/drawing/2014/main" id="{B1414670-981B-7F07-20AD-093C30F4E7C3}"/>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117843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D8F07111-D7B3-3471-5E87-8A53230F728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65944" y="4042072"/>
            <a:ext cx="1300975" cy="456845"/>
          </a:xfrm>
          <a:prstGeom prst="rect">
            <a:avLst/>
          </a:prstGeom>
        </p:spPr>
      </p:pic>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spcAft>
                <a:spcPts val="600"/>
              </a:spcAft>
              <a:defRPr/>
            </a:lvl1pPr>
          </a:lstStyle>
          <a:p>
            <a:fld id="{E4C2AD82-1025-4508-97C1-6F7EE5C92734}" type="slidenum">
              <a:rPr lang="en-AU" smtClean="0"/>
              <a:pPr/>
              <a:t>‹#›</a:t>
            </a:fld>
            <a:endParaRPr lang="en-AU"/>
          </a:p>
        </p:txBody>
      </p:sp>
      <p:sp>
        <p:nvSpPr>
          <p:cNvPr id="9" name="Title 1">
            <a:extLst>
              <a:ext uri="{FF2B5EF4-FFF2-40B4-BE49-F238E27FC236}">
                <a16:creationId xmlns:a16="http://schemas.microsoft.com/office/drawing/2014/main" id="{9F5E4218-857A-4F77-65FC-89C1540EE0A7}"/>
              </a:ext>
            </a:extLst>
          </p:cNvPr>
          <p:cNvSpPr>
            <a:spLocks noGrp="1"/>
          </p:cNvSpPr>
          <p:nvPr>
            <p:ph type="title" hasCustomPrompt="1"/>
          </p:nvPr>
        </p:nvSpPr>
        <p:spPr>
          <a:xfrm>
            <a:off x="565943" y="2117179"/>
            <a:ext cx="5011361" cy="1647750"/>
          </a:xfrm>
          <a:prstGeom prst="rect">
            <a:avLst/>
          </a:prstGeom>
        </p:spPr>
        <p:txBody>
          <a:bodyPr lIns="0" tIns="0" rIns="0" bIns="0"/>
          <a:lstStyle>
            <a:lvl1pPr>
              <a:lnSpc>
                <a:spcPct val="85000"/>
              </a:lnSpc>
              <a:spcAft>
                <a:spcPts val="600"/>
              </a:spcAft>
              <a:defRPr sz="4000" b="1">
                <a:solidFill>
                  <a:schemeClr val="bg1"/>
                </a:solidFill>
              </a:defRPr>
            </a:lvl1pPr>
          </a:lstStyle>
          <a:p>
            <a:r>
              <a:rPr lang="en-US"/>
              <a:t>Divider Title </a:t>
            </a:r>
            <a:br>
              <a:rPr lang="en-US"/>
            </a:br>
            <a:r>
              <a:rPr lang="en-US"/>
              <a:t>Goes Here</a:t>
            </a:r>
            <a:endParaRPr lang="en-AU"/>
          </a:p>
        </p:txBody>
      </p:sp>
      <p:sp>
        <p:nvSpPr>
          <p:cNvPr id="11" name="Text Placeholder 9">
            <a:extLst>
              <a:ext uri="{FF2B5EF4-FFF2-40B4-BE49-F238E27FC236}">
                <a16:creationId xmlns:a16="http://schemas.microsoft.com/office/drawing/2014/main" id="{7758AB2C-E946-DAA2-A127-946006FBEE54}"/>
              </a:ext>
            </a:extLst>
          </p:cNvPr>
          <p:cNvSpPr>
            <a:spLocks noGrp="1"/>
          </p:cNvSpPr>
          <p:nvPr>
            <p:ph type="body" sz="quarter" idx="44" hasCustomPrompt="1"/>
          </p:nvPr>
        </p:nvSpPr>
        <p:spPr>
          <a:xfrm>
            <a:off x="565944" y="1818074"/>
            <a:ext cx="5011360" cy="224915"/>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2" name="Freeform 8">
            <a:extLst>
              <a:ext uri="{FF2B5EF4-FFF2-40B4-BE49-F238E27FC236}">
                <a16:creationId xmlns:a16="http://schemas.microsoft.com/office/drawing/2014/main" id="{54B10555-6B1B-B726-ACB5-BFEC3B3DE123}"/>
              </a:ext>
            </a:extLst>
          </p:cNvPr>
          <p:cNvSpPr>
            <a:spLocks noGrp="1"/>
          </p:cNvSpPr>
          <p:nvPr>
            <p:ph type="pic" sz="quarter" idx="45"/>
          </p:nvPr>
        </p:nvSpPr>
        <p:spPr bwMode="auto">
          <a:xfrm>
            <a:off x="9081048" y="0"/>
            <a:ext cx="2826537" cy="5509011"/>
          </a:xfrm>
          <a:custGeom>
            <a:avLst/>
            <a:gdLst>
              <a:gd name="T0" fmla="*/ 0 w 1875"/>
              <a:gd name="T1" fmla="*/ 0 h 3657"/>
              <a:gd name="T2" fmla="*/ 1 w 1875"/>
              <a:gd name="T3" fmla="*/ 2764 h 3657"/>
              <a:gd name="T4" fmla="*/ 10 w 1875"/>
              <a:gd name="T5" fmla="*/ 2859 h 3657"/>
              <a:gd name="T6" fmla="*/ 30 w 1875"/>
              <a:gd name="T7" fmla="*/ 2950 h 3657"/>
              <a:gd name="T8" fmla="*/ 56 w 1875"/>
              <a:gd name="T9" fmla="*/ 3038 h 3657"/>
              <a:gd name="T10" fmla="*/ 92 w 1875"/>
              <a:gd name="T11" fmla="*/ 3124 h 3657"/>
              <a:gd name="T12" fmla="*/ 136 w 1875"/>
              <a:gd name="T13" fmla="*/ 3204 h 3657"/>
              <a:gd name="T14" fmla="*/ 187 w 1875"/>
              <a:gd name="T15" fmla="*/ 3279 h 3657"/>
              <a:gd name="T16" fmla="*/ 244 w 1875"/>
              <a:gd name="T17" fmla="*/ 3348 h 3657"/>
              <a:gd name="T18" fmla="*/ 308 w 1875"/>
              <a:gd name="T19" fmla="*/ 3412 h 3657"/>
              <a:gd name="T20" fmla="*/ 377 w 1875"/>
              <a:gd name="T21" fmla="*/ 3469 h 3657"/>
              <a:gd name="T22" fmla="*/ 452 w 1875"/>
              <a:gd name="T23" fmla="*/ 3521 h 3657"/>
              <a:gd name="T24" fmla="*/ 531 w 1875"/>
              <a:gd name="T25" fmla="*/ 3564 h 3657"/>
              <a:gd name="T26" fmla="*/ 616 w 1875"/>
              <a:gd name="T27" fmla="*/ 3600 h 3657"/>
              <a:gd name="T28" fmla="*/ 704 w 1875"/>
              <a:gd name="T29" fmla="*/ 3627 h 3657"/>
              <a:gd name="T30" fmla="*/ 795 w 1875"/>
              <a:gd name="T31" fmla="*/ 3647 h 3657"/>
              <a:gd name="T32" fmla="*/ 889 w 1875"/>
              <a:gd name="T33" fmla="*/ 3656 h 3657"/>
              <a:gd name="T34" fmla="*/ 985 w 1875"/>
              <a:gd name="T35" fmla="*/ 3656 h 3657"/>
              <a:gd name="T36" fmla="*/ 1080 w 1875"/>
              <a:gd name="T37" fmla="*/ 3647 h 3657"/>
              <a:gd name="T38" fmla="*/ 1171 w 1875"/>
              <a:gd name="T39" fmla="*/ 3627 h 3657"/>
              <a:gd name="T40" fmla="*/ 1259 w 1875"/>
              <a:gd name="T41" fmla="*/ 3600 h 3657"/>
              <a:gd name="T42" fmla="*/ 1343 w 1875"/>
              <a:gd name="T43" fmla="*/ 3564 h 3657"/>
              <a:gd name="T44" fmla="*/ 1422 w 1875"/>
              <a:gd name="T45" fmla="*/ 3521 h 3657"/>
              <a:gd name="T46" fmla="*/ 1498 w 1875"/>
              <a:gd name="T47" fmla="*/ 3469 h 3657"/>
              <a:gd name="T48" fmla="*/ 1568 w 1875"/>
              <a:gd name="T49" fmla="*/ 3412 h 3657"/>
              <a:gd name="T50" fmla="*/ 1631 w 1875"/>
              <a:gd name="T51" fmla="*/ 3348 h 3657"/>
              <a:gd name="T52" fmla="*/ 1688 w 1875"/>
              <a:gd name="T53" fmla="*/ 3279 h 3657"/>
              <a:gd name="T54" fmla="*/ 1739 w 1875"/>
              <a:gd name="T55" fmla="*/ 3204 h 3657"/>
              <a:gd name="T56" fmla="*/ 1782 w 1875"/>
              <a:gd name="T57" fmla="*/ 3124 h 3657"/>
              <a:gd name="T58" fmla="*/ 1818 w 1875"/>
              <a:gd name="T59" fmla="*/ 3038 h 3657"/>
              <a:gd name="T60" fmla="*/ 1845 w 1875"/>
              <a:gd name="T61" fmla="*/ 2950 h 3657"/>
              <a:gd name="T62" fmla="*/ 1865 w 1875"/>
              <a:gd name="T63" fmla="*/ 2859 h 3657"/>
              <a:gd name="T64" fmla="*/ 1874 w 1875"/>
              <a:gd name="T65" fmla="*/ 2764 h 3657"/>
              <a:gd name="T66" fmla="*/ 1875 w 1875"/>
              <a:gd name="T67" fmla="*/ 0 h 36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875" h="3657">
                <a:moveTo>
                  <a:pt x="1875" y="0"/>
                </a:moveTo>
                <a:lnTo>
                  <a:pt x="0" y="0"/>
                </a:lnTo>
                <a:lnTo>
                  <a:pt x="0" y="2716"/>
                </a:lnTo>
                <a:lnTo>
                  <a:pt x="1" y="2764"/>
                </a:lnTo>
                <a:lnTo>
                  <a:pt x="4" y="2812"/>
                </a:lnTo>
                <a:lnTo>
                  <a:pt x="10" y="2859"/>
                </a:lnTo>
                <a:lnTo>
                  <a:pt x="18" y="2905"/>
                </a:lnTo>
                <a:lnTo>
                  <a:pt x="30" y="2950"/>
                </a:lnTo>
                <a:lnTo>
                  <a:pt x="42" y="2995"/>
                </a:lnTo>
                <a:lnTo>
                  <a:pt x="56" y="3038"/>
                </a:lnTo>
                <a:lnTo>
                  <a:pt x="74" y="3081"/>
                </a:lnTo>
                <a:lnTo>
                  <a:pt x="92" y="3124"/>
                </a:lnTo>
                <a:lnTo>
                  <a:pt x="113" y="3164"/>
                </a:lnTo>
                <a:lnTo>
                  <a:pt x="136" y="3204"/>
                </a:lnTo>
                <a:lnTo>
                  <a:pt x="160" y="3242"/>
                </a:lnTo>
                <a:lnTo>
                  <a:pt x="187" y="3279"/>
                </a:lnTo>
                <a:lnTo>
                  <a:pt x="215" y="3313"/>
                </a:lnTo>
                <a:lnTo>
                  <a:pt x="244" y="3348"/>
                </a:lnTo>
                <a:lnTo>
                  <a:pt x="275" y="3381"/>
                </a:lnTo>
                <a:lnTo>
                  <a:pt x="308" y="3412"/>
                </a:lnTo>
                <a:lnTo>
                  <a:pt x="341" y="3442"/>
                </a:lnTo>
                <a:lnTo>
                  <a:pt x="377" y="3469"/>
                </a:lnTo>
                <a:lnTo>
                  <a:pt x="414" y="3496"/>
                </a:lnTo>
                <a:lnTo>
                  <a:pt x="452" y="3521"/>
                </a:lnTo>
                <a:lnTo>
                  <a:pt x="492" y="3543"/>
                </a:lnTo>
                <a:lnTo>
                  <a:pt x="531" y="3564"/>
                </a:lnTo>
                <a:lnTo>
                  <a:pt x="573" y="3583"/>
                </a:lnTo>
                <a:lnTo>
                  <a:pt x="616" y="3600"/>
                </a:lnTo>
                <a:lnTo>
                  <a:pt x="659" y="3615"/>
                </a:lnTo>
                <a:lnTo>
                  <a:pt x="704" y="3627"/>
                </a:lnTo>
                <a:lnTo>
                  <a:pt x="749" y="3639"/>
                </a:lnTo>
                <a:lnTo>
                  <a:pt x="795" y="3647"/>
                </a:lnTo>
                <a:lnTo>
                  <a:pt x="842" y="3653"/>
                </a:lnTo>
                <a:lnTo>
                  <a:pt x="889" y="3656"/>
                </a:lnTo>
                <a:lnTo>
                  <a:pt x="937" y="3657"/>
                </a:lnTo>
                <a:lnTo>
                  <a:pt x="985" y="3656"/>
                </a:lnTo>
                <a:lnTo>
                  <a:pt x="1033" y="3653"/>
                </a:lnTo>
                <a:lnTo>
                  <a:pt x="1080" y="3647"/>
                </a:lnTo>
                <a:lnTo>
                  <a:pt x="1126" y="3639"/>
                </a:lnTo>
                <a:lnTo>
                  <a:pt x="1171" y="3627"/>
                </a:lnTo>
                <a:lnTo>
                  <a:pt x="1216" y="3615"/>
                </a:lnTo>
                <a:lnTo>
                  <a:pt x="1259" y="3600"/>
                </a:lnTo>
                <a:lnTo>
                  <a:pt x="1302" y="3583"/>
                </a:lnTo>
                <a:lnTo>
                  <a:pt x="1343" y="3564"/>
                </a:lnTo>
                <a:lnTo>
                  <a:pt x="1384" y="3543"/>
                </a:lnTo>
                <a:lnTo>
                  <a:pt x="1422" y="3521"/>
                </a:lnTo>
                <a:lnTo>
                  <a:pt x="1461" y="3496"/>
                </a:lnTo>
                <a:lnTo>
                  <a:pt x="1498" y="3469"/>
                </a:lnTo>
                <a:lnTo>
                  <a:pt x="1533" y="3442"/>
                </a:lnTo>
                <a:lnTo>
                  <a:pt x="1568" y="3412"/>
                </a:lnTo>
                <a:lnTo>
                  <a:pt x="1600" y="3381"/>
                </a:lnTo>
                <a:lnTo>
                  <a:pt x="1631" y="3348"/>
                </a:lnTo>
                <a:lnTo>
                  <a:pt x="1661" y="3313"/>
                </a:lnTo>
                <a:lnTo>
                  <a:pt x="1688" y="3279"/>
                </a:lnTo>
                <a:lnTo>
                  <a:pt x="1715" y="3242"/>
                </a:lnTo>
                <a:lnTo>
                  <a:pt x="1739" y="3204"/>
                </a:lnTo>
                <a:lnTo>
                  <a:pt x="1762" y="3164"/>
                </a:lnTo>
                <a:lnTo>
                  <a:pt x="1782" y="3124"/>
                </a:lnTo>
                <a:lnTo>
                  <a:pt x="1802" y="3081"/>
                </a:lnTo>
                <a:lnTo>
                  <a:pt x="1818" y="3038"/>
                </a:lnTo>
                <a:lnTo>
                  <a:pt x="1833" y="2995"/>
                </a:lnTo>
                <a:lnTo>
                  <a:pt x="1845" y="2950"/>
                </a:lnTo>
                <a:lnTo>
                  <a:pt x="1856" y="2905"/>
                </a:lnTo>
                <a:lnTo>
                  <a:pt x="1865" y="2859"/>
                </a:lnTo>
                <a:lnTo>
                  <a:pt x="1870" y="2812"/>
                </a:lnTo>
                <a:lnTo>
                  <a:pt x="1874" y="2764"/>
                </a:lnTo>
                <a:lnTo>
                  <a:pt x="1875" y="2716"/>
                </a:lnTo>
                <a:lnTo>
                  <a:pt x="1875" y="0"/>
                </a:lnTo>
                <a:close/>
              </a:path>
            </a:pathLst>
          </a:custGeom>
          <a:solidFill>
            <a:schemeClr val="tx2"/>
          </a:solidFill>
          <a:ln>
            <a:noFill/>
          </a:ln>
          <a:effectLst/>
        </p:spPr>
        <p:txBody>
          <a:bodyPr vert="horz" wrap="square" lIns="91440" tIns="45720" rIns="91440" bIns="45720" numCol="1" anchor="t" anchorCtr="0" compatLnSpc="1">
            <a:prstTxWarp prst="textNoShape">
              <a:avLst/>
            </a:prstTxWarp>
          </a:bodyPr>
          <a:lstStyle>
            <a:lvl1pPr>
              <a:defRPr lang="en-US" sz="100"/>
            </a:lvl1pPr>
          </a:lstStyle>
          <a:p>
            <a:pPr lvl="0"/>
            <a:endParaRPr lang="en-US"/>
          </a:p>
        </p:txBody>
      </p:sp>
      <p:sp>
        <p:nvSpPr>
          <p:cNvPr id="6" name="Freeform 7">
            <a:extLst>
              <a:ext uri="{FF2B5EF4-FFF2-40B4-BE49-F238E27FC236}">
                <a16:creationId xmlns:a16="http://schemas.microsoft.com/office/drawing/2014/main" id="{8BEFC6B6-9FA0-CDBF-317C-C9FFC04AF9E4}"/>
              </a:ext>
            </a:extLst>
          </p:cNvPr>
          <p:cNvSpPr>
            <a:spLocks noGrp="1"/>
          </p:cNvSpPr>
          <p:nvPr>
            <p:ph type="pic" sz="quarter" idx="10"/>
          </p:nvPr>
        </p:nvSpPr>
        <p:spPr bwMode="auto">
          <a:xfrm>
            <a:off x="5905786" y="640581"/>
            <a:ext cx="2826537" cy="6217420"/>
          </a:xfrm>
          <a:custGeom>
            <a:avLst/>
            <a:gdLst>
              <a:gd name="T0" fmla="*/ 1875 w 1875"/>
              <a:gd name="T1" fmla="*/ 4126 h 4126"/>
              <a:gd name="T2" fmla="*/ 1874 w 1875"/>
              <a:gd name="T3" fmla="*/ 894 h 4126"/>
              <a:gd name="T4" fmla="*/ 1865 w 1875"/>
              <a:gd name="T5" fmla="*/ 798 h 4126"/>
              <a:gd name="T6" fmla="*/ 1845 w 1875"/>
              <a:gd name="T7" fmla="*/ 707 h 4126"/>
              <a:gd name="T8" fmla="*/ 1818 w 1875"/>
              <a:gd name="T9" fmla="*/ 619 h 4126"/>
              <a:gd name="T10" fmla="*/ 1782 w 1875"/>
              <a:gd name="T11" fmla="*/ 535 h 4126"/>
              <a:gd name="T12" fmla="*/ 1739 w 1875"/>
              <a:gd name="T13" fmla="*/ 455 h 4126"/>
              <a:gd name="T14" fmla="*/ 1688 w 1875"/>
              <a:gd name="T15" fmla="*/ 379 h 4126"/>
              <a:gd name="T16" fmla="*/ 1631 w 1875"/>
              <a:gd name="T17" fmla="*/ 309 h 4126"/>
              <a:gd name="T18" fmla="*/ 1567 w 1875"/>
              <a:gd name="T19" fmla="*/ 245 h 4126"/>
              <a:gd name="T20" fmla="*/ 1498 w 1875"/>
              <a:gd name="T21" fmla="*/ 188 h 4126"/>
              <a:gd name="T22" fmla="*/ 1422 w 1875"/>
              <a:gd name="T23" fmla="*/ 136 h 4126"/>
              <a:gd name="T24" fmla="*/ 1342 w 1875"/>
              <a:gd name="T25" fmla="*/ 93 h 4126"/>
              <a:gd name="T26" fmla="*/ 1259 w 1875"/>
              <a:gd name="T27" fmla="*/ 57 h 4126"/>
              <a:gd name="T28" fmla="*/ 1171 w 1875"/>
              <a:gd name="T29" fmla="*/ 30 h 4126"/>
              <a:gd name="T30" fmla="*/ 1080 w 1875"/>
              <a:gd name="T31" fmla="*/ 10 h 4126"/>
              <a:gd name="T32" fmla="*/ 985 w 1875"/>
              <a:gd name="T33" fmla="*/ 1 h 4126"/>
              <a:gd name="T34" fmla="*/ 889 w 1875"/>
              <a:gd name="T35" fmla="*/ 1 h 4126"/>
              <a:gd name="T36" fmla="*/ 795 w 1875"/>
              <a:gd name="T37" fmla="*/ 10 h 4126"/>
              <a:gd name="T38" fmla="*/ 704 w 1875"/>
              <a:gd name="T39" fmla="*/ 30 h 4126"/>
              <a:gd name="T40" fmla="*/ 616 w 1875"/>
              <a:gd name="T41" fmla="*/ 57 h 4126"/>
              <a:gd name="T42" fmla="*/ 531 w 1875"/>
              <a:gd name="T43" fmla="*/ 93 h 4126"/>
              <a:gd name="T44" fmla="*/ 451 w 1875"/>
              <a:gd name="T45" fmla="*/ 136 h 4126"/>
              <a:gd name="T46" fmla="*/ 377 w 1875"/>
              <a:gd name="T47" fmla="*/ 188 h 4126"/>
              <a:gd name="T48" fmla="*/ 307 w 1875"/>
              <a:gd name="T49" fmla="*/ 245 h 4126"/>
              <a:gd name="T50" fmla="*/ 244 w 1875"/>
              <a:gd name="T51" fmla="*/ 309 h 4126"/>
              <a:gd name="T52" fmla="*/ 186 w 1875"/>
              <a:gd name="T53" fmla="*/ 379 h 4126"/>
              <a:gd name="T54" fmla="*/ 136 w 1875"/>
              <a:gd name="T55" fmla="*/ 455 h 4126"/>
              <a:gd name="T56" fmla="*/ 92 w 1875"/>
              <a:gd name="T57" fmla="*/ 535 h 4126"/>
              <a:gd name="T58" fmla="*/ 56 w 1875"/>
              <a:gd name="T59" fmla="*/ 619 h 4126"/>
              <a:gd name="T60" fmla="*/ 28 w 1875"/>
              <a:gd name="T61" fmla="*/ 707 h 4126"/>
              <a:gd name="T62" fmla="*/ 10 w 1875"/>
              <a:gd name="T63" fmla="*/ 798 h 4126"/>
              <a:gd name="T64" fmla="*/ 1 w 1875"/>
              <a:gd name="T65" fmla="*/ 894 h 4126"/>
              <a:gd name="T66" fmla="*/ 0 w 1875"/>
              <a:gd name="T67" fmla="*/ 4126 h 41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875" h="4126">
                <a:moveTo>
                  <a:pt x="0" y="4126"/>
                </a:moveTo>
                <a:lnTo>
                  <a:pt x="1875" y="4126"/>
                </a:lnTo>
                <a:lnTo>
                  <a:pt x="1875" y="942"/>
                </a:lnTo>
                <a:lnTo>
                  <a:pt x="1874" y="894"/>
                </a:lnTo>
                <a:lnTo>
                  <a:pt x="1870" y="845"/>
                </a:lnTo>
                <a:lnTo>
                  <a:pt x="1865" y="798"/>
                </a:lnTo>
                <a:lnTo>
                  <a:pt x="1855" y="752"/>
                </a:lnTo>
                <a:lnTo>
                  <a:pt x="1845" y="707"/>
                </a:lnTo>
                <a:lnTo>
                  <a:pt x="1833" y="662"/>
                </a:lnTo>
                <a:lnTo>
                  <a:pt x="1818" y="619"/>
                </a:lnTo>
                <a:lnTo>
                  <a:pt x="1801" y="576"/>
                </a:lnTo>
                <a:lnTo>
                  <a:pt x="1782" y="535"/>
                </a:lnTo>
                <a:lnTo>
                  <a:pt x="1761" y="493"/>
                </a:lnTo>
                <a:lnTo>
                  <a:pt x="1739" y="455"/>
                </a:lnTo>
                <a:lnTo>
                  <a:pt x="1714" y="416"/>
                </a:lnTo>
                <a:lnTo>
                  <a:pt x="1688" y="379"/>
                </a:lnTo>
                <a:lnTo>
                  <a:pt x="1660" y="344"/>
                </a:lnTo>
                <a:lnTo>
                  <a:pt x="1631" y="309"/>
                </a:lnTo>
                <a:lnTo>
                  <a:pt x="1600" y="276"/>
                </a:lnTo>
                <a:lnTo>
                  <a:pt x="1567" y="245"/>
                </a:lnTo>
                <a:lnTo>
                  <a:pt x="1532" y="215"/>
                </a:lnTo>
                <a:lnTo>
                  <a:pt x="1498" y="188"/>
                </a:lnTo>
                <a:lnTo>
                  <a:pt x="1461" y="161"/>
                </a:lnTo>
                <a:lnTo>
                  <a:pt x="1422" y="136"/>
                </a:lnTo>
                <a:lnTo>
                  <a:pt x="1383" y="114"/>
                </a:lnTo>
                <a:lnTo>
                  <a:pt x="1342" y="93"/>
                </a:lnTo>
                <a:lnTo>
                  <a:pt x="1301" y="74"/>
                </a:lnTo>
                <a:lnTo>
                  <a:pt x="1259" y="57"/>
                </a:lnTo>
                <a:lnTo>
                  <a:pt x="1215" y="42"/>
                </a:lnTo>
                <a:lnTo>
                  <a:pt x="1171" y="30"/>
                </a:lnTo>
                <a:lnTo>
                  <a:pt x="1126" y="19"/>
                </a:lnTo>
                <a:lnTo>
                  <a:pt x="1080" y="10"/>
                </a:lnTo>
                <a:lnTo>
                  <a:pt x="1033" y="5"/>
                </a:lnTo>
                <a:lnTo>
                  <a:pt x="985" y="1"/>
                </a:lnTo>
                <a:lnTo>
                  <a:pt x="937" y="0"/>
                </a:lnTo>
                <a:lnTo>
                  <a:pt x="889" y="1"/>
                </a:lnTo>
                <a:lnTo>
                  <a:pt x="842" y="5"/>
                </a:lnTo>
                <a:lnTo>
                  <a:pt x="795" y="10"/>
                </a:lnTo>
                <a:lnTo>
                  <a:pt x="749" y="19"/>
                </a:lnTo>
                <a:lnTo>
                  <a:pt x="704" y="30"/>
                </a:lnTo>
                <a:lnTo>
                  <a:pt x="659" y="42"/>
                </a:lnTo>
                <a:lnTo>
                  <a:pt x="616" y="57"/>
                </a:lnTo>
                <a:lnTo>
                  <a:pt x="573" y="74"/>
                </a:lnTo>
                <a:lnTo>
                  <a:pt x="531" y="93"/>
                </a:lnTo>
                <a:lnTo>
                  <a:pt x="491" y="114"/>
                </a:lnTo>
                <a:lnTo>
                  <a:pt x="451" y="136"/>
                </a:lnTo>
                <a:lnTo>
                  <a:pt x="413" y="161"/>
                </a:lnTo>
                <a:lnTo>
                  <a:pt x="377" y="188"/>
                </a:lnTo>
                <a:lnTo>
                  <a:pt x="341" y="215"/>
                </a:lnTo>
                <a:lnTo>
                  <a:pt x="307" y="245"/>
                </a:lnTo>
                <a:lnTo>
                  <a:pt x="275" y="276"/>
                </a:lnTo>
                <a:lnTo>
                  <a:pt x="244" y="309"/>
                </a:lnTo>
                <a:lnTo>
                  <a:pt x="214" y="344"/>
                </a:lnTo>
                <a:lnTo>
                  <a:pt x="186" y="379"/>
                </a:lnTo>
                <a:lnTo>
                  <a:pt x="160" y="416"/>
                </a:lnTo>
                <a:lnTo>
                  <a:pt x="136" y="455"/>
                </a:lnTo>
                <a:lnTo>
                  <a:pt x="113" y="493"/>
                </a:lnTo>
                <a:lnTo>
                  <a:pt x="92" y="535"/>
                </a:lnTo>
                <a:lnTo>
                  <a:pt x="73" y="576"/>
                </a:lnTo>
                <a:lnTo>
                  <a:pt x="56" y="619"/>
                </a:lnTo>
                <a:lnTo>
                  <a:pt x="42" y="662"/>
                </a:lnTo>
                <a:lnTo>
                  <a:pt x="28" y="707"/>
                </a:lnTo>
                <a:lnTo>
                  <a:pt x="18" y="752"/>
                </a:lnTo>
                <a:lnTo>
                  <a:pt x="10" y="798"/>
                </a:lnTo>
                <a:lnTo>
                  <a:pt x="4" y="845"/>
                </a:lnTo>
                <a:lnTo>
                  <a:pt x="1" y="894"/>
                </a:lnTo>
                <a:lnTo>
                  <a:pt x="0" y="942"/>
                </a:lnTo>
                <a:lnTo>
                  <a:pt x="0" y="4126"/>
                </a:lnTo>
                <a:close/>
              </a:path>
            </a:pathLst>
          </a:custGeom>
          <a:solidFill>
            <a:schemeClr val="tx2"/>
          </a:solidFill>
          <a:ln>
            <a:noFill/>
          </a:ln>
          <a:effectLst/>
        </p:spPr>
        <p:txBody>
          <a:bodyPr vert="horz" wrap="square" lIns="91440" tIns="45720" rIns="91440" bIns="45720" numCol="1" anchor="t" anchorCtr="0" compatLnSpc="1">
            <a:prstTxWarp prst="textNoShape">
              <a:avLst/>
            </a:prstTxWarp>
          </a:bodyPr>
          <a:lstStyle>
            <a:lvl1pPr>
              <a:defRPr lang="en-US" sz="100"/>
            </a:lvl1pPr>
          </a:lstStyle>
          <a:p>
            <a:pPr lvl="0"/>
            <a:endParaRPr lang="en-US"/>
          </a:p>
        </p:txBody>
      </p:sp>
      <p:sp>
        <p:nvSpPr>
          <p:cNvPr id="3" name="Footer Placeholder 4">
            <a:extLst>
              <a:ext uri="{FF2B5EF4-FFF2-40B4-BE49-F238E27FC236}">
                <a16:creationId xmlns:a16="http://schemas.microsoft.com/office/drawing/2014/main" id="{C7E11FD4-DD83-4359-4161-6A2B45ACE66A}"/>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2099285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3">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978E1944-02BC-7911-E37D-5AC184D61760}"/>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27" imgH="327" progId="TCLayout.ActiveDocument.1">
                  <p:embed/>
                </p:oleObj>
              </mc:Choice>
              <mc:Fallback>
                <p:oleObj name="think-cell Slide" r:id="rId3" imgW="327" imgH="327" progId="TCLayout.ActiveDocument.1">
                  <p:embed/>
                  <p:pic>
                    <p:nvPicPr>
                      <p:cNvPr id="9" name="think-cell data - do not delete" hidden="1">
                        <a:extLst>
                          <a:ext uri="{FF2B5EF4-FFF2-40B4-BE49-F238E27FC236}">
                            <a16:creationId xmlns:a16="http://schemas.microsoft.com/office/drawing/2014/main" id="{978E1944-02BC-7911-E37D-5AC184D6176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5" name="Picture Placeholder 5">
            <a:extLst>
              <a:ext uri="{FF2B5EF4-FFF2-40B4-BE49-F238E27FC236}">
                <a16:creationId xmlns:a16="http://schemas.microsoft.com/office/drawing/2014/main" id="{AC6BAF98-5935-86E7-09FE-CA5950DDA697}"/>
              </a:ext>
            </a:extLst>
          </p:cNvPr>
          <p:cNvSpPr>
            <a:spLocks noGrp="1" noRot="1" noMove="1" noResize="1" noEditPoints="1" noAdjustHandles="1" noChangeArrowheads="1" noChangeShapeType="1"/>
          </p:cNvSpPr>
          <p:nvPr>
            <p:ph type="pic" sz="quarter" idx="51"/>
          </p:nvPr>
        </p:nvSpPr>
        <p:spPr>
          <a:xfrm>
            <a:off x="0" y="0"/>
            <a:ext cx="12191999" cy="6858000"/>
          </a:xfrm>
          <a:solidFill>
            <a:schemeClr val="tx1">
              <a:lumMod val="85000"/>
            </a:schemeClr>
          </a:solidFill>
        </p:spPr>
        <p:txBody>
          <a:bodyPr/>
          <a:lstStyle/>
          <a:p>
            <a:endParaRPr lang="en-GB"/>
          </a:p>
        </p:txBody>
      </p:sp>
      <p:sp>
        <p:nvSpPr>
          <p:cNvPr id="6" name="Text Placeholder 5">
            <a:extLst>
              <a:ext uri="{FF2B5EF4-FFF2-40B4-BE49-F238E27FC236}">
                <a16:creationId xmlns:a16="http://schemas.microsoft.com/office/drawing/2014/main" id="{2CF05BCF-3698-5944-0594-6B03E7B10170}"/>
              </a:ext>
            </a:extLst>
          </p:cNvPr>
          <p:cNvSpPr>
            <a:spLocks noGrp="1" noRot="1" noMove="1" noResize="1" noEditPoints="1" noAdjustHandles="1" noChangeArrowheads="1" noChangeShapeType="1"/>
          </p:cNvSpPr>
          <p:nvPr>
            <p:ph type="body" sz="quarter" idx="54"/>
          </p:nvPr>
        </p:nvSpPr>
        <p:spPr>
          <a:xfrm>
            <a:off x="637059" y="829800"/>
            <a:ext cx="5198400" cy="5198400"/>
          </a:xfrm>
          <a:custGeom>
            <a:avLst/>
            <a:gdLst>
              <a:gd name="connsiteX0" fmla="*/ 2599200 w 5198400"/>
              <a:gd name="connsiteY0" fmla="*/ 0 h 5198400"/>
              <a:gd name="connsiteX1" fmla="*/ 5198400 w 5198400"/>
              <a:gd name="connsiteY1" fmla="*/ 2599200 h 5198400"/>
              <a:gd name="connsiteX2" fmla="*/ 2599200 w 5198400"/>
              <a:gd name="connsiteY2" fmla="*/ 5198400 h 5198400"/>
              <a:gd name="connsiteX3" fmla="*/ 0 w 5198400"/>
              <a:gd name="connsiteY3" fmla="*/ 2599200 h 5198400"/>
              <a:gd name="connsiteX4" fmla="*/ 2599200 w 5198400"/>
              <a:gd name="connsiteY4" fmla="*/ 0 h 5198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8400" h="5198400">
                <a:moveTo>
                  <a:pt x="2599200" y="0"/>
                </a:moveTo>
                <a:cubicBezTo>
                  <a:pt x="4034699" y="0"/>
                  <a:pt x="5198400" y="1163701"/>
                  <a:pt x="5198400" y="2599200"/>
                </a:cubicBezTo>
                <a:cubicBezTo>
                  <a:pt x="5198400" y="4034699"/>
                  <a:pt x="4034699" y="5198400"/>
                  <a:pt x="2599200" y="5198400"/>
                </a:cubicBezTo>
                <a:cubicBezTo>
                  <a:pt x="1163701" y="5198400"/>
                  <a:pt x="0" y="4034699"/>
                  <a:pt x="0" y="2599200"/>
                </a:cubicBezTo>
                <a:cubicBezTo>
                  <a:pt x="0" y="1163701"/>
                  <a:pt x="1163701" y="0"/>
                  <a:pt x="2599200" y="0"/>
                </a:cubicBezTo>
                <a:close/>
              </a:path>
            </a:pathLst>
          </a:custGeom>
          <a:solidFill>
            <a:schemeClr val="bg1"/>
          </a:solidFill>
        </p:spPr>
        <p:txBody>
          <a:bodyPr wrap="square">
            <a:noAutofit/>
          </a:bodyPr>
          <a:lstStyle>
            <a:lvl1pPr marL="0" indent="0">
              <a:buNone/>
              <a:defRPr>
                <a:noFill/>
              </a:defRPr>
            </a:lvl1pPr>
          </a:lstStyle>
          <a:p>
            <a:pPr lvl="0"/>
            <a:endParaRPr lang="en-GB"/>
          </a:p>
        </p:txBody>
      </p:sp>
      <p:sp>
        <p:nvSpPr>
          <p:cNvPr id="7" name="Text Placeholder 30">
            <a:extLst>
              <a:ext uri="{FF2B5EF4-FFF2-40B4-BE49-F238E27FC236}">
                <a16:creationId xmlns:a16="http://schemas.microsoft.com/office/drawing/2014/main" id="{EF7E5C80-478C-4E0A-C46C-E253CF264B0F}"/>
              </a:ext>
            </a:extLst>
          </p:cNvPr>
          <p:cNvSpPr>
            <a:spLocks noGrp="1" noRot="1" noMove="1" noResize="1" noEditPoints="1" noAdjustHandles="1" noChangeArrowheads="1" noChangeShapeType="1"/>
          </p:cNvSpPr>
          <p:nvPr>
            <p:ph type="body" sz="quarter" idx="35" hasCustomPrompt="1"/>
          </p:nvPr>
        </p:nvSpPr>
        <p:spPr>
          <a:xfrm>
            <a:off x="1090324" y="2820009"/>
            <a:ext cx="4292235" cy="1645920"/>
          </a:xfrm>
          <a:prstGeom prst="rect">
            <a:avLst/>
          </a:prstGeom>
        </p:spPr>
        <p:txBody>
          <a:bodyPr lIns="0" tIns="0" rIns="0" bIns="0"/>
          <a:lstStyle>
            <a:lvl1pPr marL="0" marR="0" indent="0" algn="l" defTabSz="914400" rtl="0" eaLnBrk="1" fontAlgn="auto" latinLnBrk="0" hangingPunct="1">
              <a:lnSpc>
                <a:spcPct val="85000"/>
              </a:lnSpc>
              <a:spcBef>
                <a:spcPts val="1000"/>
              </a:spcBef>
              <a:spcAft>
                <a:spcPts val="600"/>
              </a:spcAft>
              <a:buClrTx/>
              <a:buSzTx/>
              <a:buFont typeface="Arial" panose="020B0604020202020204" pitchFamily="34" charset="0"/>
              <a:buNone/>
              <a:tabLst/>
              <a:defRPr sz="40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l" defTabSz="914400" rtl="0" eaLnBrk="1" fontAlgn="auto" latinLnBrk="0" hangingPunct="1">
              <a:lnSpc>
                <a:spcPct val="85000"/>
              </a:lnSpc>
              <a:spcBef>
                <a:spcPts val="1000"/>
              </a:spcBef>
              <a:spcAft>
                <a:spcPts val="600"/>
              </a:spcAft>
              <a:buClrTx/>
              <a:buSzTx/>
              <a:buFont typeface="Arial" panose="020B0604020202020204" pitchFamily="34" charset="0"/>
              <a:buNone/>
              <a:tabLst/>
              <a:defRPr/>
            </a:pPr>
            <a:r>
              <a:rPr lang="en-US"/>
              <a:t>Divider Title Goes Here</a:t>
            </a:r>
            <a:endParaRPr lang="en-DE"/>
          </a:p>
        </p:txBody>
      </p:sp>
      <p:sp>
        <p:nvSpPr>
          <p:cNvPr id="8" name="Text Placeholder 32">
            <a:extLst>
              <a:ext uri="{FF2B5EF4-FFF2-40B4-BE49-F238E27FC236}">
                <a16:creationId xmlns:a16="http://schemas.microsoft.com/office/drawing/2014/main" id="{D70676B5-1F94-4DE2-7607-54BE133DEED0}"/>
              </a:ext>
            </a:extLst>
          </p:cNvPr>
          <p:cNvSpPr>
            <a:spLocks noGrp="1" noRot="1" noMove="1" noResize="1" noEditPoints="1" noAdjustHandles="1" noChangeArrowheads="1" noChangeShapeType="1"/>
          </p:cNvSpPr>
          <p:nvPr>
            <p:ph type="body" sz="quarter" idx="36" hasCustomPrompt="1"/>
          </p:nvPr>
        </p:nvSpPr>
        <p:spPr>
          <a:xfrm>
            <a:off x="1089959" y="2519764"/>
            <a:ext cx="4292600"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a:t>
            </a:r>
            <a:r>
              <a:rPr lang="en-GB"/>
              <a:t> GOES HERE</a:t>
            </a:r>
            <a:endParaRPr lang="en-DE"/>
          </a:p>
        </p:txBody>
      </p:sp>
      <p:sp>
        <p:nvSpPr>
          <p:cNvPr id="10" name="Text Placeholder 9">
            <a:extLst>
              <a:ext uri="{FF2B5EF4-FFF2-40B4-BE49-F238E27FC236}">
                <a16:creationId xmlns:a16="http://schemas.microsoft.com/office/drawing/2014/main" id="{30B7CADB-98B0-A040-DAE4-565E63F6A6EE}"/>
              </a:ext>
            </a:extLst>
          </p:cNvPr>
          <p:cNvSpPr>
            <a:spLocks noGrp="1" noChangeAspect="1"/>
          </p:cNvSpPr>
          <p:nvPr>
            <p:ph type="body" sz="quarter" idx="49"/>
          </p:nvPr>
        </p:nvSpPr>
        <p:spPr>
          <a:xfrm>
            <a:off x="10426077" y="6001667"/>
            <a:ext cx="1303022" cy="457201"/>
          </a:xfrm>
          <a:prstGeom prst="rect">
            <a:avLst/>
          </a:prstGeom>
          <a:blipFill>
            <a:blip>
              <a:extLst>
                <a:ext uri="{96DAC541-7B7A-43D3-8B79-37D633B846F1}">
                  <asvg:svgBlip xmlns:asvg="http://schemas.microsoft.com/office/drawing/2016/SVG/main" r:embed="rId5"/>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2" name="Footer Placeholder 4">
            <a:extLst>
              <a:ext uri="{FF2B5EF4-FFF2-40B4-BE49-F238E27FC236}">
                <a16:creationId xmlns:a16="http://schemas.microsoft.com/office/drawing/2014/main" id="{4BB8EEA7-B904-80B4-66E4-C879D4C46CB5}"/>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32832966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ider 4">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00948BE6-F1DB-D3ED-EC42-F0E2BE04E761}"/>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327" imgH="327" progId="TCLayout.ActiveDocument.1">
                  <p:embed/>
                </p:oleObj>
              </mc:Choice>
              <mc:Fallback>
                <p:oleObj name="think-cell Slide" r:id="rId3" imgW="327" imgH="327" progId="TCLayout.ActiveDocument.1">
                  <p:embed/>
                  <p:pic>
                    <p:nvPicPr>
                      <p:cNvPr id="9" name="think-cell data - do not delete" hidden="1">
                        <a:extLst>
                          <a:ext uri="{FF2B5EF4-FFF2-40B4-BE49-F238E27FC236}">
                            <a16:creationId xmlns:a16="http://schemas.microsoft.com/office/drawing/2014/main" id="{00948BE6-F1DB-D3ED-EC42-F0E2BE04E761}"/>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Picture Placeholder 5">
            <a:extLst>
              <a:ext uri="{FF2B5EF4-FFF2-40B4-BE49-F238E27FC236}">
                <a16:creationId xmlns:a16="http://schemas.microsoft.com/office/drawing/2014/main" id="{28DB22F5-C1FD-07EC-D3A9-86B84CF99CBE}"/>
              </a:ext>
            </a:extLst>
          </p:cNvPr>
          <p:cNvSpPr>
            <a:spLocks noGrp="1"/>
          </p:cNvSpPr>
          <p:nvPr>
            <p:ph type="pic" sz="quarter" idx="51"/>
          </p:nvPr>
        </p:nvSpPr>
        <p:spPr>
          <a:xfrm>
            <a:off x="0" y="0"/>
            <a:ext cx="12191999" cy="6858000"/>
          </a:xfrm>
          <a:solidFill>
            <a:schemeClr val="tx1">
              <a:lumMod val="85000"/>
            </a:schemeClr>
          </a:solidFill>
        </p:spPr>
        <p:txBody>
          <a:bodyPr/>
          <a:lstStyle/>
          <a:p>
            <a:endParaRPr lang="en-GB"/>
          </a:p>
        </p:txBody>
      </p:sp>
      <p:sp>
        <p:nvSpPr>
          <p:cNvPr id="11" name="Text Placeholder 10">
            <a:extLst>
              <a:ext uri="{FF2B5EF4-FFF2-40B4-BE49-F238E27FC236}">
                <a16:creationId xmlns:a16="http://schemas.microsoft.com/office/drawing/2014/main" id="{E11B0B94-6136-9771-5C13-FBAC2F508639}"/>
              </a:ext>
            </a:extLst>
          </p:cNvPr>
          <p:cNvSpPr>
            <a:spLocks noGrp="1"/>
          </p:cNvSpPr>
          <p:nvPr>
            <p:ph type="body" sz="quarter" idx="53"/>
          </p:nvPr>
        </p:nvSpPr>
        <p:spPr>
          <a:xfrm>
            <a:off x="401259" y="594000"/>
            <a:ext cx="5670000" cy="5670000"/>
          </a:xfrm>
          <a:custGeom>
            <a:avLst/>
            <a:gdLst>
              <a:gd name="connsiteX0" fmla="*/ 2835000 w 5670000"/>
              <a:gd name="connsiteY0" fmla="*/ 0 h 5670000"/>
              <a:gd name="connsiteX1" fmla="*/ 5670000 w 5670000"/>
              <a:gd name="connsiteY1" fmla="*/ 2835000 h 5670000"/>
              <a:gd name="connsiteX2" fmla="*/ 2835000 w 5670000"/>
              <a:gd name="connsiteY2" fmla="*/ 5670000 h 5670000"/>
              <a:gd name="connsiteX3" fmla="*/ 0 w 5670000"/>
              <a:gd name="connsiteY3" fmla="*/ 2835000 h 5670000"/>
              <a:gd name="connsiteX4" fmla="*/ 2835000 w 5670000"/>
              <a:gd name="connsiteY4" fmla="*/ 0 h 567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70000" h="5670000">
                <a:moveTo>
                  <a:pt x="2835000" y="0"/>
                </a:moveTo>
                <a:cubicBezTo>
                  <a:pt x="4400727" y="0"/>
                  <a:pt x="5670000" y="1269273"/>
                  <a:pt x="5670000" y="2835000"/>
                </a:cubicBezTo>
                <a:cubicBezTo>
                  <a:pt x="5670000" y="4400727"/>
                  <a:pt x="4400727" y="5670000"/>
                  <a:pt x="2835000" y="5670000"/>
                </a:cubicBezTo>
                <a:cubicBezTo>
                  <a:pt x="1269273" y="5670000"/>
                  <a:pt x="0" y="4400727"/>
                  <a:pt x="0" y="2835000"/>
                </a:cubicBezTo>
                <a:cubicBezTo>
                  <a:pt x="0" y="1269273"/>
                  <a:pt x="1269273" y="0"/>
                  <a:pt x="2835000" y="0"/>
                </a:cubicBezTo>
                <a:close/>
              </a:path>
            </a:pathLst>
          </a:custGeom>
          <a:solidFill>
            <a:schemeClr val="bg1">
              <a:alpha val="25000"/>
            </a:schemeClr>
          </a:solidFill>
        </p:spPr>
        <p:txBody>
          <a:bodyPr wrap="square">
            <a:noAutofit/>
          </a:bodyPr>
          <a:lstStyle>
            <a:lvl1pPr marL="0" indent="0">
              <a:buNone/>
              <a:defRPr>
                <a:noFill/>
              </a:defRPr>
            </a:lvl1pPr>
          </a:lstStyle>
          <a:p>
            <a:pPr lvl="0"/>
            <a:endParaRPr lang="en-GB"/>
          </a:p>
        </p:txBody>
      </p:sp>
      <p:sp>
        <p:nvSpPr>
          <p:cNvPr id="12" name="Text Placeholder 11">
            <a:extLst>
              <a:ext uri="{FF2B5EF4-FFF2-40B4-BE49-F238E27FC236}">
                <a16:creationId xmlns:a16="http://schemas.microsoft.com/office/drawing/2014/main" id="{F101EFFB-7E1B-7179-11B8-49153469FCD1}"/>
              </a:ext>
            </a:extLst>
          </p:cNvPr>
          <p:cNvSpPr>
            <a:spLocks noGrp="1"/>
          </p:cNvSpPr>
          <p:nvPr>
            <p:ph type="body" sz="quarter" idx="54"/>
          </p:nvPr>
        </p:nvSpPr>
        <p:spPr>
          <a:xfrm>
            <a:off x="637059" y="829800"/>
            <a:ext cx="5198400" cy="5198400"/>
          </a:xfrm>
          <a:custGeom>
            <a:avLst/>
            <a:gdLst>
              <a:gd name="connsiteX0" fmla="*/ 2599200 w 5198400"/>
              <a:gd name="connsiteY0" fmla="*/ 0 h 5198400"/>
              <a:gd name="connsiteX1" fmla="*/ 5198400 w 5198400"/>
              <a:gd name="connsiteY1" fmla="*/ 2599200 h 5198400"/>
              <a:gd name="connsiteX2" fmla="*/ 2599200 w 5198400"/>
              <a:gd name="connsiteY2" fmla="*/ 5198400 h 5198400"/>
              <a:gd name="connsiteX3" fmla="*/ 0 w 5198400"/>
              <a:gd name="connsiteY3" fmla="*/ 2599200 h 5198400"/>
              <a:gd name="connsiteX4" fmla="*/ 2599200 w 5198400"/>
              <a:gd name="connsiteY4" fmla="*/ 0 h 5198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98400" h="5198400">
                <a:moveTo>
                  <a:pt x="2599200" y="0"/>
                </a:moveTo>
                <a:cubicBezTo>
                  <a:pt x="4034699" y="0"/>
                  <a:pt x="5198400" y="1163701"/>
                  <a:pt x="5198400" y="2599200"/>
                </a:cubicBezTo>
                <a:cubicBezTo>
                  <a:pt x="5198400" y="4034699"/>
                  <a:pt x="4034699" y="5198400"/>
                  <a:pt x="2599200" y="5198400"/>
                </a:cubicBezTo>
                <a:cubicBezTo>
                  <a:pt x="1163701" y="5198400"/>
                  <a:pt x="0" y="4034699"/>
                  <a:pt x="0" y="2599200"/>
                </a:cubicBezTo>
                <a:cubicBezTo>
                  <a:pt x="0" y="1163701"/>
                  <a:pt x="1163701" y="0"/>
                  <a:pt x="2599200" y="0"/>
                </a:cubicBezTo>
                <a:close/>
              </a:path>
            </a:pathLst>
          </a:custGeom>
          <a:solidFill>
            <a:schemeClr val="bg1"/>
          </a:solidFill>
        </p:spPr>
        <p:txBody>
          <a:bodyPr wrap="square">
            <a:noAutofit/>
          </a:bodyPr>
          <a:lstStyle>
            <a:lvl1pPr marL="0" indent="0">
              <a:buNone/>
              <a:defRPr>
                <a:noFill/>
              </a:defRPr>
            </a:lvl1pPr>
          </a:lstStyle>
          <a:p>
            <a:pPr lvl="0"/>
            <a:endParaRPr lang="en-GB"/>
          </a:p>
        </p:txBody>
      </p:sp>
      <p:sp>
        <p:nvSpPr>
          <p:cNvPr id="7" name="Text Placeholder 30">
            <a:extLst>
              <a:ext uri="{FF2B5EF4-FFF2-40B4-BE49-F238E27FC236}">
                <a16:creationId xmlns:a16="http://schemas.microsoft.com/office/drawing/2014/main" id="{EF7E5C80-478C-4E0A-C46C-E253CF264B0F}"/>
              </a:ext>
            </a:extLst>
          </p:cNvPr>
          <p:cNvSpPr>
            <a:spLocks noGrp="1" noRot="1" noMove="1" noResize="1" noEditPoints="1" noAdjustHandles="1" noChangeArrowheads="1" noChangeShapeType="1"/>
          </p:cNvSpPr>
          <p:nvPr>
            <p:ph type="body" sz="quarter" idx="35" hasCustomPrompt="1"/>
          </p:nvPr>
        </p:nvSpPr>
        <p:spPr>
          <a:xfrm>
            <a:off x="1090324" y="2820009"/>
            <a:ext cx="4292235" cy="1645920"/>
          </a:xfrm>
          <a:prstGeom prst="rect">
            <a:avLst/>
          </a:prstGeom>
        </p:spPr>
        <p:txBody>
          <a:bodyPr lIns="0" tIns="0" rIns="0" bIns="0"/>
          <a:lstStyle>
            <a:lvl1pPr marL="0" marR="0" indent="0" algn="l" defTabSz="914400" rtl="0" eaLnBrk="1" fontAlgn="auto" latinLnBrk="0" hangingPunct="1">
              <a:lnSpc>
                <a:spcPct val="85000"/>
              </a:lnSpc>
              <a:spcBef>
                <a:spcPts val="1000"/>
              </a:spcBef>
              <a:spcAft>
                <a:spcPts val="600"/>
              </a:spcAft>
              <a:buClrTx/>
              <a:buSzTx/>
              <a:buFont typeface="Arial" panose="020B0604020202020204" pitchFamily="34" charset="0"/>
              <a:buNone/>
              <a:tabLst/>
              <a:defRPr sz="40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marR="0" lvl="0" indent="0" algn="l" defTabSz="914400" rtl="0" eaLnBrk="1" fontAlgn="auto" latinLnBrk="0" hangingPunct="1">
              <a:lnSpc>
                <a:spcPct val="85000"/>
              </a:lnSpc>
              <a:spcBef>
                <a:spcPts val="1000"/>
              </a:spcBef>
              <a:spcAft>
                <a:spcPts val="600"/>
              </a:spcAft>
              <a:buClrTx/>
              <a:buSzTx/>
              <a:buFont typeface="Arial" panose="020B0604020202020204" pitchFamily="34" charset="0"/>
              <a:buNone/>
              <a:tabLst/>
              <a:defRPr/>
            </a:pPr>
            <a:r>
              <a:rPr lang="en-US"/>
              <a:t>Divider Title Goes Here</a:t>
            </a:r>
            <a:endParaRPr lang="en-DE"/>
          </a:p>
        </p:txBody>
      </p:sp>
      <p:sp>
        <p:nvSpPr>
          <p:cNvPr id="8" name="Text Placeholder 32">
            <a:extLst>
              <a:ext uri="{FF2B5EF4-FFF2-40B4-BE49-F238E27FC236}">
                <a16:creationId xmlns:a16="http://schemas.microsoft.com/office/drawing/2014/main" id="{D70676B5-1F94-4DE2-7607-54BE133DEED0}"/>
              </a:ext>
            </a:extLst>
          </p:cNvPr>
          <p:cNvSpPr>
            <a:spLocks noGrp="1" noRot="1" noMove="1" noResize="1" noEditPoints="1" noAdjustHandles="1" noChangeArrowheads="1" noChangeShapeType="1"/>
          </p:cNvSpPr>
          <p:nvPr>
            <p:ph type="body" sz="quarter" idx="36" hasCustomPrompt="1"/>
          </p:nvPr>
        </p:nvSpPr>
        <p:spPr>
          <a:xfrm>
            <a:off x="1089959" y="2519764"/>
            <a:ext cx="4292600"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a:t>
            </a:r>
            <a:r>
              <a:rPr lang="en-GB"/>
              <a:t> GOES HERE</a:t>
            </a:r>
            <a:endParaRPr lang="en-DE"/>
          </a:p>
        </p:txBody>
      </p:sp>
      <p:sp>
        <p:nvSpPr>
          <p:cNvPr id="10" name="Text Placeholder 9">
            <a:extLst>
              <a:ext uri="{FF2B5EF4-FFF2-40B4-BE49-F238E27FC236}">
                <a16:creationId xmlns:a16="http://schemas.microsoft.com/office/drawing/2014/main" id="{30B7CADB-98B0-A040-DAE4-565E63F6A6EE}"/>
              </a:ext>
            </a:extLst>
          </p:cNvPr>
          <p:cNvSpPr>
            <a:spLocks noGrp="1" noChangeAspect="1"/>
          </p:cNvSpPr>
          <p:nvPr>
            <p:ph type="body" sz="quarter" idx="49"/>
          </p:nvPr>
        </p:nvSpPr>
        <p:spPr>
          <a:xfrm>
            <a:off x="10426077" y="6001667"/>
            <a:ext cx="1303022" cy="457201"/>
          </a:xfrm>
          <a:prstGeom prst="rect">
            <a:avLst/>
          </a:prstGeom>
          <a:blipFill>
            <a:blip>
              <a:extLst>
                <a:ext uri="{96DAC541-7B7A-43D3-8B79-37D633B846F1}">
                  <asvg:svgBlip xmlns:asvg="http://schemas.microsoft.com/office/drawing/2016/SVG/main" r:embed="rId5"/>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5" name="Footer Placeholder 4">
            <a:extLst>
              <a:ext uri="{FF2B5EF4-FFF2-40B4-BE49-F238E27FC236}">
                <a16:creationId xmlns:a16="http://schemas.microsoft.com/office/drawing/2014/main" id="{CE5B1466-147D-8040-4B01-10F9FFD9856A}"/>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2666659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 5">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D8F07111-D7B3-3471-5E87-8A53230F728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65944" y="4618363"/>
            <a:ext cx="1300975" cy="456845"/>
          </a:xfrm>
          <a:prstGeom prst="rect">
            <a:avLst/>
          </a:prstGeom>
        </p:spPr>
      </p:pic>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spcAft>
                <a:spcPts val="600"/>
              </a:spcAft>
              <a:defRPr/>
            </a:lvl1pPr>
          </a:lstStyle>
          <a:p>
            <a:fld id="{E4C2AD82-1025-4508-97C1-6F7EE5C92734}" type="slidenum">
              <a:rPr lang="en-AU" smtClean="0"/>
              <a:pPr/>
              <a:t>‹#›</a:t>
            </a:fld>
            <a:endParaRPr lang="en-AU"/>
          </a:p>
        </p:txBody>
      </p:sp>
      <p:sp>
        <p:nvSpPr>
          <p:cNvPr id="7" name="Title 1">
            <a:extLst>
              <a:ext uri="{FF2B5EF4-FFF2-40B4-BE49-F238E27FC236}">
                <a16:creationId xmlns:a16="http://schemas.microsoft.com/office/drawing/2014/main" id="{D7BE758A-5128-ACD4-DD9E-ACA3B721D2E6}"/>
              </a:ext>
            </a:extLst>
          </p:cNvPr>
          <p:cNvSpPr>
            <a:spLocks noGrp="1"/>
          </p:cNvSpPr>
          <p:nvPr>
            <p:ph type="title" hasCustomPrompt="1"/>
          </p:nvPr>
        </p:nvSpPr>
        <p:spPr>
          <a:xfrm>
            <a:off x="565944" y="2772040"/>
            <a:ext cx="4139871" cy="1647750"/>
          </a:xfrm>
          <a:prstGeom prst="rect">
            <a:avLst/>
          </a:prstGeom>
        </p:spPr>
        <p:txBody>
          <a:bodyPr lIns="0" tIns="0" rIns="0" bIns="0"/>
          <a:lstStyle>
            <a:lvl1pPr>
              <a:lnSpc>
                <a:spcPct val="85000"/>
              </a:lnSpc>
              <a:spcAft>
                <a:spcPts val="600"/>
              </a:spcAft>
              <a:defRPr sz="4000" b="1">
                <a:solidFill>
                  <a:schemeClr val="bg1"/>
                </a:solidFill>
              </a:defRPr>
            </a:lvl1pPr>
          </a:lstStyle>
          <a:p>
            <a:r>
              <a:rPr lang="en-US"/>
              <a:t>Divider Title </a:t>
            </a:r>
            <a:br>
              <a:rPr lang="en-US"/>
            </a:br>
            <a:r>
              <a:rPr lang="en-US"/>
              <a:t>Goes Here</a:t>
            </a:r>
            <a:endParaRPr lang="en-AU"/>
          </a:p>
        </p:txBody>
      </p:sp>
      <p:sp>
        <p:nvSpPr>
          <p:cNvPr id="8" name="Text Placeholder 9">
            <a:extLst>
              <a:ext uri="{FF2B5EF4-FFF2-40B4-BE49-F238E27FC236}">
                <a16:creationId xmlns:a16="http://schemas.microsoft.com/office/drawing/2014/main" id="{4973D4C6-A608-9D6D-9553-9B006233D035}"/>
              </a:ext>
            </a:extLst>
          </p:cNvPr>
          <p:cNvSpPr>
            <a:spLocks noGrp="1"/>
          </p:cNvSpPr>
          <p:nvPr>
            <p:ph type="body" sz="quarter" idx="44" hasCustomPrompt="1"/>
          </p:nvPr>
        </p:nvSpPr>
        <p:spPr>
          <a:xfrm>
            <a:off x="565945" y="2472935"/>
            <a:ext cx="4139870" cy="224915"/>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22" name="Picture Placeholder 21">
            <a:extLst>
              <a:ext uri="{FF2B5EF4-FFF2-40B4-BE49-F238E27FC236}">
                <a16:creationId xmlns:a16="http://schemas.microsoft.com/office/drawing/2014/main" id="{6464F3CF-DEFC-1108-D859-C43695EA0712}"/>
              </a:ext>
            </a:extLst>
          </p:cNvPr>
          <p:cNvSpPr>
            <a:spLocks noGrp="1"/>
          </p:cNvSpPr>
          <p:nvPr>
            <p:ph type="pic" sz="quarter" idx="45"/>
          </p:nvPr>
        </p:nvSpPr>
        <p:spPr>
          <a:xfrm>
            <a:off x="5494959" y="147462"/>
            <a:ext cx="6565966" cy="6522593"/>
          </a:xfrm>
          <a:custGeom>
            <a:avLst/>
            <a:gdLst>
              <a:gd name="connsiteX0" fmla="*/ 5922615 w 6565966"/>
              <a:gd name="connsiteY0" fmla="*/ 5235891 h 6522593"/>
              <a:gd name="connsiteX1" fmla="*/ 6565966 w 6565966"/>
              <a:gd name="connsiteY1" fmla="*/ 5879242 h 6522593"/>
              <a:gd name="connsiteX2" fmla="*/ 5922615 w 6565966"/>
              <a:gd name="connsiteY2" fmla="*/ 6522593 h 6522593"/>
              <a:gd name="connsiteX3" fmla="*/ 5279264 w 6565966"/>
              <a:gd name="connsiteY3" fmla="*/ 5879242 h 6522593"/>
              <a:gd name="connsiteX4" fmla="*/ 5922615 w 6565966"/>
              <a:gd name="connsiteY4" fmla="*/ 5235891 h 6522593"/>
              <a:gd name="connsiteX5" fmla="*/ 4616990 w 6565966"/>
              <a:gd name="connsiteY5" fmla="*/ 5235891 h 6522593"/>
              <a:gd name="connsiteX6" fmla="*/ 5260341 w 6565966"/>
              <a:gd name="connsiteY6" fmla="*/ 5879242 h 6522593"/>
              <a:gd name="connsiteX7" fmla="*/ 4616990 w 6565966"/>
              <a:gd name="connsiteY7" fmla="*/ 6522593 h 6522593"/>
              <a:gd name="connsiteX8" fmla="*/ 3973639 w 6565966"/>
              <a:gd name="connsiteY8" fmla="*/ 5879242 h 6522593"/>
              <a:gd name="connsiteX9" fmla="*/ 4616990 w 6565966"/>
              <a:gd name="connsiteY9" fmla="*/ 5235891 h 6522593"/>
              <a:gd name="connsiteX10" fmla="*/ 3311366 w 6565966"/>
              <a:gd name="connsiteY10" fmla="*/ 5235891 h 6522593"/>
              <a:gd name="connsiteX11" fmla="*/ 3954717 w 6565966"/>
              <a:gd name="connsiteY11" fmla="*/ 5879242 h 6522593"/>
              <a:gd name="connsiteX12" fmla="*/ 3311366 w 6565966"/>
              <a:gd name="connsiteY12" fmla="*/ 6522593 h 6522593"/>
              <a:gd name="connsiteX13" fmla="*/ 2668015 w 6565966"/>
              <a:gd name="connsiteY13" fmla="*/ 5879242 h 6522593"/>
              <a:gd name="connsiteX14" fmla="*/ 3311366 w 6565966"/>
              <a:gd name="connsiteY14" fmla="*/ 5235891 h 6522593"/>
              <a:gd name="connsiteX15" fmla="*/ 2005741 w 6565966"/>
              <a:gd name="connsiteY15" fmla="*/ 5235891 h 6522593"/>
              <a:gd name="connsiteX16" fmla="*/ 2649092 w 6565966"/>
              <a:gd name="connsiteY16" fmla="*/ 5879242 h 6522593"/>
              <a:gd name="connsiteX17" fmla="*/ 2005741 w 6565966"/>
              <a:gd name="connsiteY17" fmla="*/ 6522593 h 6522593"/>
              <a:gd name="connsiteX18" fmla="*/ 1362390 w 6565966"/>
              <a:gd name="connsiteY18" fmla="*/ 5879242 h 6522593"/>
              <a:gd name="connsiteX19" fmla="*/ 2005741 w 6565966"/>
              <a:gd name="connsiteY19" fmla="*/ 5235891 h 6522593"/>
              <a:gd name="connsiteX20" fmla="*/ 700117 w 6565966"/>
              <a:gd name="connsiteY20" fmla="*/ 5235891 h 6522593"/>
              <a:gd name="connsiteX21" fmla="*/ 1343468 w 6565966"/>
              <a:gd name="connsiteY21" fmla="*/ 5879242 h 6522593"/>
              <a:gd name="connsiteX22" fmla="*/ 700117 w 6565966"/>
              <a:gd name="connsiteY22" fmla="*/ 6522593 h 6522593"/>
              <a:gd name="connsiteX23" fmla="*/ 56766 w 6565966"/>
              <a:gd name="connsiteY23" fmla="*/ 5879242 h 6522593"/>
              <a:gd name="connsiteX24" fmla="*/ 700117 w 6565966"/>
              <a:gd name="connsiteY24" fmla="*/ 5235891 h 6522593"/>
              <a:gd name="connsiteX25" fmla="*/ 5903693 w 6565966"/>
              <a:gd name="connsiteY25" fmla="*/ 3934399 h 6522593"/>
              <a:gd name="connsiteX26" fmla="*/ 6547044 w 6565966"/>
              <a:gd name="connsiteY26" fmla="*/ 4577750 h 6522593"/>
              <a:gd name="connsiteX27" fmla="*/ 5903693 w 6565966"/>
              <a:gd name="connsiteY27" fmla="*/ 5221101 h 6522593"/>
              <a:gd name="connsiteX28" fmla="*/ 5260342 w 6565966"/>
              <a:gd name="connsiteY28" fmla="*/ 4577750 h 6522593"/>
              <a:gd name="connsiteX29" fmla="*/ 5903693 w 6565966"/>
              <a:gd name="connsiteY29" fmla="*/ 3934399 h 6522593"/>
              <a:gd name="connsiteX30" fmla="*/ 4598068 w 6565966"/>
              <a:gd name="connsiteY30" fmla="*/ 3934399 h 6522593"/>
              <a:gd name="connsiteX31" fmla="*/ 5241419 w 6565966"/>
              <a:gd name="connsiteY31" fmla="*/ 4577750 h 6522593"/>
              <a:gd name="connsiteX32" fmla="*/ 4598068 w 6565966"/>
              <a:gd name="connsiteY32" fmla="*/ 5221101 h 6522593"/>
              <a:gd name="connsiteX33" fmla="*/ 3954717 w 6565966"/>
              <a:gd name="connsiteY33" fmla="*/ 4577750 h 6522593"/>
              <a:gd name="connsiteX34" fmla="*/ 4598068 w 6565966"/>
              <a:gd name="connsiteY34" fmla="*/ 3934399 h 6522593"/>
              <a:gd name="connsiteX35" fmla="*/ 3292444 w 6565966"/>
              <a:gd name="connsiteY35" fmla="*/ 3934399 h 6522593"/>
              <a:gd name="connsiteX36" fmla="*/ 3935795 w 6565966"/>
              <a:gd name="connsiteY36" fmla="*/ 4577750 h 6522593"/>
              <a:gd name="connsiteX37" fmla="*/ 3292444 w 6565966"/>
              <a:gd name="connsiteY37" fmla="*/ 5221101 h 6522593"/>
              <a:gd name="connsiteX38" fmla="*/ 2649093 w 6565966"/>
              <a:gd name="connsiteY38" fmla="*/ 4577750 h 6522593"/>
              <a:gd name="connsiteX39" fmla="*/ 3292444 w 6565966"/>
              <a:gd name="connsiteY39" fmla="*/ 3934399 h 6522593"/>
              <a:gd name="connsiteX40" fmla="*/ 1986819 w 6565966"/>
              <a:gd name="connsiteY40" fmla="*/ 3934399 h 6522593"/>
              <a:gd name="connsiteX41" fmla="*/ 2630170 w 6565966"/>
              <a:gd name="connsiteY41" fmla="*/ 4577750 h 6522593"/>
              <a:gd name="connsiteX42" fmla="*/ 1986819 w 6565966"/>
              <a:gd name="connsiteY42" fmla="*/ 5221101 h 6522593"/>
              <a:gd name="connsiteX43" fmla="*/ 1343468 w 6565966"/>
              <a:gd name="connsiteY43" fmla="*/ 4577750 h 6522593"/>
              <a:gd name="connsiteX44" fmla="*/ 1986819 w 6565966"/>
              <a:gd name="connsiteY44" fmla="*/ 3934399 h 6522593"/>
              <a:gd name="connsiteX45" fmla="*/ 681195 w 6565966"/>
              <a:gd name="connsiteY45" fmla="*/ 3934399 h 6522593"/>
              <a:gd name="connsiteX46" fmla="*/ 1324546 w 6565966"/>
              <a:gd name="connsiteY46" fmla="*/ 4577750 h 6522593"/>
              <a:gd name="connsiteX47" fmla="*/ 681195 w 6565966"/>
              <a:gd name="connsiteY47" fmla="*/ 5221101 h 6522593"/>
              <a:gd name="connsiteX48" fmla="*/ 37844 w 6565966"/>
              <a:gd name="connsiteY48" fmla="*/ 4577750 h 6522593"/>
              <a:gd name="connsiteX49" fmla="*/ 681195 w 6565966"/>
              <a:gd name="connsiteY49" fmla="*/ 3934399 h 6522593"/>
              <a:gd name="connsiteX50" fmla="*/ 5903693 w 6565966"/>
              <a:gd name="connsiteY50" fmla="*/ 2614252 h 6522593"/>
              <a:gd name="connsiteX51" fmla="*/ 6547044 w 6565966"/>
              <a:gd name="connsiteY51" fmla="*/ 3257601 h 6522593"/>
              <a:gd name="connsiteX52" fmla="*/ 5903693 w 6565966"/>
              <a:gd name="connsiteY52" fmla="*/ 3900952 h 6522593"/>
              <a:gd name="connsiteX53" fmla="*/ 5260342 w 6565966"/>
              <a:gd name="connsiteY53" fmla="*/ 3257601 h 6522593"/>
              <a:gd name="connsiteX54" fmla="*/ 5903693 w 6565966"/>
              <a:gd name="connsiteY54" fmla="*/ 2614252 h 6522593"/>
              <a:gd name="connsiteX55" fmla="*/ 4598068 w 6565966"/>
              <a:gd name="connsiteY55" fmla="*/ 2614252 h 6522593"/>
              <a:gd name="connsiteX56" fmla="*/ 5241419 w 6565966"/>
              <a:gd name="connsiteY56" fmla="*/ 3257601 h 6522593"/>
              <a:gd name="connsiteX57" fmla="*/ 4598068 w 6565966"/>
              <a:gd name="connsiteY57" fmla="*/ 3900952 h 6522593"/>
              <a:gd name="connsiteX58" fmla="*/ 3954717 w 6565966"/>
              <a:gd name="connsiteY58" fmla="*/ 3257601 h 6522593"/>
              <a:gd name="connsiteX59" fmla="*/ 4598068 w 6565966"/>
              <a:gd name="connsiteY59" fmla="*/ 2614252 h 6522593"/>
              <a:gd name="connsiteX60" fmla="*/ 3292444 w 6565966"/>
              <a:gd name="connsiteY60" fmla="*/ 2614252 h 6522593"/>
              <a:gd name="connsiteX61" fmla="*/ 3935795 w 6565966"/>
              <a:gd name="connsiteY61" fmla="*/ 3257601 h 6522593"/>
              <a:gd name="connsiteX62" fmla="*/ 3292444 w 6565966"/>
              <a:gd name="connsiteY62" fmla="*/ 3900952 h 6522593"/>
              <a:gd name="connsiteX63" fmla="*/ 2649093 w 6565966"/>
              <a:gd name="connsiteY63" fmla="*/ 3257601 h 6522593"/>
              <a:gd name="connsiteX64" fmla="*/ 3292444 w 6565966"/>
              <a:gd name="connsiteY64" fmla="*/ 2614252 h 6522593"/>
              <a:gd name="connsiteX65" fmla="*/ 1986819 w 6565966"/>
              <a:gd name="connsiteY65" fmla="*/ 2614252 h 6522593"/>
              <a:gd name="connsiteX66" fmla="*/ 2630170 w 6565966"/>
              <a:gd name="connsiteY66" fmla="*/ 3257601 h 6522593"/>
              <a:gd name="connsiteX67" fmla="*/ 1986819 w 6565966"/>
              <a:gd name="connsiteY67" fmla="*/ 3900952 h 6522593"/>
              <a:gd name="connsiteX68" fmla="*/ 1343468 w 6565966"/>
              <a:gd name="connsiteY68" fmla="*/ 3257601 h 6522593"/>
              <a:gd name="connsiteX69" fmla="*/ 1986819 w 6565966"/>
              <a:gd name="connsiteY69" fmla="*/ 2614252 h 6522593"/>
              <a:gd name="connsiteX70" fmla="*/ 681195 w 6565966"/>
              <a:gd name="connsiteY70" fmla="*/ 2614252 h 6522593"/>
              <a:gd name="connsiteX71" fmla="*/ 1324546 w 6565966"/>
              <a:gd name="connsiteY71" fmla="*/ 3257601 h 6522593"/>
              <a:gd name="connsiteX72" fmla="*/ 681195 w 6565966"/>
              <a:gd name="connsiteY72" fmla="*/ 3900952 h 6522593"/>
              <a:gd name="connsiteX73" fmla="*/ 37844 w 6565966"/>
              <a:gd name="connsiteY73" fmla="*/ 3257601 h 6522593"/>
              <a:gd name="connsiteX74" fmla="*/ 681195 w 6565966"/>
              <a:gd name="connsiteY74" fmla="*/ 2614252 h 6522593"/>
              <a:gd name="connsiteX75" fmla="*/ 5884771 w 6565966"/>
              <a:gd name="connsiteY75" fmla="*/ 1307126 h 6522593"/>
              <a:gd name="connsiteX76" fmla="*/ 6528122 w 6565966"/>
              <a:gd name="connsiteY76" fmla="*/ 1950476 h 6522593"/>
              <a:gd name="connsiteX77" fmla="*/ 5884771 w 6565966"/>
              <a:gd name="connsiteY77" fmla="*/ 2593830 h 6522593"/>
              <a:gd name="connsiteX78" fmla="*/ 5241420 w 6565966"/>
              <a:gd name="connsiteY78" fmla="*/ 1950476 h 6522593"/>
              <a:gd name="connsiteX79" fmla="*/ 5884771 w 6565966"/>
              <a:gd name="connsiteY79" fmla="*/ 1307126 h 6522593"/>
              <a:gd name="connsiteX80" fmla="*/ 4579146 w 6565966"/>
              <a:gd name="connsiteY80" fmla="*/ 1307126 h 6522593"/>
              <a:gd name="connsiteX81" fmla="*/ 5222497 w 6565966"/>
              <a:gd name="connsiteY81" fmla="*/ 1950476 h 6522593"/>
              <a:gd name="connsiteX82" fmla="*/ 4579146 w 6565966"/>
              <a:gd name="connsiteY82" fmla="*/ 2593830 h 6522593"/>
              <a:gd name="connsiteX83" fmla="*/ 3935795 w 6565966"/>
              <a:gd name="connsiteY83" fmla="*/ 1950476 h 6522593"/>
              <a:gd name="connsiteX84" fmla="*/ 4579146 w 6565966"/>
              <a:gd name="connsiteY84" fmla="*/ 1307126 h 6522593"/>
              <a:gd name="connsiteX85" fmla="*/ 3273522 w 6565966"/>
              <a:gd name="connsiteY85" fmla="*/ 1307126 h 6522593"/>
              <a:gd name="connsiteX86" fmla="*/ 3916873 w 6565966"/>
              <a:gd name="connsiteY86" fmla="*/ 1950476 h 6522593"/>
              <a:gd name="connsiteX87" fmla="*/ 3273522 w 6565966"/>
              <a:gd name="connsiteY87" fmla="*/ 2593828 h 6522593"/>
              <a:gd name="connsiteX88" fmla="*/ 2630171 w 6565966"/>
              <a:gd name="connsiteY88" fmla="*/ 1950476 h 6522593"/>
              <a:gd name="connsiteX89" fmla="*/ 3273522 w 6565966"/>
              <a:gd name="connsiteY89" fmla="*/ 1307126 h 6522593"/>
              <a:gd name="connsiteX90" fmla="*/ 1967897 w 6565966"/>
              <a:gd name="connsiteY90" fmla="*/ 1307126 h 6522593"/>
              <a:gd name="connsiteX91" fmla="*/ 2611248 w 6565966"/>
              <a:gd name="connsiteY91" fmla="*/ 1950476 h 6522593"/>
              <a:gd name="connsiteX92" fmla="*/ 1967897 w 6565966"/>
              <a:gd name="connsiteY92" fmla="*/ 2593828 h 6522593"/>
              <a:gd name="connsiteX93" fmla="*/ 1324546 w 6565966"/>
              <a:gd name="connsiteY93" fmla="*/ 1950476 h 6522593"/>
              <a:gd name="connsiteX94" fmla="*/ 1967897 w 6565966"/>
              <a:gd name="connsiteY94" fmla="*/ 1307126 h 6522593"/>
              <a:gd name="connsiteX95" fmla="*/ 662273 w 6565966"/>
              <a:gd name="connsiteY95" fmla="*/ 1307126 h 6522593"/>
              <a:gd name="connsiteX96" fmla="*/ 1305624 w 6565966"/>
              <a:gd name="connsiteY96" fmla="*/ 1950476 h 6522593"/>
              <a:gd name="connsiteX97" fmla="*/ 662273 w 6565966"/>
              <a:gd name="connsiteY97" fmla="*/ 2593828 h 6522593"/>
              <a:gd name="connsiteX98" fmla="*/ 18922 w 6565966"/>
              <a:gd name="connsiteY98" fmla="*/ 1950476 h 6522593"/>
              <a:gd name="connsiteX99" fmla="*/ 662273 w 6565966"/>
              <a:gd name="connsiteY99" fmla="*/ 1307126 h 6522593"/>
              <a:gd name="connsiteX100" fmla="*/ 5865849 w 6565966"/>
              <a:gd name="connsiteY100" fmla="*/ 0 h 6522593"/>
              <a:gd name="connsiteX101" fmla="*/ 6509200 w 6565966"/>
              <a:gd name="connsiteY101" fmla="*/ 643351 h 6522593"/>
              <a:gd name="connsiteX102" fmla="*/ 5865849 w 6565966"/>
              <a:gd name="connsiteY102" fmla="*/ 1286703 h 6522593"/>
              <a:gd name="connsiteX103" fmla="*/ 5222498 w 6565966"/>
              <a:gd name="connsiteY103" fmla="*/ 643351 h 6522593"/>
              <a:gd name="connsiteX104" fmla="*/ 5865849 w 6565966"/>
              <a:gd name="connsiteY104" fmla="*/ 0 h 6522593"/>
              <a:gd name="connsiteX105" fmla="*/ 4560224 w 6565966"/>
              <a:gd name="connsiteY105" fmla="*/ 0 h 6522593"/>
              <a:gd name="connsiteX106" fmla="*/ 5203575 w 6565966"/>
              <a:gd name="connsiteY106" fmla="*/ 643351 h 6522593"/>
              <a:gd name="connsiteX107" fmla="*/ 4560224 w 6565966"/>
              <a:gd name="connsiteY107" fmla="*/ 1286703 h 6522593"/>
              <a:gd name="connsiteX108" fmla="*/ 3916873 w 6565966"/>
              <a:gd name="connsiteY108" fmla="*/ 643351 h 6522593"/>
              <a:gd name="connsiteX109" fmla="*/ 4560224 w 6565966"/>
              <a:gd name="connsiteY109" fmla="*/ 0 h 6522593"/>
              <a:gd name="connsiteX110" fmla="*/ 3254600 w 6565966"/>
              <a:gd name="connsiteY110" fmla="*/ 0 h 6522593"/>
              <a:gd name="connsiteX111" fmla="*/ 3897951 w 6565966"/>
              <a:gd name="connsiteY111" fmla="*/ 643351 h 6522593"/>
              <a:gd name="connsiteX112" fmla="*/ 3254600 w 6565966"/>
              <a:gd name="connsiteY112" fmla="*/ 1286703 h 6522593"/>
              <a:gd name="connsiteX113" fmla="*/ 2611249 w 6565966"/>
              <a:gd name="connsiteY113" fmla="*/ 643351 h 6522593"/>
              <a:gd name="connsiteX114" fmla="*/ 3254600 w 6565966"/>
              <a:gd name="connsiteY114" fmla="*/ 0 h 6522593"/>
              <a:gd name="connsiteX115" fmla="*/ 1948975 w 6565966"/>
              <a:gd name="connsiteY115" fmla="*/ 0 h 6522593"/>
              <a:gd name="connsiteX116" fmla="*/ 2592326 w 6565966"/>
              <a:gd name="connsiteY116" fmla="*/ 643351 h 6522593"/>
              <a:gd name="connsiteX117" fmla="*/ 1948975 w 6565966"/>
              <a:gd name="connsiteY117" fmla="*/ 1286703 h 6522593"/>
              <a:gd name="connsiteX118" fmla="*/ 1305624 w 6565966"/>
              <a:gd name="connsiteY118" fmla="*/ 643351 h 6522593"/>
              <a:gd name="connsiteX119" fmla="*/ 1948975 w 6565966"/>
              <a:gd name="connsiteY119" fmla="*/ 0 h 6522593"/>
              <a:gd name="connsiteX120" fmla="*/ 643351 w 6565966"/>
              <a:gd name="connsiteY120" fmla="*/ 0 h 6522593"/>
              <a:gd name="connsiteX121" fmla="*/ 1286702 w 6565966"/>
              <a:gd name="connsiteY121" fmla="*/ 643351 h 6522593"/>
              <a:gd name="connsiteX122" fmla="*/ 643351 w 6565966"/>
              <a:gd name="connsiteY122" fmla="*/ 1286702 h 6522593"/>
              <a:gd name="connsiteX123" fmla="*/ 0 w 6565966"/>
              <a:gd name="connsiteY123" fmla="*/ 643351 h 6522593"/>
              <a:gd name="connsiteX124" fmla="*/ 643351 w 6565966"/>
              <a:gd name="connsiteY124" fmla="*/ 0 h 6522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Lst>
            <a:rect l="l" t="t" r="r" b="b"/>
            <a:pathLst>
              <a:path w="6565966" h="6522593">
                <a:moveTo>
                  <a:pt x="5922615" y="5235891"/>
                </a:moveTo>
                <a:cubicBezTo>
                  <a:pt x="6277928" y="5235891"/>
                  <a:pt x="6565966" y="5523929"/>
                  <a:pt x="6565966" y="5879242"/>
                </a:cubicBezTo>
                <a:cubicBezTo>
                  <a:pt x="6565966" y="6234555"/>
                  <a:pt x="6277928" y="6522593"/>
                  <a:pt x="5922615" y="6522593"/>
                </a:cubicBezTo>
                <a:cubicBezTo>
                  <a:pt x="5567302" y="6522593"/>
                  <a:pt x="5279264" y="6234555"/>
                  <a:pt x="5279264" y="5879242"/>
                </a:cubicBezTo>
                <a:cubicBezTo>
                  <a:pt x="5279264" y="5523929"/>
                  <a:pt x="5567302" y="5235891"/>
                  <a:pt x="5922615" y="5235891"/>
                </a:cubicBezTo>
                <a:close/>
                <a:moveTo>
                  <a:pt x="4616990" y="5235891"/>
                </a:moveTo>
                <a:cubicBezTo>
                  <a:pt x="4972303" y="5235891"/>
                  <a:pt x="5260341" y="5523929"/>
                  <a:pt x="5260341" y="5879242"/>
                </a:cubicBezTo>
                <a:cubicBezTo>
                  <a:pt x="5260341" y="6234555"/>
                  <a:pt x="4972303" y="6522593"/>
                  <a:pt x="4616990" y="6522593"/>
                </a:cubicBezTo>
                <a:cubicBezTo>
                  <a:pt x="4261677" y="6522593"/>
                  <a:pt x="3973639" y="6234555"/>
                  <a:pt x="3973639" y="5879242"/>
                </a:cubicBezTo>
                <a:cubicBezTo>
                  <a:pt x="3973639" y="5523929"/>
                  <a:pt x="4261677" y="5235891"/>
                  <a:pt x="4616990" y="5235891"/>
                </a:cubicBezTo>
                <a:close/>
                <a:moveTo>
                  <a:pt x="3311366" y="5235891"/>
                </a:moveTo>
                <a:cubicBezTo>
                  <a:pt x="3666679" y="5235891"/>
                  <a:pt x="3954717" y="5523929"/>
                  <a:pt x="3954717" y="5879242"/>
                </a:cubicBezTo>
                <a:cubicBezTo>
                  <a:pt x="3954717" y="6234555"/>
                  <a:pt x="3666679" y="6522593"/>
                  <a:pt x="3311366" y="6522593"/>
                </a:cubicBezTo>
                <a:cubicBezTo>
                  <a:pt x="2956053" y="6522593"/>
                  <a:pt x="2668015" y="6234555"/>
                  <a:pt x="2668015" y="5879242"/>
                </a:cubicBezTo>
                <a:cubicBezTo>
                  <a:pt x="2668015" y="5523929"/>
                  <a:pt x="2956053" y="5235891"/>
                  <a:pt x="3311366" y="5235891"/>
                </a:cubicBezTo>
                <a:close/>
                <a:moveTo>
                  <a:pt x="2005741" y="5235891"/>
                </a:moveTo>
                <a:cubicBezTo>
                  <a:pt x="2361054" y="5235891"/>
                  <a:pt x="2649092" y="5523929"/>
                  <a:pt x="2649092" y="5879242"/>
                </a:cubicBezTo>
                <a:cubicBezTo>
                  <a:pt x="2649092" y="6234555"/>
                  <a:pt x="2361054" y="6522593"/>
                  <a:pt x="2005741" y="6522593"/>
                </a:cubicBezTo>
                <a:cubicBezTo>
                  <a:pt x="1650428" y="6522593"/>
                  <a:pt x="1362390" y="6234555"/>
                  <a:pt x="1362390" y="5879242"/>
                </a:cubicBezTo>
                <a:cubicBezTo>
                  <a:pt x="1362390" y="5523929"/>
                  <a:pt x="1650428" y="5235891"/>
                  <a:pt x="2005741" y="5235891"/>
                </a:cubicBezTo>
                <a:close/>
                <a:moveTo>
                  <a:pt x="700117" y="5235891"/>
                </a:moveTo>
                <a:cubicBezTo>
                  <a:pt x="1055430" y="5235891"/>
                  <a:pt x="1343468" y="5523929"/>
                  <a:pt x="1343468" y="5879242"/>
                </a:cubicBezTo>
                <a:cubicBezTo>
                  <a:pt x="1343468" y="6234555"/>
                  <a:pt x="1055430" y="6522593"/>
                  <a:pt x="700117" y="6522593"/>
                </a:cubicBezTo>
                <a:cubicBezTo>
                  <a:pt x="344804" y="6522593"/>
                  <a:pt x="56766" y="6234555"/>
                  <a:pt x="56766" y="5879242"/>
                </a:cubicBezTo>
                <a:cubicBezTo>
                  <a:pt x="56766" y="5523929"/>
                  <a:pt x="344804" y="5235891"/>
                  <a:pt x="700117" y="5235891"/>
                </a:cubicBezTo>
                <a:close/>
                <a:moveTo>
                  <a:pt x="5903693" y="3934399"/>
                </a:moveTo>
                <a:cubicBezTo>
                  <a:pt x="6259006" y="3934399"/>
                  <a:pt x="6547044" y="4222437"/>
                  <a:pt x="6547044" y="4577750"/>
                </a:cubicBezTo>
                <a:cubicBezTo>
                  <a:pt x="6547044" y="4933063"/>
                  <a:pt x="6259006" y="5221101"/>
                  <a:pt x="5903693" y="5221101"/>
                </a:cubicBezTo>
                <a:cubicBezTo>
                  <a:pt x="5548380" y="5221101"/>
                  <a:pt x="5260342" y="4933063"/>
                  <a:pt x="5260342" y="4577750"/>
                </a:cubicBezTo>
                <a:cubicBezTo>
                  <a:pt x="5260342" y="4222437"/>
                  <a:pt x="5548380" y="3934399"/>
                  <a:pt x="5903693" y="3934399"/>
                </a:cubicBezTo>
                <a:close/>
                <a:moveTo>
                  <a:pt x="4598068" y="3934399"/>
                </a:moveTo>
                <a:cubicBezTo>
                  <a:pt x="4953381" y="3934399"/>
                  <a:pt x="5241419" y="4222437"/>
                  <a:pt x="5241419" y="4577750"/>
                </a:cubicBezTo>
                <a:cubicBezTo>
                  <a:pt x="5241419" y="4933063"/>
                  <a:pt x="4953381" y="5221101"/>
                  <a:pt x="4598068" y="5221101"/>
                </a:cubicBezTo>
                <a:cubicBezTo>
                  <a:pt x="4242755" y="5221101"/>
                  <a:pt x="3954717" y="4933063"/>
                  <a:pt x="3954717" y="4577750"/>
                </a:cubicBezTo>
                <a:cubicBezTo>
                  <a:pt x="3954717" y="4222437"/>
                  <a:pt x="4242755" y="3934399"/>
                  <a:pt x="4598068" y="3934399"/>
                </a:cubicBezTo>
                <a:close/>
                <a:moveTo>
                  <a:pt x="3292444" y="3934399"/>
                </a:moveTo>
                <a:cubicBezTo>
                  <a:pt x="3647757" y="3934399"/>
                  <a:pt x="3935795" y="4222437"/>
                  <a:pt x="3935795" y="4577750"/>
                </a:cubicBezTo>
                <a:cubicBezTo>
                  <a:pt x="3935795" y="4933063"/>
                  <a:pt x="3647757" y="5221101"/>
                  <a:pt x="3292444" y="5221101"/>
                </a:cubicBezTo>
                <a:cubicBezTo>
                  <a:pt x="2937131" y="5221101"/>
                  <a:pt x="2649093" y="4933063"/>
                  <a:pt x="2649093" y="4577750"/>
                </a:cubicBezTo>
                <a:cubicBezTo>
                  <a:pt x="2649093" y="4222437"/>
                  <a:pt x="2937131" y="3934399"/>
                  <a:pt x="3292444" y="3934399"/>
                </a:cubicBezTo>
                <a:close/>
                <a:moveTo>
                  <a:pt x="1986819" y="3934399"/>
                </a:moveTo>
                <a:cubicBezTo>
                  <a:pt x="2342132" y="3934399"/>
                  <a:pt x="2630170" y="4222437"/>
                  <a:pt x="2630170" y="4577750"/>
                </a:cubicBezTo>
                <a:cubicBezTo>
                  <a:pt x="2630170" y="4933063"/>
                  <a:pt x="2342132" y="5221101"/>
                  <a:pt x="1986819" y="5221101"/>
                </a:cubicBezTo>
                <a:cubicBezTo>
                  <a:pt x="1631506" y="5221101"/>
                  <a:pt x="1343468" y="4933063"/>
                  <a:pt x="1343468" y="4577750"/>
                </a:cubicBezTo>
                <a:cubicBezTo>
                  <a:pt x="1343468" y="4222437"/>
                  <a:pt x="1631506" y="3934399"/>
                  <a:pt x="1986819" y="3934399"/>
                </a:cubicBezTo>
                <a:close/>
                <a:moveTo>
                  <a:pt x="681195" y="3934399"/>
                </a:moveTo>
                <a:cubicBezTo>
                  <a:pt x="1036508" y="3934399"/>
                  <a:pt x="1324546" y="4222437"/>
                  <a:pt x="1324546" y="4577750"/>
                </a:cubicBezTo>
                <a:cubicBezTo>
                  <a:pt x="1324546" y="4933063"/>
                  <a:pt x="1036508" y="5221101"/>
                  <a:pt x="681195" y="5221101"/>
                </a:cubicBezTo>
                <a:cubicBezTo>
                  <a:pt x="325882" y="5221101"/>
                  <a:pt x="37844" y="4933063"/>
                  <a:pt x="37844" y="4577750"/>
                </a:cubicBezTo>
                <a:cubicBezTo>
                  <a:pt x="37844" y="4222437"/>
                  <a:pt x="325882" y="3934399"/>
                  <a:pt x="681195" y="3934399"/>
                </a:cubicBezTo>
                <a:close/>
                <a:moveTo>
                  <a:pt x="5903693" y="2614252"/>
                </a:moveTo>
                <a:cubicBezTo>
                  <a:pt x="6259006" y="2614252"/>
                  <a:pt x="6547044" y="2902289"/>
                  <a:pt x="6547044" y="3257601"/>
                </a:cubicBezTo>
                <a:cubicBezTo>
                  <a:pt x="6547044" y="3612914"/>
                  <a:pt x="6259006" y="3900952"/>
                  <a:pt x="5903693" y="3900952"/>
                </a:cubicBezTo>
                <a:cubicBezTo>
                  <a:pt x="5548380" y="3900952"/>
                  <a:pt x="5260342" y="3612914"/>
                  <a:pt x="5260342" y="3257601"/>
                </a:cubicBezTo>
                <a:cubicBezTo>
                  <a:pt x="5260342" y="2902289"/>
                  <a:pt x="5548380" y="2614252"/>
                  <a:pt x="5903693" y="2614252"/>
                </a:cubicBezTo>
                <a:close/>
                <a:moveTo>
                  <a:pt x="4598068" y="2614252"/>
                </a:moveTo>
                <a:cubicBezTo>
                  <a:pt x="4953381" y="2614252"/>
                  <a:pt x="5241419" y="2902289"/>
                  <a:pt x="5241419" y="3257601"/>
                </a:cubicBezTo>
                <a:cubicBezTo>
                  <a:pt x="5241419" y="3612914"/>
                  <a:pt x="4953381" y="3900952"/>
                  <a:pt x="4598068" y="3900952"/>
                </a:cubicBezTo>
                <a:cubicBezTo>
                  <a:pt x="4242755" y="3900952"/>
                  <a:pt x="3954717" y="3612914"/>
                  <a:pt x="3954717" y="3257601"/>
                </a:cubicBezTo>
                <a:cubicBezTo>
                  <a:pt x="3954717" y="2902289"/>
                  <a:pt x="4242755" y="2614252"/>
                  <a:pt x="4598068" y="2614252"/>
                </a:cubicBezTo>
                <a:close/>
                <a:moveTo>
                  <a:pt x="3292444" y="2614252"/>
                </a:moveTo>
                <a:cubicBezTo>
                  <a:pt x="3647757" y="2614252"/>
                  <a:pt x="3935795" y="2902289"/>
                  <a:pt x="3935795" y="3257601"/>
                </a:cubicBezTo>
                <a:cubicBezTo>
                  <a:pt x="3935795" y="3612914"/>
                  <a:pt x="3647757" y="3900952"/>
                  <a:pt x="3292444" y="3900952"/>
                </a:cubicBezTo>
                <a:cubicBezTo>
                  <a:pt x="2937131" y="3900952"/>
                  <a:pt x="2649093" y="3612914"/>
                  <a:pt x="2649093" y="3257601"/>
                </a:cubicBezTo>
                <a:cubicBezTo>
                  <a:pt x="2649093" y="2902289"/>
                  <a:pt x="2937131" y="2614252"/>
                  <a:pt x="3292444" y="2614252"/>
                </a:cubicBezTo>
                <a:close/>
                <a:moveTo>
                  <a:pt x="1986819" y="2614252"/>
                </a:moveTo>
                <a:cubicBezTo>
                  <a:pt x="2342132" y="2614252"/>
                  <a:pt x="2630170" y="2902289"/>
                  <a:pt x="2630170" y="3257601"/>
                </a:cubicBezTo>
                <a:cubicBezTo>
                  <a:pt x="2630170" y="3612914"/>
                  <a:pt x="2342132" y="3900952"/>
                  <a:pt x="1986819" y="3900952"/>
                </a:cubicBezTo>
                <a:cubicBezTo>
                  <a:pt x="1631506" y="3900952"/>
                  <a:pt x="1343468" y="3612914"/>
                  <a:pt x="1343468" y="3257601"/>
                </a:cubicBezTo>
                <a:cubicBezTo>
                  <a:pt x="1343468" y="2902289"/>
                  <a:pt x="1631506" y="2614252"/>
                  <a:pt x="1986819" y="2614252"/>
                </a:cubicBezTo>
                <a:close/>
                <a:moveTo>
                  <a:pt x="681195" y="2614252"/>
                </a:moveTo>
                <a:cubicBezTo>
                  <a:pt x="1036508" y="2614252"/>
                  <a:pt x="1324546" y="2902289"/>
                  <a:pt x="1324546" y="3257601"/>
                </a:cubicBezTo>
                <a:cubicBezTo>
                  <a:pt x="1324546" y="3612914"/>
                  <a:pt x="1036508" y="3900952"/>
                  <a:pt x="681195" y="3900952"/>
                </a:cubicBezTo>
                <a:cubicBezTo>
                  <a:pt x="325882" y="3900952"/>
                  <a:pt x="37844" y="3612914"/>
                  <a:pt x="37844" y="3257601"/>
                </a:cubicBezTo>
                <a:cubicBezTo>
                  <a:pt x="37844" y="2902289"/>
                  <a:pt x="325882" y="2614252"/>
                  <a:pt x="681195" y="2614252"/>
                </a:cubicBezTo>
                <a:close/>
                <a:moveTo>
                  <a:pt x="5884771" y="1307126"/>
                </a:moveTo>
                <a:cubicBezTo>
                  <a:pt x="6240084" y="1307126"/>
                  <a:pt x="6528122" y="1595164"/>
                  <a:pt x="6528122" y="1950476"/>
                </a:cubicBezTo>
                <a:cubicBezTo>
                  <a:pt x="6528122" y="2305790"/>
                  <a:pt x="6240084" y="2593830"/>
                  <a:pt x="5884771" y="2593830"/>
                </a:cubicBezTo>
                <a:cubicBezTo>
                  <a:pt x="5529458" y="2593830"/>
                  <a:pt x="5241420" y="2305790"/>
                  <a:pt x="5241420" y="1950476"/>
                </a:cubicBezTo>
                <a:cubicBezTo>
                  <a:pt x="5241420" y="1595164"/>
                  <a:pt x="5529458" y="1307126"/>
                  <a:pt x="5884771" y="1307126"/>
                </a:cubicBezTo>
                <a:close/>
                <a:moveTo>
                  <a:pt x="4579146" y="1307126"/>
                </a:moveTo>
                <a:cubicBezTo>
                  <a:pt x="4934459" y="1307126"/>
                  <a:pt x="5222497" y="1595164"/>
                  <a:pt x="5222497" y="1950476"/>
                </a:cubicBezTo>
                <a:cubicBezTo>
                  <a:pt x="5222497" y="2305790"/>
                  <a:pt x="4934459" y="2593830"/>
                  <a:pt x="4579146" y="2593830"/>
                </a:cubicBezTo>
                <a:cubicBezTo>
                  <a:pt x="4223833" y="2593830"/>
                  <a:pt x="3935795" y="2305790"/>
                  <a:pt x="3935795" y="1950476"/>
                </a:cubicBezTo>
                <a:cubicBezTo>
                  <a:pt x="3935795" y="1595164"/>
                  <a:pt x="4223833" y="1307126"/>
                  <a:pt x="4579146" y="1307126"/>
                </a:cubicBezTo>
                <a:close/>
                <a:moveTo>
                  <a:pt x="3273522" y="1307126"/>
                </a:moveTo>
                <a:cubicBezTo>
                  <a:pt x="3628835" y="1307126"/>
                  <a:pt x="3916873" y="1595164"/>
                  <a:pt x="3916873" y="1950476"/>
                </a:cubicBezTo>
                <a:cubicBezTo>
                  <a:pt x="3916873" y="2305790"/>
                  <a:pt x="3628835" y="2593828"/>
                  <a:pt x="3273522" y="2593828"/>
                </a:cubicBezTo>
                <a:cubicBezTo>
                  <a:pt x="2918209" y="2593828"/>
                  <a:pt x="2630171" y="2305790"/>
                  <a:pt x="2630171" y="1950476"/>
                </a:cubicBezTo>
                <a:cubicBezTo>
                  <a:pt x="2630171" y="1595164"/>
                  <a:pt x="2918209" y="1307126"/>
                  <a:pt x="3273522" y="1307126"/>
                </a:cubicBezTo>
                <a:close/>
                <a:moveTo>
                  <a:pt x="1967897" y="1307126"/>
                </a:moveTo>
                <a:cubicBezTo>
                  <a:pt x="2323210" y="1307126"/>
                  <a:pt x="2611248" y="1595164"/>
                  <a:pt x="2611248" y="1950476"/>
                </a:cubicBezTo>
                <a:cubicBezTo>
                  <a:pt x="2611248" y="2305790"/>
                  <a:pt x="2323210" y="2593828"/>
                  <a:pt x="1967897" y="2593828"/>
                </a:cubicBezTo>
                <a:cubicBezTo>
                  <a:pt x="1612584" y="2593828"/>
                  <a:pt x="1324546" y="2305790"/>
                  <a:pt x="1324546" y="1950476"/>
                </a:cubicBezTo>
                <a:cubicBezTo>
                  <a:pt x="1324546" y="1595164"/>
                  <a:pt x="1612584" y="1307126"/>
                  <a:pt x="1967897" y="1307126"/>
                </a:cubicBezTo>
                <a:close/>
                <a:moveTo>
                  <a:pt x="662273" y="1307126"/>
                </a:moveTo>
                <a:cubicBezTo>
                  <a:pt x="1017586" y="1307126"/>
                  <a:pt x="1305624" y="1595164"/>
                  <a:pt x="1305624" y="1950476"/>
                </a:cubicBezTo>
                <a:cubicBezTo>
                  <a:pt x="1305624" y="2305789"/>
                  <a:pt x="1017586" y="2593828"/>
                  <a:pt x="662273" y="2593828"/>
                </a:cubicBezTo>
                <a:cubicBezTo>
                  <a:pt x="306960" y="2593828"/>
                  <a:pt x="18922" y="2305789"/>
                  <a:pt x="18922" y="1950476"/>
                </a:cubicBezTo>
                <a:cubicBezTo>
                  <a:pt x="18922" y="1595164"/>
                  <a:pt x="306960" y="1307126"/>
                  <a:pt x="662273" y="1307126"/>
                </a:cubicBezTo>
                <a:close/>
                <a:moveTo>
                  <a:pt x="5865849" y="0"/>
                </a:moveTo>
                <a:cubicBezTo>
                  <a:pt x="6221162" y="0"/>
                  <a:pt x="6509200" y="288038"/>
                  <a:pt x="6509200" y="643351"/>
                </a:cubicBezTo>
                <a:cubicBezTo>
                  <a:pt x="6509200" y="998665"/>
                  <a:pt x="6221162" y="1286703"/>
                  <a:pt x="5865849" y="1286703"/>
                </a:cubicBezTo>
                <a:cubicBezTo>
                  <a:pt x="5510536" y="1286703"/>
                  <a:pt x="5222498" y="998665"/>
                  <a:pt x="5222498" y="643351"/>
                </a:cubicBezTo>
                <a:cubicBezTo>
                  <a:pt x="5222498" y="288038"/>
                  <a:pt x="5510536" y="0"/>
                  <a:pt x="5865849" y="0"/>
                </a:cubicBezTo>
                <a:close/>
                <a:moveTo>
                  <a:pt x="4560224" y="0"/>
                </a:moveTo>
                <a:cubicBezTo>
                  <a:pt x="4915537" y="0"/>
                  <a:pt x="5203575" y="288038"/>
                  <a:pt x="5203575" y="643351"/>
                </a:cubicBezTo>
                <a:cubicBezTo>
                  <a:pt x="5203575" y="998664"/>
                  <a:pt x="4915537" y="1286703"/>
                  <a:pt x="4560224" y="1286703"/>
                </a:cubicBezTo>
                <a:cubicBezTo>
                  <a:pt x="4204911" y="1286703"/>
                  <a:pt x="3916873" y="998664"/>
                  <a:pt x="3916873" y="643351"/>
                </a:cubicBezTo>
                <a:cubicBezTo>
                  <a:pt x="3916873" y="288038"/>
                  <a:pt x="4204911" y="0"/>
                  <a:pt x="4560224" y="0"/>
                </a:cubicBezTo>
                <a:close/>
                <a:moveTo>
                  <a:pt x="3254600" y="0"/>
                </a:moveTo>
                <a:cubicBezTo>
                  <a:pt x="3609913" y="0"/>
                  <a:pt x="3897951" y="288038"/>
                  <a:pt x="3897951" y="643351"/>
                </a:cubicBezTo>
                <a:cubicBezTo>
                  <a:pt x="3897951" y="998664"/>
                  <a:pt x="3609913" y="1286703"/>
                  <a:pt x="3254600" y="1286703"/>
                </a:cubicBezTo>
                <a:cubicBezTo>
                  <a:pt x="2899287" y="1286703"/>
                  <a:pt x="2611249" y="998664"/>
                  <a:pt x="2611249" y="643351"/>
                </a:cubicBezTo>
                <a:cubicBezTo>
                  <a:pt x="2611249" y="288038"/>
                  <a:pt x="2899287" y="0"/>
                  <a:pt x="3254600" y="0"/>
                </a:cubicBezTo>
                <a:close/>
                <a:moveTo>
                  <a:pt x="1948975" y="0"/>
                </a:moveTo>
                <a:cubicBezTo>
                  <a:pt x="2304288" y="0"/>
                  <a:pt x="2592326" y="288038"/>
                  <a:pt x="2592326" y="643351"/>
                </a:cubicBezTo>
                <a:cubicBezTo>
                  <a:pt x="2592326" y="998664"/>
                  <a:pt x="2304288" y="1286703"/>
                  <a:pt x="1948975" y="1286703"/>
                </a:cubicBezTo>
                <a:cubicBezTo>
                  <a:pt x="1593662" y="1286703"/>
                  <a:pt x="1305624" y="998664"/>
                  <a:pt x="1305624" y="643351"/>
                </a:cubicBezTo>
                <a:cubicBezTo>
                  <a:pt x="1305624" y="288038"/>
                  <a:pt x="1593662" y="0"/>
                  <a:pt x="1948975" y="0"/>
                </a:cubicBezTo>
                <a:close/>
                <a:moveTo>
                  <a:pt x="643351" y="0"/>
                </a:moveTo>
                <a:cubicBezTo>
                  <a:pt x="998664" y="0"/>
                  <a:pt x="1286702" y="288038"/>
                  <a:pt x="1286702" y="643351"/>
                </a:cubicBezTo>
                <a:cubicBezTo>
                  <a:pt x="1286702" y="998664"/>
                  <a:pt x="998664" y="1286702"/>
                  <a:pt x="643351" y="1286702"/>
                </a:cubicBezTo>
                <a:cubicBezTo>
                  <a:pt x="288038" y="1286702"/>
                  <a:pt x="0" y="998664"/>
                  <a:pt x="0" y="643351"/>
                </a:cubicBezTo>
                <a:cubicBezTo>
                  <a:pt x="0" y="288038"/>
                  <a:pt x="288038" y="0"/>
                  <a:pt x="643351" y="0"/>
                </a:cubicBezTo>
                <a:close/>
              </a:path>
            </a:pathLst>
          </a:custGeom>
          <a:solidFill>
            <a:schemeClr val="tx2"/>
          </a:solidFill>
        </p:spPr>
        <p:txBody>
          <a:bodyPr wrap="square">
            <a:noAutofit/>
          </a:bodyPr>
          <a:lstStyle/>
          <a:p>
            <a:endParaRPr lang="en-US"/>
          </a:p>
        </p:txBody>
      </p:sp>
      <p:sp>
        <p:nvSpPr>
          <p:cNvPr id="2" name="Footer Placeholder 4">
            <a:extLst>
              <a:ext uri="{FF2B5EF4-FFF2-40B4-BE49-F238E27FC236}">
                <a16:creationId xmlns:a16="http://schemas.microsoft.com/office/drawing/2014/main" id="{895540EA-12FF-27D1-8874-59DF527E1DBC}"/>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1035126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1">
    <p:spTree>
      <p:nvGrpSpPr>
        <p:cNvPr id="1" name=""/>
        <p:cNvGrpSpPr/>
        <p:nvPr/>
      </p:nvGrpSpPr>
      <p:grpSpPr>
        <a:xfrm>
          <a:off x="0" y="0"/>
          <a:ext cx="0" cy="0"/>
          <a:chOff x="0" y="0"/>
          <a:chExt cx="0" cy="0"/>
        </a:xfrm>
      </p:grpSpPr>
      <p:cxnSp>
        <p:nvCxnSpPr>
          <p:cNvPr id="2" name="Straight Connector 1">
            <a:extLst>
              <a:ext uri="{FF2B5EF4-FFF2-40B4-BE49-F238E27FC236}">
                <a16:creationId xmlns:a16="http://schemas.microsoft.com/office/drawing/2014/main" id="{46971ADB-BAF7-5013-4A10-A467EF15AD2E}"/>
              </a:ext>
            </a:extLst>
          </p:cNvPr>
          <p:cNvCxnSpPr>
            <a:cxnSpLocks/>
          </p:cNvCxnSpPr>
          <p:nvPr userDrawn="1"/>
        </p:nvCxnSpPr>
        <p:spPr>
          <a:xfrm>
            <a:off x="6786373" y="-4517"/>
            <a:ext cx="0" cy="6858000"/>
          </a:xfrm>
          <a:prstGeom prst="line">
            <a:avLst/>
          </a:prstGeom>
          <a:ln w="12700">
            <a:solidFill>
              <a:schemeClr val="accent3"/>
            </a:solidFill>
          </a:ln>
        </p:spPr>
        <p:style>
          <a:lnRef idx="2">
            <a:schemeClr val="dk1"/>
          </a:lnRef>
          <a:fillRef idx="0">
            <a:schemeClr val="dk1"/>
          </a:fillRef>
          <a:effectRef idx="1">
            <a:schemeClr val="dk1"/>
          </a:effectRef>
          <a:fontRef idx="minor">
            <a:schemeClr val="tx1"/>
          </a:fontRef>
        </p:style>
      </p:cxnSp>
      <p:sp>
        <p:nvSpPr>
          <p:cNvPr id="5" name="Rectangle 4">
            <a:extLst>
              <a:ext uri="{FF2B5EF4-FFF2-40B4-BE49-F238E27FC236}">
                <a16:creationId xmlns:a16="http://schemas.microsoft.com/office/drawing/2014/main" id="{CCDAE18D-974C-F70F-CFCD-3A25CF010F3D}"/>
              </a:ext>
            </a:extLst>
          </p:cNvPr>
          <p:cNvSpPr/>
          <p:nvPr userDrawn="1"/>
        </p:nvSpPr>
        <p:spPr>
          <a:xfrm>
            <a:off x="-1" y="0"/>
            <a:ext cx="6095993" cy="6853484"/>
          </a:xfrm>
          <a:prstGeom prst="rect">
            <a:avLst/>
          </a:prstGeom>
          <a:solidFill>
            <a:schemeClr val="tx2"/>
          </a:solidFill>
          <a:ln w="12748" cap="flat">
            <a:noFill/>
            <a:prstDash val="solid"/>
            <a:miter/>
          </a:ln>
        </p:spPr>
        <p:txBody>
          <a:bodyPr wrap="square" rtlCol="0" anchor="ctr">
            <a:noAutofit/>
          </a:bodyPr>
          <a:lstStyle/>
          <a:p>
            <a:pPr algn="ctr"/>
            <a:endParaRPr lang="en-US">
              <a:solidFill>
                <a:schemeClr val="bg1"/>
              </a:solidFill>
            </a:endParaRPr>
          </a:p>
        </p:txBody>
      </p:sp>
      <p:sp>
        <p:nvSpPr>
          <p:cNvPr id="6" name="Title 6">
            <a:extLst>
              <a:ext uri="{FF2B5EF4-FFF2-40B4-BE49-F238E27FC236}">
                <a16:creationId xmlns:a16="http://schemas.microsoft.com/office/drawing/2014/main" id="{FFC90E52-4CCA-12D6-5B74-BA59F8EEFBAF}"/>
              </a:ext>
            </a:extLst>
          </p:cNvPr>
          <p:cNvSpPr>
            <a:spLocks noGrp="1"/>
          </p:cNvSpPr>
          <p:nvPr>
            <p:ph type="title" hasCustomPrompt="1"/>
          </p:nvPr>
        </p:nvSpPr>
        <p:spPr>
          <a:xfrm>
            <a:off x="479427" y="788705"/>
            <a:ext cx="5098396" cy="457200"/>
          </a:xfrm>
          <a:prstGeom prst="rect">
            <a:avLst/>
          </a:prstGeom>
        </p:spPr>
        <p:txBody>
          <a:bodyPr lIns="0" tIns="0" rIns="0" bIns="0"/>
          <a:lstStyle>
            <a:lvl1pPr>
              <a:lnSpc>
                <a:spcPct val="85000"/>
              </a:lnSpc>
              <a:spcAft>
                <a:spcPts val="600"/>
              </a:spcAft>
              <a:defRPr sz="3200" b="1">
                <a:solidFill>
                  <a:schemeClr val="bg1"/>
                </a:solidFill>
              </a:defRPr>
            </a:lvl1pPr>
          </a:lstStyle>
          <a:p>
            <a:r>
              <a:rPr lang="en-US"/>
              <a:t>Slide title goes here</a:t>
            </a:r>
            <a:endParaRPr lang="en-GB"/>
          </a:p>
        </p:txBody>
      </p:sp>
      <p:sp>
        <p:nvSpPr>
          <p:cNvPr id="9" name="Picture Placeholder 20">
            <a:extLst>
              <a:ext uri="{FF2B5EF4-FFF2-40B4-BE49-F238E27FC236}">
                <a16:creationId xmlns:a16="http://schemas.microsoft.com/office/drawing/2014/main" id="{6480EC74-1DB9-84EF-29B4-EE75D9469A7B}"/>
              </a:ext>
            </a:extLst>
          </p:cNvPr>
          <p:cNvSpPr>
            <a:spLocks noGrp="1"/>
          </p:cNvSpPr>
          <p:nvPr>
            <p:ph type="pic" sz="quarter" idx="17"/>
          </p:nvPr>
        </p:nvSpPr>
        <p:spPr>
          <a:xfrm>
            <a:off x="446376" y="1515991"/>
            <a:ext cx="5131446" cy="4948761"/>
          </a:xfrm>
          <a:prstGeom prst="rect">
            <a:avLst/>
          </a:prstGeom>
        </p:spPr>
        <p:txBody>
          <a:bodyPr/>
          <a:lstStyle/>
          <a:p>
            <a:endParaRPr lang="en-US"/>
          </a:p>
        </p:txBody>
      </p:sp>
      <p:sp>
        <p:nvSpPr>
          <p:cNvPr id="10" name="Text Placeholder 9">
            <a:extLst>
              <a:ext uri="{FF2B5EF4-FFF2-40B4-BE49-F238E27FC236}">
                <a16:creationId xmlns:a16="http://schemas.microsoft.com/office/drawing/2014/main" id="{6E3F2CDB-46FD-B1FD-2236-9C8BC26AB98C}"/>
              </a:ext>
            </a:extLst>
          </p:cNvPr>
          <p:cNvSpPr>
            <a:spLocks noGrp="1"/>
          </p:cNvSpPr>
          <p:nvPr>
            <p:ph type="body" sz="quarter" idx="44" hasCustomPrompt="1"/>
          </p:nvPr>
        </p:nvSpPr>
        <p:spPr>
          <a:xfrm>
            <a:off x="479424" y="489600"/>
            <a:ext cx="5098396"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1" name="Text Placeholder 8">
            <a:extLst>
              <a:ext uri="{FF2B5EF4-FFF2-40B4-BE49-F238E27FC236}">
                <a16:creationId xmlns:a16="http://schemas.microsoft.com/office/drawing/2014/main" id="{66874B55-33F2-21F7-D775-48249144D530}"/>
              </a:ext>
            </a:extLst>
          </p:cNvPr>
          <p:cNvSpPr>
            <a:spLocks noGrp="1"/>
          </p:cNvSpPr>
          <p:nvPr>
            <p:ph type="body" sz="quarter" idx="45" hasCustomPrompt="1"/>
          </p:nvPr>
        </p:nvSpPr>
        <p:spPr>
          <a:xfrm>
            <a:off x="6591946" y="1515991"/>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rgbClr val="3366FF"/>
              </a:buClr>
              <a:buSzPct val="100000"/>
              <a:tabLst/>
              <a:defRPr sz="1800" b="1">
                <a:solidFill>
                  <a:schemeClr val="bg1"/>
                </a:solidFill>
              </a:defRPr>
            </a:lvl1pPr>
          </a:lstStyle>
          <a:p>
            <a:pPr lvl="0"/>
            <a:r>
              <a:rPr lang="en-US"/>
              <a:t>First agenda item</a:t>
            </a:r>
          </a:p>
        </p:txBody>
      </p:sp>
      <p:sp>
        <p:nvSpPr>
          <p:cNvPr id="12" name="Text Placeholder 9">
            <a:extLst>
              <a:ext uri="{FF2B5EF4-FFF2-40B4-BE49-F238E27FC236}">
                <a16:creationId xmlns:a16="http://schemas.microsoft.com/office/drawing/2014/main" id="{35C656E0-B0E9-260A-3FD2-8E31CFB9B114}"/>
              </a:ext>
            </a:extLst>
          </p:cNvPr>
          <p:cNvSpPr>
            <a:spLocks noGrp="1"/>
          </p:cNvSpPr>
          <p:nvPr>
            <p:ph type="body" sz="quarter" idx="46" hasCustomPrompt="1"/>
          </p:nvPr>
        </p:nvSpPr>
        <p:spPr>
          <a:xfrm>
            <a:off x="6591946" y="2227838"/>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rgbClr val="3366FF"/>
              </a:buClr>
              <a:buSzPct val="100000"/>
              <a:tabLst/>
              <a:defRPr sz="1800" b="1">
                <a:solidFill>
                  <a:schemeClr val="bg1"/>
                </a:solidFill>
              </a:defRPr>
            </a:lvl1pPr>
          </a:lstStyle>
          <a:p>
            <a:pPr lvl="0"/>
            <a:r>
              <a:rPr lang="en-US"/>
              <a:t>Second agenda item</a:t>
            </a:r>
          </a:p>
        </p:txBody>
      </p:sp>
      <p:sp>
        <p:nvSpPr>
          <p:cNvPr id="13" name="Text Placeholder 10">
            <a:extLst>
              <a:ext uri="{FF2B5EF4-FFF2-40B4-BE49-F238E27FC236}">
                <a16:creationId xmlns:a16="http://schemas.microsoft.com/office/drawing/2014/main" id="{835F2869-962E-47A3-D8AF-B733AD28953F}"/>
              </a:ext>
            </a:extLst>
          </p:cNvPr>
          <p:cNvSpPr>
            <a:spLocks noGrp="1"/>
          </p:cNvSpPr>
          <p:nvPr>
            <p:ph type="body" sz="quarter" idx="47" hasCustomPrompt="1"/>
          </p:nvPr>
        </p:nvSpPr>
        <p:spPr>
          <a:xfrm>
            <a:off x="6591946" y="2939685"/>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rgbClr val="3366FF"/>
              </a:buClr>
              <a:buSzPct val="100000"/>
              <a:tabLst/>
              <a:defRPr sz="1800" b="1">
                <a:solidFill>
                  <a:schemeClr val="bg1"/>
                </a:solidFill>
              </a:defRPr>
            </a:lvl1pPr>
          </a:lstStyle>
          <a:p>
            <a:pPr lvl="0"/>
            <a:r>
              <a:rPr lang="en-US"/>
              <a:t>Third agenda item</a:t>
            </a:r>
          </a:p>
        </p:txBody>
      </p:sp>
      <p:sp>
        <p:nvSpPr>
          <p:cNvPr id="15" name="Text Placeholder 11">
            <a:extLst>
              <a:ext uri="{FF2B5EF4-FFF2-40B4-BE49-F238E27FC236}">
                <a16:creationId xmlns:a16="http://schemas.microsoft.com/office/drawing/2014/main" id="{98439B3D-7AD0-D929-6B36-A873FC79F67D}"/>
              </a:ext>
            </a:extLst>
          </p:cNvPr>
          <p:cNvSpPr>
            <a:spLocks noGrp="1"/>
          </p:cNvSpPr>
          <p:nvPr>
            <p:ph type="body" sz="quarter" idx="48" hasCustomPrompt="1"/>
          </p:nvPr>
        </p:nvSpPr>
        <p:spPr>
          <a:xfrm>
            <a:off x="6591946" y="3651532"/>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rgbClr val="3366FF"/>
              </a:buClr>
              <a:buSzPct val="100000"/>
              <a:tabLst/>
              <a:defRPr sz="1800" b="1">
                <a:solidFill>
                  <a:schemeClr val="bg1"/>
                </a:solidFill>
              </a:defRPr>
            </a:lvl1pPr>
          </a:lstStyle>
          <a:p>
            <a:pPr lvl="0"/>
            <a:r>
              <a:rPr lang="en-US"/>
              <a:t>Fourth agenda item</a:t>
            </a:r>
          </a:p>
        </p:txBody>
      </p:sp>
      <p:sp>
        <p:nvSpPr>
          <p:cNvPr id="16" name="Text Placeholder 12">
            <a:extLst>
              <a:ext uri="{FF2B5EF4-FFF2-40B4-BE49-F238E27FC236}">
                <a16:creationId xmlns:a16="http://schemas.microsoft.com/office/drawing/2014/main" id="{5AADF5DE-A8B2-51DA-4F60-6E57A4A7FD02}"/>
              </a:ext>
            </a:extLst>
          </p:cNvPr>
          <p:cNvSpPr>
            <a:spLocks noGrp="1"/>
          </p:cNvSpPr>
          <p:nvPr>
            <p:ph type="body" sz="quarter" idx="49" hasCustomPrompt="1"/>
          </p:nvPr>
        </p:nvSpPr>
        <p:spPr>
          <a:xfrm>
            <a:off x="6591946" y="4363379"/>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rgbClr val="3366FF"/>
              </a:buClr>
              <a:buSzPct val="100000"/>
              <a:tabLst/>
              <a:defRPr sz="1800" b="1">
                <a:solidFill>
                  <a:schemeClr val="bg1"/>
                </a:solidFill>
              </a:defRPr>
            </a:lvl1pPr>
          </a:lstStyle>
          <a:p>
            <a:pPr lvl="0"/>
            <a:r>
              <a:rPr lang="en-US"/>
              <a:t>Fifth agenda item</a:t>
            </a:r>
          </a:p>
        </p:txBody>
      </p:sp>
      <p:sp>
        <p:nvSpPr>
          <p:cNvPr id="17" name="Text Placeholder 13">
            <a:extLst>
              <a:ext uri="{FF2B5EF4-FFF2-40B4-BE49-F238E27FC236}">
                <a16:creationId xmlns:a16="http://schemas.microsoft.com/office/drawing/2014/main" id="{8E40ADE1-F0BE-7B96-C7C3-A47BBA839866}"/>
              </a:ext>
            </a:extLst>
          </p:cNvPr>
          <p:cNvSpPr>
            <a:spLocks noGrp="1"/>
          </p:cNvSpPr>
          <p:nvPr>
            <p:ph type="body" sz="quarter" idx="50" hasCustomPrompt="1"/>
          </p:nvPr>
        </p:nvSpPr>
        <p:spPr>
          <a:xfrm>
            <a:off x="6591946" y="5075225"/>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rgbClr val="3366FF"/>
              </a:buClr>
              <a:buSzPct val="100000"/>
              <a:tabLst/>
              <a:defRPr sz="1800" b="1">
                <a:solidFill>
                  <a:schemeClr val="bg1"/>
                </a:solidFill>
              </a:defRPr>
            </a:lvl1pPr>
          </a:lstStyle>
          <a:p>
            <a:pPr lvl="0"/>
            <a:r>
              <a:rPr lang="en-US"/>
              <a:t>Sixth agenda item</a:t>
            </a:r>
          </a:p>
        </p:txBody>
      </p:sp>
      <p:pic>
        <p:nvPicPr>
          <p:cNvPr id="18" name="Graphic 17">
            <a:extLst>
              <a:ext uri="{FF2B5EF4-FFF2-40B4-BE49-F238E27FC236}">
                <a16:creationId xmlns:a16="http://schemas.microsoft.com/office/drawing/2014/main" id="{281C58D9-913E-70CB-2C30-22632856D7E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7" name="Slide Number Placeholder 1">
            <a:extLst>
              <a:ext uri="{FF2B5EF4-FFF2-40B4-BE49-F238E27FC236}">
                <a16:creationId xmlns:a16="http://schemas.microsoft.com/office/drawing/2014/main" id="{41E0072A-F2BF-BE7E-BEFC-5825293A413B}"/>
              </a:ext>
            </a:extLst>
          </p:cNvPr>
          <p:cNvSpPr>
            <a:spLocks noGrp="1"/>
          </p:cNvSpPr>
          <p:nvPr>
            <p:ph type="sldNum" sz="quarter" idx="12"/>
          </p:nvPr>
        </p:nvSpPr>
        <p:spPr>
          <a:xfrm>
            <a:off x="7045045" y="6339948"/>
            <a:ext cx="173038" cy="169200"/>
          </a:xfrm>
          <a:prstGeom prst="rect">
            <a:avLst/>
          </a:prstGeom>
        </p:spPr>
        <p:txBody>
          <a:bodyPr/>
          <a:lstStyle>
            <a:lvl1pPr>
              <a:spcAft>
                <a:spcPts val="600"/>
              </a:spcAft>
              <a:defRPr>
                <a:solidFill>
                  <a:schemeClr val="bg1"/>
                </a:solidFill>
              </a:defRPr>
            </a:lvl1pPr>
          </a:lstStyle>
          <a:p>
            <a:fld id="{E4C2AD82-1025-4508-97C1-6F7EE5C92734}" type="slidenum">
              <a:rPr lang="en-AU" smtClean="0"/>
              <a:pPr/>
              <a:t>‹#›</a:t>
            </a:fld>
            <a:endParaRPr lang="en-AU"/>
          </a:p>
        </p:txBody>
      </p:sp>
      <p:sp>
        <p:nvSpPr>
          <p:cNvPr id="8" name="Footer Placeholder 4">
            <a:extLst>
              <a:ext uri="{FF2B5EF4-FFF2-40B4-BE49-F238E27FC236}">
                <a16:creationId xmlns:a16="http://schemas.microsoft.com/office/drawing/2014/main" id="{BADF2135-949F-94B3-ECFE-48A39413A17F}"/>
              </a:ext>
            </a:extLst>
          </p:cNvPr>
          <p:cNvSpPr>
            <a:spLocks noGrp="1"/>
          </p:cNvSpPr>
          <p:nvPr>
            <p:ph type="ftr" sz="quarter" idx="3"/>
          </p:nvPr>
        </p:nvSpPr>
        <p:spPr>
          <a:xfrm>
            <a:off x="7333489" y="6339948"/>
            <a:ext cx="3293614" cy="16920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p>
        </p:txBody>
      </p:sp>
    </p:spTree>
    <p:extLst>
      <p:ext uri="{BB962C8B-B14F-4D97-AF65-F5344CB8AC3E}">
        <p14:creationId xmlns:p14="http://schemas.microsoft.com/office/powerpoint/2010/main" val="25989427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2">
    <p:spTree>
      <p:nvGrpSpPr>
        <p:cNvPr id="1" name=""/>
        <p:cNvGrpSpPr/>
        <p:nvPr/>
      </p:nvGrpSpPr>
      <p:grpSpPr>
        <a:xfrm>
          <a:off x="0" y="0"/>
          <a:ext cx="0" cy="0"/>
          <a:chOff x="0" y="0"/>
          <a:chExt cx="0" cy="0"/>
        </a:xfrm>
      </p:grpSpPr>
      <p:pic>
        <p:nvPicPr>
          <p:cNvPr id="18" name="Graphic 17">
            <a:extLst>
              <a:ext uri="{FF2B5EF4-FFF2-40B4-BE49-F238E27FC236}">
                <a16:creationId xmlns:a16="http://schemas.microsoft.com/office/drawing/2014/main" id="{281C58D9-913E-70CB-2C30-22632856D7E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4" name="Slide Number Placeholder 1">
            <a:extLst>
              <a:ext uri="{FF2B5EF4-FFF2-40B4-BE49-F238E27FC236}">
                <a16:creationId xmlns:a16="http://schemas.microsoft.com/office/drawing/2014/main" id="{E15EABF3-5F18-87E1-7D35-DB45A0AE07E2}"/>
              </a:ext>
            </a:extLst>
          </p:cNvPr>
          <p:cNvSpPr>
            <a:spLocks noGrp="1"/>
          </p:cNvSpPr>
          <p:nvPr>
            <p:ph type="sldNum" sz="quarter" idx="12"/>
          </p:nvPr>
        </p:nvSpPr>
        <p:spPr>
          <a:xfrm>
            <a:off x="4312227" y="6339948"/>
            <a:ext cx="173038" cy="169200"/>
          </a:xfrm>
          <a:prstGeom prst="rect">
            <a:avLst/>
          </a:prstGeom>
        </p:spPr>
        <p:txBody>
          <a:bodyPr/>
          <a:lstStyle>
            <a:lvl1pPr>
              <a:spcAft>
                <a:spcPts val="600"/>
              </a:spcAft>
              <a:defRPr/>
            </a:lvl1pPr>
          </a:lstStyle>
          <a:p>
            <a:fld id="{E4C2AD82-1025-4508-97C1-6F7EE5C92734}" type="slidenum">
              <a:rPr lang="en-AU" smtClean="0"/>
              <a:pPr/>
              <a:t>‹#›</a:t>
            </a:fld>
            <a:endParaRPr lang="en-AU"/>
          </a:p>
        </p:txBody>
      </p:sp>
      <p:sp>
        <p:nvSpPr>
          <p:cNvPr id="7" name="Picture Placeholder 10">
            <a:extLst>
              <a:ext uri="{FF2B5EF4-FFF2-40B4-BE49-F238E27FC236}">
                <a16:creationId xmlns:a16="http://schemas.microsoft.com/office/drawing/2014/main" id="{C40B47FB-5C54-AF59-3BE6-2F0BEC42ACF4}"/>
              </a:ext>
            </a:extLst>
          </p:cNvPr>
          <p:cNvSpPr>
            <a:spLocks noGrp="1"/>
          </p:cNvSpPr>
          <p:nvPr>
            <p:ph type="pic" sz="quarter" idx="34" hasCustomPrompt="1"/>
          </p:nvPr>
        </p:nvSpPr>
        <p:spPr>
          <a:xfrm>
            <a:off x="0" y="0"/>
            <a:ext cx="3794125" cy="6858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rIns="0" anchor="b" anchorCtr="1">
            <a:noAutofit/>
          </a:bodyPr>
          <a:lstStyle>
            <a:lvl1pPr marL="0" indent="0" algn="ctr">
              <a:lnSpc>
                <a:spcPct val="100000"/>
              </a:lnSpc>
              <a:spcAft>
                <a:spcPts val="600"/>
              </a:spcAft>
              <a:buNone/>
              <a:defRPr sz="1200">
                <a:solidFill>
                  <a:schemeClr val="tx1"/>
                </a:solidFill>
              </a:defRPr>
            </a:lvl1pPr>
          </a:lstStyle>
          <a:p>
            <a:r>
              <a:rPr lang="en-AU"/>
              <a:t>Click on icon to insert image and send to back</a:t>
            </a:r>
          </a:p>
        </p:txBody>
      </p:sp>
      <p:sp>
        <p:nvSpPr>
          <p:cNvPr id="14" name="Title 6">
            <a:extLst>
              <a:ext uri="{FF2B5EF4-FFF2-40B4-BE49-F238E27FC236}">
                <a16:creationId xmlns:a16="http://schemas.microsoft.com/office/drawing/2014/main" id="{4F6E1831-7395-3CDF-0F42-D596543D6D41}"/>
              </a:ext>
            </a:extLst>
          </p:cNvPr>
          <p:cNvSpPr>
            <a:spLocks noGrp="1"/>
          </p:cNvSpPr>
          <p:nvPr>
            <p:ph type="title" hasCustomPrompt="1"/>
          </p:nvPr>
        </p:nvSpPr>
        <p:spPr>
          <a:xfrm>
            <a:off x="4312226" y="788705"/>
            <a:ext cx="7416872" cy="457200"/>
          </a:xfrm>
          <a:prstGeom prst="rect">
            <a:avLst/>
          </a:prstGeom>
        </p:spPr>
        <p:txBody>
          <a:bodyPr lIns="0" tIns="0" rIns="0" bIns="0"/>
          <a:lstStyle>
            <a:lvl1pPr>
              <a:lnSpc>
                <a:spcPct val="85000"/>
              </a:lnSpc>
              <a:spcAft>
                <a:spcPts val="600"/>
              </a:spcAft>
              <a:defRPr sz="3200" b="1">
                <a:solidFill>
                  <a:schemeClr val="bg1"/>
                </a:solidFill>
              </a:defRPr>
            </a:lvl1pPr>
          </a:lstStyle>
          <a:p>
            <a:r>
              <a:rPr lang="en-US"/>
              <a:t>Slide title goes here</a:t>
            </a:r>
            <a:endParaRPr lang="en-GB"/>
          </a:p>
        </p:txBody>
      </p:sp>
      <p:sp>
        <p:nvSpPr>
          <p:cNvPr id="19" name="Text Placeholder 9">
            <a:extLst>
              <a:ext uri="{FF2B5EF4-FFF2-40B4-BE49-F238E27FC236}">
                <a16:creationId xmlns:a16="http://schemas.microsoft.com/office/drawing/2014/main" id="{D9AB780A-0CDF-AB36-F856-F2923317D8A8}"/>
              </a:ext>
            </a:extLst>
          </p:cNvPr>
          <p:cNvSpPr>
            <a:spLocks noGrp="1"/>
          </p:cNvSpPr>
          <p:nvPr>
            <p:ph type="body" sz="quarter" idx="44" hasCustomPrompt="1"/>
          </p:nvPr>
        </p:nvSpPr>
        <p:spPr>
          <a:xfrm>
            <a:off x="4312226" y="489600"/>
            <a:ext cx="7416872"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22" name="Text Placeholder 21">
            <a:extLst>
              <a:ext uri="{FF2B5EF4-FFF2-40B4-BE49-F238E27FC236}">
                <a16:creationId xmlns:a16="http://schemas.microsoft.com/office/drawing/2014/main" id="{32B64389-1B8C-C5EE-C82D-106E43DD943F}"/>
              </a:ext>
            </a:extLst>
          </p:cNvPr>
          <p:cNvSpPr>
            <a:spLocks noGrp="1"/>
          </p:cNvSpPr>
          <p:nvPr>
            <p:ph type="body" sz="quarter" idx="45" hasCustomPrompt="1"/>
          </p:nvPr>
        </p:nvSpPr>
        <p:spPr>
          <a:xfrm>
            <a:off x="4312226" y="1637063"/>
            <a:ext cx="7416871" cy="4432231"/>
          </a:xfrm>
          <a:prstGeom prst="rect">
            <a:avLst/>
          </a:prstGeom>
        </p:spPr>
        <p:txBody>
          <a:bodyPr/>
          <a:lstStyle>
            <a:lvl1pPr>
              <a:spcBef>
                <a:spcPts val="0"/>
              </a:spcBef>
              <a:spcAft>
                <a:spcPts val="2000"/>
              </a:spcAft>
              <a:buClr>
                <a:schemeClr val="accent4"/>
              </a:buClr>
              <a:buFont typeface="Arial" panose="020B0604020202020204" pitchFamily="34" charset="0"/>
              <a:buChar char="•"/>
              <a:defRPr sz="1800" b="1">
                <a:solidFill>
                  <a:schemeClr val="bg1"/>
                </a:solidFill>
              </a:defRPr>
            </a:lvl1pPr>
          </a:lstStyle>
          <a:p>
            <a:pPr lvl="0"/>
            <a:r>
              <a:rPr lang="en-US"/>
              <a:t>First agenda item</a:t>
            </a:r>
          </a:p>
          <a:p>
            <a:pPr lvl="0"/>
            <a:r>
              <a:rPr lang="en-US"/>
              <a:t>Second agenda item</a:t>
            </a:r>
          </a:p>
          <a:p>
            <a:pPr lvl="0"/>
            <a:r>
              <a:rPr lang="en-US"/>
              <a:t>Third agenda item</a:t>
            </a:r>
          </a:p>
          <a:p>
            <a:pPr lvl="0"/>
            <a:r>
              <a:rPr lang="en-US"/>
              <a:t>Fourth agenda item</a:t>
            </a:r>
          </a:p>
          <a:p>
            <a:pPr lvl="0"/>
            <a:r>
              <a:rPr lang="en-US"/>
              <a:t>Fifth agenda item</a:t>
            </a:r>
          </a:p>
          <a:p>
            <a:pPr lvl="0"/>
            <a:r>
              <a:rPr lang="en-US"/>
              <a:t>Sixth agenda item</a:t>
            </a:r>
          </a:p>
        </p:txBody>
      </p:sp>
      <p:sp>
        <p:nvSpPr>
          <p:cNvPr id="2" name="Footer Placeholder 4">
            <a:extLst>
              <a:ext uri="{FF2B5EF4-FFF2-40B4-BE49-F238E27FC236}">
                <a16:creationId xmlns:a16="http://schemas.microsoft.com/office/drawing/2014/main" id="{64EE622E-C8E3-CE2F-0EE2-86EE460BFA97}"/>
              </a:ext>
            </a:extLst>
          </p:cNvPr>
          <p:cNvSpPr>
            <a:spLocks noGrp="1"/>
          </p:cNvSpPr>
          <p:nvPr>
            <p:ph type="ftr" sz="quarter" idx="3"/>
          </p:nvPr>
        </p:nvSpPr>
        <p:spPr>
          <a:xfrm>
            <a:off x="4485265"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343958622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3">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noRot="1" noMove="1" noResize="1" noEditPoints="1" noAdjustHandles="1" noChangeArrowheads="1" noChangeShapeType="1"/>
          </p:cNvSpPr>
          <p:nvPr>
            <p:ph type="title" hasCustomPrompt="1"/>
          </p:nvPr>
        </p:nvSpPr>
        <p:spPr>
          <a:xfrm>
            <a:off x="675638" y="1719000"/>
            <a:ext cx="3420000" cy="3420000"/>
          </a:xfrm>
          <a:prstGeom prst="ellipse">
            <a:avLst/>
          </a:prstGeom>
          <a:solidFill>
            <a:schemeClr val="bg1"/>
          </a:solidFill>
          <a:ln>
            <a:noFill/>
          </a:ln>
        </p:spPr>
        <p:txBody>
          <a:bodyPr wrap="none" lIns="0" tIns="0" rIns="0" bIns="0" anchor="ctr" anchorCtr="1"/>
          <a:lstStyle>
            <a:lvl1pPr>
              <a:spcAft>
                <a:spcPts val="600"/>
              </a:spcAft>
              <a:defRPr sz="4800" b="1">
                <a:solidFill>
                  <a:schemeClr val="tx1"/>
                </a:solidFill>
              </a:defRPr>
            </a:lvl1pPr>
          </a:lstStyle>
          <a:p>
            <a:r>
              <a:rPr lang="en-US"/>
              <a:t>Agenda</a:t>
            </a:r>
            <a:endParaRPr lang="en-AU"/>
          </a:p>
        </p:txBody>
      </p:sp>
      <p:sp>
        <p:nvSpPr>
          <p:cNvPr id="5" name="Slide Number Placeholder 1">
            <a:extLst>
              <a:ext uri="{FF2B5EF4-FFF2-40B4-BE49-F238E27FC236}">
                <a16:creationId xmlns:a16="http://schemas.microsoft.com/office/drawing/2014/main" id="{88EEF4D5-551B-54B5-7E86-E028F8918EFB}"/>
              </a:ext>
            </a:extLst>
          </p:cNvPr>
          <p:cNvSpPr>
            <a:spLocks noGrp="1"/>
          </p:cNvSpPr>
          <p:nvPr>
            <p:ph type="sldNum" sz="quarter" idx="12"/>
          </p:nvPr>
        </p:nvSpPr>
        <p:spPr>
          <a:xfrm>
            <a:off x="479425" y="6339948"/>
            <a:ext cx="173038" cy="169200"/>
          </a:xfrm>
          <a:prstGeom prst="rect">
            <a:avLst/>
          </a:prstGeom>
        </p:spPr>
        <p:txBody>
          <a:bodyPr/>
          <a:lstStyle>
            <a:lvl1pPr>
              <a:spcAft>
                <a:spcPts val="600"/>
              </a:spcAft>
              <a:defRPr>
                <a:solidFill>
                  <a:schemeClr val="bg1"/>
                </a:solidFill>
              </a:defRPr>
            </a:lvl1pPr>
          </a:lstStyle>
          <a:p>
            <a:fld id="{E4C2AD82-1025-4508-97C1-6F7EE5C92734}" type="slidenum">
              <a:rPr lang="en-AU" smtClean="0"/>
              <a:pPr/>
              <a:t>‹#›</a:t>
            </a:fld>
            <a:endParaRPr lang="en-AU"/>
          </a:p>
        </p:txBody>
      </p:sp>
      <p:pic>
        <p:nvPicPr>
          <p:cNvPr id="3" name="Graphic 2">
            <a:extLst>
              <a:ext uri="{FF2B5EF4-FFF2-40B4-BE49-F238E27FC236}">
                <a16:creationId xmlns:a16="http://schemas.microsoft.com/office/drawing/2014/main" id="{5314FB75-8176-05AE-6FF1-87094240762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12" name="Text Placeholder 33">
            <a:extLst>
              <a:ext uri="{FF2B5EF4-FFF2-40B4-BE49-F238E27FC236}">
                <a16:creationId xmlns:a16="http://schemas.microsoft.com/office/drawing/2014/main" id="{F50FDF39-2D9C-EE10-7B21-1C23E8DB06DF}"/>
              </a:ext>
            </a:extLst>
          </p:cNvPr>
          <p:cNvSpPr>
            <a:spLocks noGrp="1"/>
          </p:cNvSpPr>
          <p:nvPr>
            <p:ph type="body" sz="quarter" idx="45" hasCustomPrompt="1"/>
          </p:nvPr>
        </p:nvSpPr>
        <p:spPr>
          <a:xfrm>
            <a:off x="6096000" y="1420171"/>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chemeClr val="accent1"/>
              </a:buClr>
              <a:buSzPct val="100000"/>
              <a:tabLst/>
              <a:defRPr sz="1800" b="1">
                <a:solidFill>
                  <a:schemeClr val="bg1"/>
                </a:solidFill>
              </a:defRPr>
            </a:lvl1pPr>
          </a:lstStyle>
          <a:p>
            <a:pPr lvl="0"/>
            <a:r>
              <a:rPr lang="en-US"/>
              <a:t>First agenda item</a:t>
            </a:r>
          </a:p>
        </p:txBody>
      </p:sp>
      <p:sp>
        <p:nvSpPr>
          <p:cNvPr id="13" name="Text Placeholder 34">
            <a:extLst>
              <a:ext uri="{FF2B5EF4-FFF2-40B4-BE49-F238E27FC236}">
                <a16:creationId xmlns:a16="http://schemas.microsoft.com/office/drawing/2014/main" id="{057169BB-9983-11C4-22F4-07410B48626B}"/>
              </a:ext>
            </a:extLst>
          </p:cNvPr>
          <p:cNvSpPr>
            <a:spLocks noGrp="1"/>
          </p:cNvSpPr>
          <p:nvPr>
            <p:ph type="body" sz="quarter" idx="46" hasCustomPrompt="1"/>
          </p:nvPr>
        </p:nvSpPr>
        <p:spPr>
          <a:xfrm>
            <a:off x="6096000" y="2142197"/>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chemeClr val="accent1"/>
              </a:buClr>
              <a:buSzPct val="100000"/>
              <a:tabLst/>
              <a:defRPr sz="1800" b="1">
                <a:solidFill>
                  <a:schemeClr val="bg1"/>
                </a:solidFill>
              </a:defRPr>
            </a:lvl1pPr>
          </a:lstStyle>
          <a:p>
            <a:pPr lvl="0"/>
            <a:r>
              <a:rPr lang="en-US"/>
              <a:t>First agenda item</a:t>
            </a:r>
          </a:p>
        </p:txBody>
      </p:sp>
      <p:sp>
        <p:nvSpPr>
          <p:cNvPr id="14" name="Text Placeholder 35">
            <a:extLst>
              <a:ext uri="{FF2B5EF4-FFF2-40B4-BE49-F238E27FC236}">
                <a16:creationId xmlns:a16="http://schemas.microsoft.com/office/drawing/2014/main" id="{5310C444-B003-8A6E-51C8-544EA4B5DAA2}"/>
              </a:ext>
            </a:extLst>
          </p:cNvPr>
          <p:cNvSpPr>
            <a:spLocks noGrp="1"/>
          </p:cNvSpPr>
          <p:nvPr>
            <p:ph type="body" sz="quarter" idx="47" hasCustomPrompt="1"/>
          </p:nvPr>
        </p:nvSpPr>
        <p:spPr>
          <a:xfrm>
            <a:off x="6096000" y="2864223"/>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chemeClr val="accent1"/>
              </a:buClr>
              <a:buSzPct val="100000"/>
              <a:tabLst/>
              <a:defRPr sz="1800" b="1">
                <a:solidFill>
                  <a:schemeClr val="bg1"/>
                </a:solidFill>
              </a:defRPr>
            </a:lvl1pPr>
          </a:lstStyle>
          <a:p>
            <a:pPr lvl="0"/>
            <a:r>
              <a:rPr lang="en-US"/>
              <a:t>First agenda item</a:t>
            </a:r>
          </a:p>
        </p:txBody>
      </p:sp>
      <p:sp>
        <p:nvSpPr>
          <p:cNvPr id="15" name="Text Placeholder 36">
            <a:extLst>
              <a:ext uri="{FF2B5EF4-FFF2-40B4-BE49-F238E27FC236}">
                <a16:creationId xmlns:a16="http://schemas.microsoft.com/office/drawing/2014/main" id="{999079B5-CEDE-97DC-1636-8BD39AEF125A}"/>
              </a:ext>
            </a:extLst>
          </p:cNvPr>
          <p:cNvSpPr>
            <a:spLocks noGrp="1"/>
          </p:cNvSpPr>
          <p:nvPr>
            <p:ph type="body" sz="quarter" idx="48" hasCustomPrompt="1"/>
          </p:nvPr>
        </p:nvSpPr>
        <p:spPr>
          <a:xfrm>
            <a:off x="6096000" y="3586249"/>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chemeClr val="accent1"/>
              </a:buClr>
              <a:buSzPct val="100000"/>
              <a:tabLst/>
              <a:defRPr sz="1800" b="1">
                <a:solidFill>
                  <a:schemeClr val="bg1"/>
                </a:solidFill>
              </a:defRPr>
            </a:lvl1pPr>
          </a:lstStyle>
          <a:p>
            <a:pPr lvl="0"/>
            <a:r>
              <a:rPr lang="en-US"/>
              <a:t>First agenda item</a:t>
            </a:r>
          </a:p>
        </p:txBody>
      </p:sp>
      <p:sp>
        <p:nvSpPr>
          <p:cNvPr id="16" name="Text Placeholder 38">
            <a:extLst>
              <a:ext uri="{FF2B5EF4-FFF2-40B4-BE49-F238E27FC236}">
                <a16:creationId xmlns:a16="http://schemas.microsoft.com/office/drawing/2014/main" id="{4A2496C5-65D9-DFE1-4D6F-13C9AA9B2A75}"/>
              </a:ext>
            </a:extLst>
          </p:cNvPr>
          <p:cNvSpPr>
            <a:spLocks noGrp="1"/>
          </p:cNvSpPr>
          <p:nvPr>
            <p:ph type="body" sz="quarter" idx="49" hasCustomPrompt="1"/>
          </p:nvPr>
        </p:nvSpPr>
        <p:spPr>
          <a:xfrm>
            <a:off x="6096000" y="4303741"/>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chemeClr val="accent1"/>
              </a:buClr>
              <a:buSzPct val="100000"/>
              <a:tabLst/>
              <a:defRPr sz="1800" b="1">
                <a:solidFill>
                  <a:schemeClr val="bg1"/>
                </a:solidFill>
              </a:defRPr>
            </a:lvl1pPr>
          </a:lstStyle>
          <a:p>
            <a:pPr lvl="0"/>
            <a:r>
              <a:rPr lang="en-US"/>
              <a:t>First agenda item</a:t>
            </a:r>
          </a:p>
        </p:txBody>
      </p:sp>
      <p:sp>
        <p:nvSpPr>
          <p:cNvPr id="17" name="Text Placeholder 39">
            <a:extLst>
              <a:ext uri="{FF2B5EF4-FFF2-40B4-BE49-F238E27FC236}">
                <a16:creationId xmlns:a16="http://schemas.microsoft.com/office/drawing/2014/main" id="{6BDCF432-773E-E4DC-988A-4B70EB5DEEDD}"/>
              </a:ext>
            </a:extLst>
          </p:cNvPr>
          <p:cNvSpPr>
            <a:spLocks noGrp="1"/>
          </p:cNvSpPr>
          <p:nvPr>
            <p:ph type="body" sz="quarter" idx="50" hasCustomPrompt="1"/>
          </p:nvPr>
        </p:nvSpPr>
        <p:spPr>
          <a:xfrm>
            <a:off x="6096000" y="5021233"/>
            <a:ext cx="5153678" cy="457200"/>
          </a:xfrm>
          <a:custGeom>
            <a:avLst/>
            <a:gdLst>
              <a:gd name="connsiteX0" fmla="*/ 228600 w 5216709"/>
              <a:gd name="connsiteY0" fmla="*/ 0 h 457200"/>
              <a:gd name="connsiteX1" fmla="*/ 4988109 w 5216709"/>
              <a:gd name="connsiteY1" fmla="*/ 0 h 457200"/>
              <a:gd name="connsiteX2" fmla="*/ 5216709 w 5216709"/>
              <a:gd name="connsiteY2" fmla="*/ 228600 h 457200"/>
              <a:gd name="connsiteX3" fmla="*/ 4988109 w 5216709"/>
              <a:gd name="connsiteY3" fmla="*/ 457200 h 457200"/>
              <a:gd name="connsiteX4" fmla="*/ 228600 w 5216709"/>
              <a:gd name="connsiteY4" fmla="*/ 457200 h 457200"/>
              <a:gd name="connsiteX5" fmla="*/ 0 w 5216709"/>
              <a:gd name="connsiteY5" fmla="*/ 228600 h 457200"/>
              <a:gd name="connsiteX6" fmla="*/ 228600 w 5216709"/>
              <a:gd name="connsiteY6" fmla="*/ 0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6709" h="457200">
                <a:moveTo>
                  <a:pt x="228600" y="0"/>
                </a:moveTo>
                <a:lnTo>
                  <a:pt x="4988109" y="0"/>
                </a:lnTo>
                <a:cubicBezTo>
                  <a:pt x="5114361" y="0"/>
                  <a:pt x="5216709" y="102348"/>
                  <a:pt x="5216709" y="228600"/>
                </a:cubicBezTo>
                <a:cubicBezTo>
                  <a:pt x="5216709" y="354852"/>
                  <a:pt x="5114361" y="457200"/>
                  <a:pt x="4988109" y="457200"/>
                </a:cubicBezTo>
                <a:lnTo>
                  <a:pt x="228600" y="457200"/>
                </a:lnTo>
                <a:cubicBezTo>
                  <a:pt x="102348" y="457200"/>
                  <a:pt x="0" y="354852"/>
                  <a:pt x="0" y="228600"/>
                </a:cubicBezTo>
                <a:cubicBezTo>
                  <a:pt x="0" y="102348"/>
                  <a:pt x="102348" y="0"/>
                  <a:pt x="228600" y="0"/>
                </a:cubicBezTo>
                <a:close/>
              </a:path>
            </a:pathLst>
          </a:custGeom>
          <a:solidFill>
            <a:schemeClr val="tx2">
              <a:lumMod val="90000"/>
            </a:schemeClr>
          </a:solidFill>
        </p:spPr>
        <p:txBody>
          <a:bodyPr wrap="square" anchor="ctr" anchorCtr="0">
            <a:noAutofit/>
          </a:bodyPr>
          <a:lstStyle>
            <a:lvl1pPr marL="287338" indent="-227013">
              <a:buClr>
                <a:schemeClr val="accent1"/>
              </a:buClr>
              <a:buSzPct val="100000"/>
              <a:tabLst/>
              <a:defRPr sz="1800" b="1">
                <a:solidFill>
                  <a:schemeClr val="bg1"/>
                </a:solidFill>
              </a:defRPr>
            </a:lvl1pPr>
          </a:lstStyle>
          <a:p>
            <a:pPr lvl="0"/>
            <a:r>
              <a:rPr lang="en-US"/>
              <a:t>First agenda item</a:t>
            </a:r>
          </a:p>
        </p:txBody>
      </p:sp>
      <p:sp>
        <p:nvSpPr>
          <p:cNvPr id="2" name="Footer Placeholder 4">
            <a:extLst>
              <a:ext uri="{FF2B5EF4-FFF2-40B4-BE49-F238E27FC236}">
                <a16:creationId xmlns:a16="http://schemas.microsoft.com/office/drawing/2014/main" id="{FCC4469F-F296-CC31-2450-36EDF72275E2}"/>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10927481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peakers Page">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2F0CC2A0-B783-1503-DA49-15CDB44287AE}"/>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2" name="Title 6">
            <a:extLst>
              <a:ext uri="{FF2B5EF4-FFF2-40B4-BE49-F238E27FC236}">
                <a16:creationId xmlns:a16="http://schemas.microsoft.com/office/drawing/2014/main" id="{8AB1EF1E-6A02-F5BD-CAAF-39FB0E9DC490}"/>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3" name="Title 6">
            <a:extLst>
              <a:ext uri="{FF2B5EF4-FFF2-40B4-BE49-F238E27FC236}">
                <a16:creationId xmlns:a16="http://schemas.microsoft.com/office/drawing/2014/main" id="{67F0061E-FDAD-F60E-2516-5C7E912D76AC}"/>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tx2">
                    <a:lumMod val="10000"/>
                  </a:schemeClr>
                </a:solidFill>
              </a:defRPr>
            </a:lvl1pPr>
          </a:lstStyle>
          <a:p>
            <a:r>
              <a:rPr lang="en-US"/>
              <a:t>Slide title goes here</a:t>
            </a:r>
            <a:endParaRPr lang="en-GB"/>
          </a:p>
        </p:txBody>
      </p:sp>
      <p:sp>
        <p:nvSpPr>
          <p:cNvPr id="8" name="Text Placeholder 9">
            <a:extLst>
              <a:ext uri="{FF2B5EF4-FFF2-40B4-BE49-F238E27FC236}">
                <a16:creationId xmlns:a16="http://schemas.microsoft.com/office/drawing/2014/main" id="{513021F6-47B9-76F0-91A9-FA8E0AC18725}"/>
              </a:ext>
            </a:extLst>
          </p:cNvPr>
          <p:cNvSpPr>
            <a:spLocks noGrp="1"/>
          </p:cNvSpPr>
          <p:nvPr>
            <p:ph type="body" sz="quarter" idx="5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000" b="1"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5" name="Graphic 4">
            <a:extLst>
              <a:ext uri="{FF2B5EF4-FFF2-40B4-BE49-F238E27FC236}">
                <a16:creationId xmlns:a16="http://schemas.microsoft.com/office/drawing/2014/main" id="{2375E043-05C9-CC55-0589-1B851FC2516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6" name="Footer Placeholder 4">
            <a:extLst>
              <a:ext uri="{FF2B5EF4-FFF2-40B4-BE49-F238E27FC236}">
                <a16:creationId xmlns:a16="http://schemas.microsoft.com/office/drawing/2014/main" id="{24E2CA9D-ED0B-90F6-3B0D-FB925064DFA5}"/>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7" name="Rounded Rectangle 17">
            <a:extLst>
              <a:ext uri="{FF2B5EF4-FFF2-40B4-BE49-F238E27FC236}">
                <a16:creationId xmlns:a16="http://schemas.microsoft.com/office/drawing/2014/main" id="{F78B879C-C224-1875-BBCB-033033FCF062}"/>
              </a:ext>
            </a:extLst>
          </p:cNvPr>
          <p:cNvSpPr/>
          <p:nvPr userDrawn="1"/>
        </p:nvSpPr>
        <p:spPr>
          <a:xfrm>
            <a:off x="473180" y="1420752"/>
            <a:ext cx="11233148" cy="4748734"/>
          </a:xfrm>
          <a:prstGeom prst="roundRect">
            <a:avLst>
              <a:gd name="adj" fmla="val 1415"/>
            </a:avLst>
          </a:prstGeom>
          <a:solidFill>
            <a:schemeClr val="tx1">
              <a:lumMod val="95000"/>
            </a:schemeClr>
          </a:solidFill>
          <a:ln w="6350" cap="flat">
            <a:noFill/>
            <a:prstDash val="solid"/>
            <a:miter/>
          </a:ln>
        </p:spPr>
        <p:txBody>
          <a:bodyPr wrap="square" rtlCol="0" anchor="t">
            <a:noAutofit/>
          </a:bodyPr>
          <a:lstStyle/>
          <a:p>
            <a:pPr algn="l"/>
            <a:endParaRPr lang="en-MX" sz="1400">
              <a:solidFill>
                <a:schemeClr val="tx2"/>
              </a:solidFill>
            </a:endParaRPr>
          </a:p>
        </p:txBody>
      </p:sp>
      <p:sp>
        <p:nvSpPr>
          <p:cNvPr id="11" name="Picture Placeholder 9">
            <a:extLst>
              <a:ext uri="{FF2B5EF4-FFF2-40B4-BE49-F238E27FC236}">
                <a16:creationId xmlns:a16="http://schemas.microsoft.com/office/drawing/2014/main" id="{7ADA018B-456E-D177-A36D-B8F57240468A}"/>
              </a:ext>
            </a:extLst>
          </p:cNvPr>
          <p:cNvSpPr>
            <a:spLocks noGrp="1" noChangeAspect="1"/>
          </p:cNvSpPr>
          <p:nvPr>
            <p:ph type="pic" sz="quarter" idx="43"/>
          </p:nvPr>
        </p:nvSpPr>
        <p:spPr>
          <a:xfrm>
            <a:off x="1980749" y="1617134"/>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12" name="Text Placeholder 7">
            <a:extLst>
              <a:ext uri="{FF2B5EF4-FFF2-40B4-BE49-F238E27FC236}">
                <a16:creationId xmlns:a16="http://schemas.microsoft.com/office/drawing/2014/main" id="{468F141E-AE2A-12F3-7046-48F97BAEA5AB}"/>
              </a:ext>
            </a:extLst>
          </p:cNvPr>
          <p:cNvSpPr>
            <a:spLocks noGrp="1"/>
          </p:cNvSpPr>
          <p:nvPr>
            <p:ph type="body" sz="quarter" idx="49" hasCustomPrompt="1"/>
          </p:nvPr>
        </p:nvSpPr>
        <p:spPr>
          <a:xfrm>
            <a:off x="1636897" y="2950107"/>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14" name="Picture Placeholder 9">
            <a:extLst>
              <a:ext uri="{FF2B5EF4-FFF2-40B4-BE49-F238E27FC236}">
                <a16:creationId xmlns:a16="http://schemas.microsoft.com/office/drawing/2014/main" id="{959F6FE2-4AEF-BCF0-255B-A601F98F46DF}"/>
              </a:ext>
            </a:extLst>
          </p:cNvPr>
          <p:cNvSpPr>
            <a:spLocks noGrp="1" noChangeAspect="1"/>
          </p:cNvSpPr>
          <p:nvPr>
            <p:ph type="pic" sz="quarter" idx="55"/>
          </p:nvPr>
        </p:nvSpPr>
        <p:spPr>
          <a:xfrm>
            <a:off x="4256205" y="1617134"/>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16" name="Picture Placeholder 9">
            <a:extLst>
              <a:ext uri="{FF2B5EF4-FFF2-40B4-BE49-F238E27FC236}">
                <a16:creationId xmlns:a16="http://schemas.microsoft.com/office/drawing/2014/main" id="{4B223194-C9E3-4307-5389-2836338E813F}"/>
              </a:ext>
            </a:extLst>
          </p:cNvPr>
          <p:cNvSpPr>
            <a:spLocks noGrp="1" noChangeAspect="1"/>
          </p:cNvSpPr>
          <p:nvPr>
            <p:ph type="pic" sz="quarter" idx="57"/>
          </p:nvPr>
        </p:nvSpPr>
        <p:spPr>
          <a:xfrm>
            <a:off x="6531787" y="1617134"/>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17" name="Picture Placeholder 9">
            <a:extLst>
              <a:ext uri="{FF2B5EF4-FFF2-40B4-BE49-F238E27FC236}">
                <a16:creationId xmlns:a16="http://schemas.microsoft.com/office/drawing/2014/main" id="{642891CA-B630-24A1-9594-37EF0E49BA69}"/>
              </a:ext>
            </a:extLst>
          </p:cNvPr>
          <p:cNvSpPr>
            <a:spLocks noGrp="1" noChangeAspect="1"/>
          </p:cNvSpPr>
          <p:nvPr>
            <p:ph type="pic" sz="quarter" idx="65"/>
          </p:nvPr>
        </p:nvSpPr>
        <p:spPr>
          <a:xfrm>
            <a:off x="8807306" y="1617134"/>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18" name="Text Placeholder 7">
            <a:extLst>
              <a:ext uri="{FF2B5EF4-FFF2-40B4-BE49-F238E27FC236}">
                <a16:creationId xmlns:a16="http://schemas.microsoft.com/office/drawing/2014/main" id="{E9C828DC-3C70-49D4-1F1E-8CB447A83903}"/>
              </a:ext>
            </a:extLst>
          </p:cNvPr>
          <p:cNvSpPr>
            <a:spLocks noGrp="1"/>
          </p:cNvSpPr>
          <p:nvPr>
            <p:ph type="body" sz="quarter" idx="73" hasCustomPrompt="1"/>
          </p:nvPr>
        </p:nvSpPr>
        <p:spPr>
          <a:xfrm>
            <a:off x="1636897" y="3281575"/>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19" name="Text Placeholder 7">
            <a:extLst>
              <a:ext uri="{FF2B5EF4-FFF2-40B4-BE49-F238E27FC236}">
                <a16:creationId xmlns:a16="http://schemas.microsoft.com/office/drawing/2014/main" id="{A44F92CE-FCDF-55D4-E695-E8901391927E}"/>
              </a:ext>
            </a:extLst>
          </p:cNvPr>
          <p:cNvSpPr>
            <a:spLocks noGrp="1"/>
          </p:cNvSpPr>
          <p:nvPr>
            <p:ph type="body" sz="quarter" idx="74" hasCustomPrompt="1"/>
          </p:nvPr>
        </p:nvSpPr>
        <p:spPr>
          <a:xfrm>
            <a:off x="3912353" y="2950107"/>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26" name="Text Placeholder 7">
            <a:extLst>
              <a:ext uri="{FF2B5EF4-FFF2-40B4-BE49-F238E27FC236}">
                <a16:creationId xmlns:a16="http://schemas.microsoft.com/office/drawing/2014/main" id="{D91B738D-96E1-DFC0-C0E8-DE6F8296B72E}"/>
              </a:ext>
            </a:extLst>
          </p:cNvPr>
          <p:cNvSpPr>
            <a:spLocks noGrp="1"/>
          </p:cNvSpPr>
          <p:nvPr>
            <p:ph type="body" sz="quarter" idx="75" hasCustomPrompt="1"/>
          </p:nvPr>
        </p:nvSpPr>
        <p:spPr>
          <a:xfrm>
            <a:off x="3912353" y="3281575"/>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27" name="Text Placeholder 7">
            <a:extLst>
              <a:ext uri="{FF2B5EF4-FFF2-40B4-BE49-F238E27FC236}">
                <a16:creationId xmlns:a16="http://schemas.microsoft.com/office/drawing/2014/main" id="{A3E4F2AC-07F6-8D1E-76AD-73DE7ACAF805}"/>
              </a:ext>
            </a:extLst>
          </p:cNvPr>
          <p:cNvSpPr>
            <a:spLocks noGrp="1"/>
          </p:cNvSpPr>
          <p:nvPr>
            <p:ph type="body" sz="quarter" idx="76" hasCustomPrompt="1"/>
          </p:nvPr>
        </p:nvSpPr>
        <p:spPr>
          <a:xfrm>
            <a:off x="6187934" y="2950107"/>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28" name="Text Placeholder 7">
            <a:extLst>
              <a:ext uri="{FF2B5EF4-FFF2-40B4-BE49-F238E27FC236}">
                <a16:creationId xmlns:a16="http://schemas.microsoft.com/office/drawing/2014/main" id="{F45DB1BC-2BC7-77D0-3338-F7353B441C8A}"/>
              </a:ext>
            </a:extLst>
          </p:cNvPr>
          <p:cNvSpPr>
            <a:spLocks noGrp="1"/>
          </p:cNvSpPr>
          <p:nvPr>
            <p:ph type="body" sz="quarter" idx="77" hasCustomPrompt="1"/>
          </p:nvPr>
        </p:nvSpPr>
        <p:spPr>
          <a:xfrm>
            <a:off x="6187934" y="3281575"/>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29" name="Text Placeholder 7">
            <a:extLst>
              <a:ext uri="{FF2B5EF4-FFF2-40B4-BE49-F238E27FC236}">
                <a16:creationId xmlns:a16="http://schemas.microsoft.com/office/drawing/2014/main" id="{C233236E-B713-0753-C499-A059C5005FC9}"/>
              </a:ext>
            </a:extLst>
          </p:cNvPr>
          <p:cNvSpPr>
            <a:spLocks noGrp="1"/>
          </p:cNvSpPr>
          <p:nvPr>
            <p:ph type="body" sz="quarter" idx="78" hasCustomPrompt="1"/>
          </p:nvPr>
        </p:nvSpPr>
        <p:spPr>
          <a:xfrm>
            <a:off x="8463453" y="2950107"/>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40" name="Text Placeholder 7">
            <a:extLst>
              <a:ext uri="{FF2B5EF4-FFF2-40B4-BE49-F238E27FC236}">
                <a16:creationId xmlns:a16="http://schemas.microsoft.com/office/drawing/2014/main" id="{6F575A87-6654-662C-83F4-D435AECF886D}"/>
              </a:ext>
            </a:extLst>
          </p:cNvPr>
          <p:cNvSpPr>
            <a:spLocks noGrp="1"/>
          </p:cNvSpPr>
          <p:nvPr>
            <p:ph type="body" sz="quarter" idx="79" hasCustomPrompt="1"/>
          </p:nvPr>
        </p:nvSpPr>
        <p:spPr>
          <a:xfrm>
            <a:off x="8463453" y="3281575"/>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41" name="Picture Placeholder 9">
            <a:extLst>
              <a:ext uri="{FF2B5EF4-FFF2-40B4-BE49-F238E27FC236}">
                <a16:creationId xmlns:a16="http://schemas.microsoft.com/office/drawing/2014/main" id="{1098B2FA-0615-A858-F7C8-08F46881E8AC}"/>
              </a:ext>
            </a:extLst>
          </p:cNvPr>
          <p:cNvSpPr>
            <a:spLocks noGrp="1" noChangeAspect="1"/>
          </p:cNvSpPr>
          <p:nvPr>
            <p:ph type="pic" sz="quarter" idx="80"/>
          </p:nvPr>
        </p:nvSpPr>
        <p:spPr>
          <a:xfrm>
            <a:off x="1980749" y="3929436"/>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42" name="Text Placeholder 7">
            <a:extLst>
              <a:ext uri="{FF2B5EF4-FFF2-40B4-BE49-F238E27FC236}">
                <a16:creationId xmlns:a16="http://schemas.microsoft.com/office/drawing/2014/main" id="{3E67510D-682A-2399-2A7F-02152034BA28}"/>
              </a:ext>
            </a:extLst>
          </p:cNvPr>
          <p:cNvSpPr>
            <a:spLocks noGrp="1"/>
          </p:cNvSpPr>
          <p:nvPr>
            <p:ph type="body" sz="quarter" idx="81" hasCustomPrompt="1"/>
          </p:nvPr>
        </p:nvSpPr>
        <p:spPr>
          <a:xfrm>
            <a:off x="1636897" y="5262409"/>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43" name="Picture Placeholder 9">
            <a:extLst>
              <a:ext uri="{FF2B5EF4-FFF2-40B4-BE49-F238E27FC236}">
                <a16:creationId xmlns:a16="http://schemas.microsoft.com/office/drawing/2014/main" id="{680EDDCC-0778-4438-3AB1-94E69360E37F}"/>
              </a:ext>
            </a:extLst>
          </p:cNvPr>
          <p:cNvSpPr>
            <a:spLocks noGrp="1" noChangeAspect="1"/>
          </p:cNvSpPr>
          <p:nvPr>
            <p:ph type="pic" sz="quarter" idx="82"/>
          </p:nvPr>
        </p:nvSpPr>
        <p:spPr>
          <a:xfrm>
            <a:off x="4256205" y="3929436"/>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44" name="Picture Placeholder 9">
            <a:extLst>
              <a:ext uri="{FF2B5EF4-FFF2-40B4-BE49-F238E27FC236}">
                <a16:creationId xmlns:a16="http://schemas.microsoft.com/office/drawing/2014/main" id="{0F286CCE-C05D-9ABE-CB85-701C5579DA60}"/>
              </a:ext>
            </a:extLst>
          </p:cNvPr>
          <p:cNvSpPr>
            <a:spLocks noGrp="1" noChangeAspect="1"/>
          </p:cNvSpPr>
          <p:nvPr>
            <p:ph type="pic" sz="quarter" idx="83"/>
          </p:nvPr>
        </p:nvSpPr>
        <p:spPr>
          <a:xfrm>
            <a:off x="6531787" y="3929436"/>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45" name="Picture Placeholder 9">
            <a:extLst>
              <a:ext uri="{FF2B5EF4-FFF2-40B4-BE49-F238E27FC236}">
                <a16:creationId xmlns:a16="http://schemas.microsoft.com/office/drawing/2014/main" id="{522CFD64-D74B-AC3F-A7DE-7D713E71363F}"/>
              </a:ext>
            </a:extLst>
          </p:cNvPr>
          <p:cNvSpPr>
            <a:spLocks noGrp="1" noChangeAspect="1"/>
          </p:cNvSpPr>
          <p:nvPr>
            <p:ph type="pic" sz="quarter" idx="84"/>
          </p:nvPr>
        </p:nvSpPr>
        <p:spPr>
          <a:xfrm>
            <a:off x="8807306" y="3929436"/>
            <a:ext cx="1188720" cy="1188720"/>
          </a:xfrm>
          <a:prstGeom prst="ellipse">
            <a:avLst/>
          </a:prstGeom>
          <a:solidFill>
            <a:schemeClr val="tx2">
              <a:lumMod val="90000"/>
            </a:schemeClr>
          </a:solidFill>
        </p:spPr>
        <p:txBody>
          <a:bodyPr wrap="square" anchor="ctr" anchorCtr="1">
            <a:noAutofit/>
          </a:bodyPr>
          <a:lstStyle>
            <a:lvl1pPr marL="0" indent="0" algn="ctr">
              <a:lnSpc>
                <a:spcPct val="100000"/>
              </a:lnSpc>
              <a:spcAft>
                <a:spcPts val="600"/>
              </a:spcAft>
              <a:buNone/>
              <a:defRPr sz="1200">
                <a:solidFill>
                  <a:schemeClr val="tx1"/>
                </a:solidFill>
              </a:defRPr>
            </a:lvl1pPr>
          </a:lstStyle>
          <a:p>
            <a:r>
              <a:rPr lang="en-US"/>
              <a:t>Click icon to add picture</a:t>
            </a:r>
            <a:endParaRPr lang="en-AU"/>
          </a:p>
        </p:txBody>
      </p:sp>
      <p:sp>
        <p:nvSpPr>
          <p:cNvPr id="46" name="Text Placeholder 7">
            <a:extLst>
              <a:ext uri="{FF2B5EF4-FFF2-40B4-BE49-F238E27FC236}">
                <a16:creationId xmlns:a16="http://schemas.microsoft.com/office/drawing/2014/main" id="{491DC740-B581-348A-8D34-F58E9D9ECEB1}"/>
              </a:ext>
            </a:extLst>
          </p:cNvPr>
          <p:cNvSpPr>
            <a:spLocks noGrp="1"/>
          </p:cNvSpPr>
          <p:nvPr>
            <p:ph type="body" sz="quarter" idx="85" hasCustomPrompt="1"/>
          </p:nvPr>
        </p:nvSpPr>
        <p:spPr>
          <a:xfrm>
            <a:off x="1636897" y="5593877"/>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47" name="Text Placeholder 7">
            <a:extLst>
              <a:ext uri="{FF2B5EF4-FFF2-40B4-BE49-F238E27FC236}">
                <a16:creationId xmlns:a16="http://schemas.microsoft.com/office/drawing/2014/main" id="{743B88D7-36B2-0EBC-EE89-ACCE182694F4}"/>
              </a:ext>
            </a:extLst>
          </p:cNvPr>
          <p:cNvSpPr>
            <a:spLocks noGrp="1"/>
          </p:cNvSpPr>
          <p:nvPr>
            <p:ph type="body" sz="quarter" idx="86" hasCustomPrompt="1"/>
          </p:nvPr>
        </p:nvSpPr>
        <p:spPr>
          <a:xfrm>
            <a:off x="3912353" y="5262409"/>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48" name="Text Placeholder 7">
            <a:extLst>
              <a:ext uri="{FF2B5EF4-FFF2-40B4-BE49-F238E27FC236}">
                <a16:creationId xmlns:a16="http://schemas.microsoft.com/office/drawing/2014/main" id="{EB432B1C-FBEB-6DAB-CA5E-BD7A4A59709A}"/>
              </a:ext>
            </a:extLst>
          </p:cNvPr>
          <p:cNvSpPr>
            <a:spLocks noGrp="1"/>
          </p:cNvSpPr>
          <p:nvPr>
            <p:ph type="body" sz="quarter" idx="87" hasCustomPrompt="1"/>
          </p:nvPr>
        </p:nvSpPr>
        <p:spPr>
          <a:xfrm>
            <a:off x="3912353" y="5593877"/>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49" name="Text Placeholder 7">
            <a:extLst>
              <a:ext uri="{FF2B5EF4-FFF2-40B4-BE49-F238E27FC236}">
                <a16:creationId xmlns:a16="http://schemas.microsoft.com/office/drawing/2014/main" id="{EDCA37C1-10B0-CCB3-8622-73FAF3ED059E}"/>
              </a:ext>
            </a:extLst>
          </p:cNvPr>
          <p:cNvSpPr>
            <a:spLocks noGrp="1"/>
          </p:cNvSpPr>
          <p:nvPr>
            <p:ph type="body" sz="quarter" idx="88" hasCustomPrompt="1"/>
          </p:nvPr>
        </p:nvSpPr>
        <p:spPr>
          <a:xfrm>
            <a:off x="6187934" y="5262409"/>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50" name="Text Placeholder 7">
            <a:extLst>
              <a:ext uri="{FF2B5EF4-FFF2-40B4-BE49-F238E27FC236}">
                <a16:creationId xmlns:a16="http://schemas.microsoft.com/office/drawing/2014/main" id="{A27F8B85-4D75-ABF0-DC33-2B1C0952527D}"/>
              </a:ext>
            </a:extLst>
          </p:cNvPr>
          <p:cNvSpPr>
            <a:spLocks noGrp="1"/>
          </p:cNvSpPr>
          <p:nvPr>
            <p:ph type="body" sz="quarter" idx="89" hasCustomPrompt="1"/>
          </p:nvPr>
        </p:nvSpPr>
        <p:spPr>
          <a:xfrm>
            <a:off x="6187934" y="5593877"/>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
        <p:nvSpPr>
          <p:cNvPr id="51" name="Text Placeholder 7">
            <a:extLst>
              <a:ext uri="{FF2B5EF4-FFF2-40B4-BE49-F238E27FC236}">
                <a16:creationId xmlns:a16="http://schemas.microsoft.com/office/drawing/2014/main" id="{D5FBC44E-577B-42A6-3579-A0D09A2AA2A7}"/>
              </a:ext>
            </a:extLst>
          </p:cNvPr>
          <p:cNvSpPr>
            <a:spLocks noGrp="1"/>
          </p:cNvSpPr>
          <p:nvPr>
            <p:ph type="body" sz="quarter" idx="90" hasCustomPrompt="1"/>
          </p:nvPr>
        </p:nvSpPr>
        <p:spPr>
          <a:xfrm>
            <a:off x="8463453" y="5262409"/>
            <a:ext cx="1876425" cy="228601"/>
          </a:xfrm>
          <a:prstGeom prst="rect">
            <a:avLst/>
          </a:prstGeom>
        </p:spPr>
        <p:txBody>
          <a:bodyPr lIns="0" tIns="0" rIns="0" bIns="0" anchor="t" anchorCtr="0"/>
          <a:lstStyle>
            <a:lvl1pPr marL="0" indent="0" algn="ctr">
              <a:lnSpc>
                <a:spcPct val="100000"/>
              </a:lnSpc>
              <a:spcAft>
                <a:spcPts val="0"/>
              </a:spcAft>
              <a:buNone/>
              <a:defRPr sz="1600" b="1">
                <a:solidFill>
                  <a:schemeClr val="bg1"/>
                </a:solidFill>
                <a:latin typeface="+mn-lt"/>
                <a:cs typeface="Arial" panose="020B0604020202020204" pitchFamily="34" charset="0"/>
              </a:defRPr>
            </a:lvl1pPr>
            <a:lvl2pPr marL="0" indent="0" algn="ctr">
              <a:lnSpc>
                <a:spcPct val="100000"/>
              </a:lnSpc>
              <a:spcAft>
                <a:spcPts val="0"/>
              </a:spcAft>
              <a:buNone/>
              <a:defRPr sz="1400" b="0">
                <a:solidFill>
                  <a:schemeClr val="accent2">
                    <a:lumMod val="60000"/>
                    <a:lumOff val="40000"/>
                  </a:schemeClr>
                </a:solidFill>
                <a:latin typeface="+mn-lt"/>
              </a:defRPr>
            </a:lvl2pPr>
          </a:lstStyle>
          <a:p>
            <a:pPr lvl="0"/>
            <a:r>
              <a:rPr lang="en-US"/>
              <a:t>Name Surname</a:t>
            </a:r>
          </a:p>
        </p:txBody>
      </p:sp>
      <p:sp>
        <p:nvSpPr>
          <p:cNvPr id="52" name="Text Placeholder 7">
            <a:extLst>
              <a:ext uri="{FF2B5EF4-FFF2-40B4-BE49-F238E27FC236}">
                <a16:creationId xmlns:a16="http://schemas.microsoft.com/office/drawing/2014/main" id="{C3CEEC3B-1BE7-9BA2-45D6-8ABA10510C45}"/>
              </a:ext>
            </a:extLst>
          </p:cNvPr>
          <p:cNvSpPr>
            <a:spLocks noGrp="1"/>
          </p:cNvSpPr>
          <p:nvPr>
            <p:ph type="body" sz="quarter" idx="91" hasCustomPrompt="1"/>
          </p:nvPr>
        </p:nvSpPr>
        <p:spPr>
          <a:xfrm>
            <a:off x="8463453" y="5593877"/>
            <a:ext cx="1876425" cy="387450"/>
          </a:xfrm>
          <a:prstGeom prst="rect">
            <a:avLst/>
          </a:prstGeom>
        </p:spPr>
        <p:txBody>
          <a:bodyPr lIns="0" tIns="0" rIns="0" bIns="0" anchor="t" anchorCtr="0"/>
          <a:lstStyle>
            <a:lvl1pPr marL="0" indent="0" algn="ctr">
              <a:lnSpc>
                <a:spcPct val="100000"/>
              </a:lnSpc>
              <a:spcAft>
                <a:spcPts val="0"/>
              </a:spcAft>
              <a:buNone/>
              <a:defRPr sz="1600" b="1">
                <a:solidFill>
                  <a:schemeClr val="tx1"/>
                </a:solidFill>
                <a:latin typeface="+mn-lt"/>
                <a:cs typeface="Arial" panose="020B0604020202020204" pitchFamily="34" charset="0"/>
              </a:defRPr>
            </a:lvl1pPr>
            <a:lvl2pPr marL="0" indent="0" algn="ctr">
              <a:lnSpc>
                <a:spcPct val="100000"/>
              </a:lnSpc>
              <a:spcAft>
                <a:spcPts val="0"/>
              </a:spcAft>
              <a:buNone/>
              <a:defRPr sz="1400" b="0">
                <a:solidFill>
                  <a:schemeClr val="accent4"/>
                </a:solidFill>
                <a:latin typeface="+mn-lt"/>
              </a:defRPr>
            </a:lvl2pPr>
          </a:lstStyle>
          <a:p>
            <a:pPr lvl="1"/>
            <a:r>
              <a:rPr lang="en-US"/>
              <a:t>Position</a:t>
            </a:r>
            <a:endParaRPr lang="en-AU"/>
          </a:p>
        </p:txBody>
      </p:sp>
    </p:spTree>
    <p:extLst>
      <p:ext uri="{BB962C8B-B14F-4D97-AF65-F5344CB8AC3E}">
        <p14:creationId xmlns:p14="http://schemas.microsoft.com/office/powerpoint/2010/main" val="171692309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solidFill>
                  <a:schemeClr val="bg2"/>
                </a:solidFill>
              </a:defRPr>
            </a:lvl1pPr>
          </a:lstStyle>
          <a:p>
            <a:fld id="{E4C2AD82-1025-4508-97C1-6F7EE5C92734}" type="slidenum">
              <a:rPr lang="en-AU" smtClean="0"/>
              <a:pPr/>
              <a:t>‹#›</a:t>
            </a:fld>
            <a:endParaRPr lang="en-AU"/>
          </a:p>
        </p:txBody>
      </p:sp>
      <p:pic>
        <p:nvPicPr>
          <p:cNvPr id="5" name="Graphic 4">
            <a:extLst>
              <a:ext uri="{FF2B5EF4-FFF2-40B4-BE49-F238E27FC236}">
                <a16:creationId xmlns:a16="http://schemas.microsoft.com/office/drawing/2014/main" id="{FE4B4014-9923-6934-8BC6-5366F90D32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12" name="Title 6">
            <a:extLst>
              <a:ext uri="{FF2B5EF4-FFF2-40B4-BE49-F238E27FC236}">
                <a16:creationId xmlns:a16="http://schemas.microsoft.com/office/drawing/2014/main" id="{2A64E8E0-928D-C8CA-56AC-32F1D8FA0A63}"/>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3" name="Title 6">
            <a:extLst>
              <a:ext uri="{FF2B5EF4-FFF2-40B4-BE49-F238E27FC236}">
                <a16:creationId xmlns:a16="http://schemas.microsoft.com/office/drawing/2014/main" id="{8A88A8DD-1D73-0E99-136B-9907D7E7830B}"/>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4" name="Text Placeholder 9">
            <a:extLst>
              <a:ext uri="{FF2B5EF4-FFF2-40B4-BE49-F238E27FC236}">
                <a16:creationId xmlns:a16="http://schemas.microsoft.com/office/drawing/2014/main" id="{38E1D4DA-FF21-F632-0E63-1887B42811BA}"/>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000" b="1"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3" name="Footer Placeholder 4">
            <a:extLst>
              <a:ext uri="{FF2B5EF4-FFF2-40B4-BE49-F238E27FC236}">
                <a16:creationId xmlns:a16="http://schemas.microsoft.com/office/drawing/2014/main" id="{1A2BCCA4-30C0-E8A3-C9B5-CD65C5FDEDB9}"/>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77762120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image">
    <p:spTree>
      <p:nvGrpSpPr>
        <p:cNvPr id="1" name=""/>
        <p:cNvGrpSpPr/>
        <p:nvPr/>
      </p:nvGrpSpPr>
      <p:grpSpPr>
        <a:xfrm>
          <a:off x="0" y="0"/>
          <a:ext cx="0" cy="0"/>
          <a:chOff x="0" y="0"/>
          <a:chExt cx="0" cy="0"/>
        </a:xfrm>
      </p:grpSpPr>
      <p:sp>
        <p:nvSpPr>
          <p:cNvPr id="3" name="Picture Placeholder 10">
            <a:extLst>
              <a:ext uri="{FF2B5EF4-FFF2-40B4-BE49-F238E27FC236}">
                <a16:creationId xmlns:a16="http://schemas.microsoft.com/office/drawing/2014/main" id="{4736B0AD-E51E-71E3-297C-FD7F0CFA93E8}"/>
              </a:ext>
            </a:extLst>
          </p:cNvPr>
          <p:cNvSpPr>
            <a:spLocks noGrp="1"/>
          </p:cNvSpPr>
          <p:nvPr>
            <p:ph type="pic" sz="quarter" idx="34" hasCustomPrompt="1"/>
          </p:nvPr>
        </p:nvSpPr>
        <p:spPr>
          <a:xfrm>
            <a:off x="0" y="0"/>
            <a:ext cx="12192000" cy="6858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rIns="0" anchor="ctr" anchorCtr="1">
            <a:noAutofit/>
          </a:bodyPr>
          <a:lstStyle>
            <a:lvl1pPr marL="0" indent="0" algn="ctr">
              <a:lnSpc>
                <a:spcPct val="100000"/>
              </a:lnSpc>
              <a:spcAft>
                <a:spcPts val="600"/>
              </a:spcAft>
              <a:buNone/>
              <a:defRPr sz="1400">
                <a:solidFill>
                  <a:schemeClr val="bg1"/>
                </a:solidFill>
              </a:defRPr>
            </a:lvl1pPr>
          </a:lstStyle>
          <a:p>
            <a:r>
              <a:rPr lang="en-AU"/>
              <a:t>Insert a background image from the ‘Background Images’ folder in Pickit</a:t>
            </a:r>
          </a:p>
          <a:p>
            <a:endParaRPr lang="en-AU"/>
          </a:p>
          <a:p>
            <a:endParaRPr lang="en-AU"/>
          </a:p>
          <a:p>
            <a:endParaRPr lang="en-AU"/>
          </a:p>
          <a:p>
            <a:endParaRPr lang="en-AU"/>
          </a:p>
          <a:p>
            <a:endParaRPr lang="en-AU"/>
          </a:p>
        </p:txBody>
      </p:sp>
      <p:sp>
        <p:nvSpPr>
          <p:cNvPr id="5" name="Slide Number Placeholder 1">
            <a:extLst>
              <a:ext uri="{FF2B5EF4-FFF2-40B4-BE49-F238E27FC236}">
                <a16:creationId xmlns:a16="http://schemas.microsoft.com/office/drawing/2014/main" id="{88EEF4D5-551B-54B5-7E86-E028F8918EFB}"/>
              </a:ext>
            </a:extLst>
          </p:cNvPr>
          <p:cNvSpPr>
            <a:spLocks noGrp="1"/>
          </p:cNvSpPr>
          <p:nvPr>
            <p:ph type="sldNum" sz="quarter" idx="12"/>
          </p:nvPr>
        </p:nvSpPr>
        <p:spPr>
          <a:xfrm>
            <a:off x="451427" y="6339948"/>
            <a:ext cx="173038" cy="169200"/>
          </a:xfrm>
          <a:prstGeom prst="rect">
            <a:avLst/>
          </a:prstGeom>
        </p:spPr>
        <p:txBody>
          <a:bodyPr/>
          <a:lstStyle>
            <a:lvl1pPr>
              <a:spcAft>
                <a:spcPts val="600"/>
              </a:spcAft>
              <a:defRPr/>
            </a:lvl1pPr>
          </a:lstStyle>
          <a:p>
            <a:fld id="{E4C2AD82-1025-4508-97C1-6F7EE5C92734}" type="slidenum">
              <a:rPr lang="en-AU" smtClean="0"/>
              <a:pPr/>
              <a:t>‹#›</a:t>
            </a:fld>
            <a:endParaRPr lang="en-AU"/>
          </a:p>
        </p:txBody>
      </p:sp>
      <p:sp>
        <p:nvSpPr>
          <p:cNvPr id="6" name="Title 6">
            <a:extLst>
              <a:ext uri="{FF2B5EF4-FFF2-40B4-BE49-F238E27FC236}">
                <a16:creationId xmlns:a16="http://schemas.microsoft.com/office/drawing/2014/main" id="{65954C5D-86A2-0690-AE53-9590BD6C3870}"/>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7" name="Title 6">
            <a:extLst>
              <a:ext uri="{FF2B5EF4-FFF2-40B4-BE49-F238E27FC236}">
                <a16:creationId xmlns:a16="http://schemas.microsoft.com/office/drawing/2014/main" id="{FBDC4927-26B0-E8FC-E040-58EDDF2B9985}"/>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9" name="Text Placeholder 9">
            <a:extLst>
              <a:ext uri="{FF2B5EF4-FFF2-40B4-BE49-F238E27FC236}">
                <a16:creationId xmlns:a16="http://schemas.microsoft.com/office/drawing/2014/main" id="{1991B544-0038-6F3B-FE0A-507C9E920F8A}"/>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4" name="Text Placeholder 9">
            <a:extLst>
              <a:ext uri="{FF2B5EF4-FFF2-40B4-BE49-F238E27FC236}">
                <a16:creationId xmlns:a16="http://schemas.microsoft.com/office/drawing/2014/main" id="{1965BBD6-2C96-5503-D864-D797213E4B6B}"/>
              </a:ext>
            </a:extLst>
          </p:cNvPr>
          <p:cNvSpPr>
            <a:spLocks noGrp="1" noChangeAspect="1"/>
          </p:cNvSpPr>
          <p:nvPr>
            <p:ph type="body" sz="quarter" idx="49"/>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2" name="Footer Placeholder 4">
            <a:extLst>
              <a:ext uri="{FF2B5EF4-FFF2-40B4-BE49-F238E27FC236}">
                <a16:creationId xmlns:a16="http://schemas.microsoft.com/office/drawing/2014/main" id="{41B73C21-FF24-EE28-14B4-CFF42A4DC375}"/>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21157844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pic>
        <p:nvPicPr>
          <p:cNvPr id="5" name="Graphic 4">
            <a:extLst>
              <a:ext uri="{FF2B5EF4-FFF2-40B4-BE49-F238E27FC236}">
                <a16:creationId xmlns:a16="http://schemas.microsoft.com/office/drawing/2014/main" id="{FE4B4014-9923-6934-8BC6-5366F90D32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9" name="Title 6">
            <a:extLst>
              <a:ext uri="{FF2B5EF4-FFF2-40B4-BE49-F238E27FC236}">
                <a16:creationId xmlns:a16="http://schemas.microsoft.com/office/drawing/2014/main" id="{41CA2835-D65C-9D6C-4850-E061F1F24C86}"/>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0" name="Title 6">
            <a:extLst>
              <a:ext uri="{FF2B5EF4-FFF2-40B4-BE49-F238E27FC236}">
                <a16:creationId xmlns:a16="http://schemas.microsoft.com/office/drawing/2014/main" id="{A9F89CC3-ADA6-43EC-BB18-01F8BF2F7A65}"/>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1" name="Text Placeholder 9">
            <a:extLst>
              <a:ext uri="{FF2B5EF4-FFF2-40B4-BE49-F238E27FC236}">
                <a16:creationId xmlns:a16="http://schemas.microsoft.com/office/drawing/2014/main" id="{79530928-090C-0ABD-831D-8E3AA6F16750}"/>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3" name="Footer Placeholder 4">
            <a:extLst>
              <a:ext uri="{FF2B5EF4-FFF2-40B4-BE49-F238E27FC236}">
                <a16:creationId xmlns:a16="http://schemas.microsoft.com/office/drawing/2014/main" id="{24E117AA-3669-ECA4-8536-1DEF09F73BE7}"/>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14" name="Content Placeholder 13">
            <a:extLst>
              <a:ext uri="{FF2B5EF4-FFF2-40B4-BE49-F238E27FC236}">
                <a16:creationId xmlns:a16="http://schemas.microsoft.com/office/drawing/2014/main" id="{6726951F-53DF-C834-2995-9029785257F6}"/>
              </a:ext>
            </a:extLst>
          </p:cNvPr>
          <p:cNvSpPr>
            <a:spLocks noGrp="1"/>
          </p:cNvSpPr>
          <p:nvPr>
            <p:ph sz="quarter" idx="46"/>
          </p:nvPr>
        </p:nvSpPr>
        <p:spPr>
          <a:xfrm>
            <a:off x="480575" y="1575004"/>
            <a:ext cx="11250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5486905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pic>
        <p:nvPicPr>
          <p:cNvPr id="3" name="Graphic 2">
            <a:extLst>
              <a:ext uri="{FF2B5EF4-FFF2-40B4-BE49-F238E27FC236}">
                <a16:creationId xmlns:a16="http://schemas.microsoft.com/office/drawing/2014/main" id="{68B9E9EC-38AA-F540-4619-8477F8373B4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5" name="Title 6">
            <a:extLst>
              <a:ext uri="{FF2B5EF4-FFF2-40B4-BE49-F238E27FC236}">
                <a16:creationId xmlns:a16="http://schemas.microsoft.com/office/drawing/2014/main" id="{9A1FA080-A7E0-BBAA-EFE4-0D5F009D42A9}"/>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6" name="Title 6">
            <a:extLst>
              <a:ext uri="{FF2B5EF4-FFF2-40B4-BE49-F238E27FC236}">
                <a16:creationId xmlns:a16="http://schemas.microsoft.com/office/drawing/2014/main" id="{66A95128-994F-801C-4D4F-D7DEE7DD92B5}"/>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8" name="Text Placeholder 9">
            <a:extLst>
              <a:ext uri="{FF2B5EF4-FFF2-40B4-BE49-F238E27FC236}">
                <a16:creationId xmlns:a16="http://schemas.microsoft.com/office/drawing/2014/main" id="{02D333D5-8D32-E571-D0DE-2D3378351FDF}"/>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4" name="Footer Placeholder 4">
            <a:extLst>
              <a:ext uri="{FF2B5EF4-FFF2-40B4-BE49-F238E27FC236}">
                <a16:creationId xmlns:a16="http://schemas.microsoft.com/office/drawing/2014/main" id="{AC0BA9EA-62F2-CC51-F290-C02CB627AA51}"/>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9" name="Content Placeholder 8">
            <a:extLst>
              <a:ext uri="{FF2B5EF4-FFF2-40B4-BE49-F238E27FC236}">
                <a16:creationId xmlns:a16="http://schemas.microsoft.com/office/drawing/2014/main" id="{38B3A166-66F0-9E38-2FE9-92F219DE4A57}"/>
              </a:ext>
            </a:extLst>
          </p:cNvPr>
          <p:cNvSpPr>
            <a:spLocks noGrp="1"/>
          </p:cNvSpPr>
          <p:nvPr>
            <p:ph sz="quarter" idx="47"/>
          </p:nvPr>
        </p:nvSpPr>
        <p:spPr>
          <a:xfrm>
            <a:off x="480575" y="1575004"/>
            <a:ext cx="54864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Content Placeholder 8">
            <a:extLst>
              <a:ext uri="{FF2B5EF4-FFF2-40B4-BE49-F238E27FC236}">
                <a16:creationId xmlns:a16="http://schemas.microsoft.com/office/drawing/2014/main" id="{67F84F60-323B-EA3E-BDA2-218324AB990F}"/>
              </a:ext>
            </a:extLst>
          </p:cNvPr>
          <p:cNvSpPr>
            <a:spLocks noGrp="1"/>
          </p:cNvSpPr>
          <p:nvPr>
            <p:ph sz="quarter" idx="48"/>
          </p:nvPr>
        </p:nvSpPr>
        <p:spPr>
          <a:xfrm>
            <a:off x="6245099" y="1575004"/>
            <a:ext cx="54864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14851350"/>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6" name="Title 6">
            <a:extLst>
              <a:ext uri="{FF2B5EF4-FFF2-40B4-BE49-F238E27FC236}">
                <a16:creationId xmlns:a16="http://schemas.microsoft.com/office/drawing/2014/main" id="{255270A6-2437-3427-8FB9-5FD4BF09F07C}"/>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7" name="Title 6">
            <a:extLst>
              <a:ext uri="{FF2B5EF4-FFF2-40B4-BE49-F238E27FC236}">
                <a16:creationId xmlns:a16="http://schemas.microsoft.com/office/drawing/2014/main" id="{94B286CF-FB27-5B83-834A-5567AB301AC7}"/>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8" name="Text Placeholder 9">
            <a:extLst>
              <a:ext uri="{FF2B5EF4-FFF2-40B4-BE49-F238E27FC236}">
                <a16:creationId xmlns:a16="http://schemas.microsoft.com/office/drawing/2014/main" id="{DE0C00BA-B3BF-3104-3196-86E59D86D638}"/>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4" name="Graphic 3">
            <a:extLst>
              <a:ext uri="{FF2B5EF4-FFF2-40B4-BE49-F238E27FC236}">
                <a16:creationId xmlns:a16="http://schemas.microsoft.com/office/drawing/2014/main" id="{35B43BE9-CBFF-3BBD-17C6-8EA3985B7E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CE44CC93-43F6-5BB5-6EAB-D483E165DD79}"/>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5" name="Content Placeholder 8">
            <a:extLst>
              <a:ext uri="{FF2B5EF4-FFF2-40B4-BE49-F238E27FC236}">
                <a16:creationId xmlns:a16="http://schemas.microsoft.com/office/drawing/2014/main" id="{194430E9-5A79-FE7C-37C1-CAF1699684DA}"/>
              </a:ext>
            </a:extLst>
          </p:cNvPr>
          <p:cNvSpPr>
            <a:spLocks noGrp="1"/>
          </p:cNvSpPr>
          <p:nvPr>
            <p:ph sz="quarter" idx="47"/>
          </p:nvPr>
        </p:nvSpPr>
        <p:spPr>
          <a:xfrm>
            <a:off x="480575" y="1575004"/>
            <a:ext cx="356501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Content Placeholder 8">
            <a:extLst>
              <a:ext uri="{FF2B5EF4-FFF2-40B4-BE49-F238E27FC236}">
                <a16:creationId xmlns:a16="http://schemas.microsoft.com/office/drawing/2014/main" id="{E4EF4947-0179-A38A-F90D-DF108445105B}"/>
              </a:ext>
            </a:extLst>
          </p:cNvPr>
          <p:cNvSpPr>
            <a:spLocks noGrp="1"/>
          </p:cNvSpPr>
          <p:nvPr>
            <p:ph sz="quarter" idx="48"/>
          </p:nvPr>
        </p:nvSpPr>
        <p:spPr>
          <a:xfrm>
            <a:off x="4312920" y="1581120"/>
            <a:ext cx="356501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3" name="Content Placeholder 8">
            <a:extLst>
              <a:ext uri="{FF2B5EF4-FFF2-40B4-BE49-F238E27FC236}">
                <a16:creationId xmlns:a16="http://schemas.microsoft.com/office/drawing/2014/main" id="{87585128-5D68-C598-0925-8C7C53AFCA25}"/>
              </a:ext>
            </a:extLst>
          </p:cNvPr>
          <p:cNvSpPr>
            <a:spLocks noGrp="1"/>
          </p:cNvSpPr>
          <p:nvPr>
            <p:ph sz="quarter" idx="49"/>
          </p:nvPr>
        </p:nvSpPr>
        <p:spPr>
          <a:xfrm>
            <a:off x="8146414" y="1575795"/>
            <a:ext cx="356501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336558625"/>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Column + Header">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6" name="Title 6">
            <a:extLst>
              <a:ext uri="{FF2B5EF4-FFF2-40B4-BE49-F238E27FC236}">
                <a16:creationId xmlns:a16="http://schemas.microsoft.com/office/drawing/2014/main" id="{255270A6-2437-3427-8FB9-5FD4BF09F07C}"/>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7" name="Title 6">
            <a:extLst>
              <a:ext uri="{FF2B5EF4-FFF2-40B4-BE49-F238E27FC236}">
                <a16:creationId xmlns:a16="http://schemas.microsoft.com/office/drawing/2014/main" id="{94B286CF-FB27-5B83-834A-5567AB301AC7}"/>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8" name="Text Placeholder 9">
            <a:extLst>
              <a:ext uri="{FF2B5EF4-FFF2-40B4-BE49-F238E27FC236}">
                <a16:creationId xmlns:a16="http://schemas.microsoft.com/office/drawing/2014/main" id="{DE0C00BA-B3BF-3104-3196-86E59D86D638}"/>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6" name="Text Placeholder 15">
            <a:extLst>
              <a:ext uri="{FF2B5EF4-FFF2-40B4-BE49-F238E27FC236}">
                <a16:creationId xmlns:a16="http://schemas.microsoft.com/office/drawing/2014/main" id="{9C8AC297-354C-C8D7-6FCD-91F493BBE4B6}"/>
              </a:ext>
            </a:extLst>
          </p:cNvPr>
          <p:cNvSpPr>
            <a:spLocks noGrp="1"/>
          </p:cNvSpPr>
          <p:nvPr>
            <p:ph type="body" sz="quarter" idx="48" hasCustomPrompt="1"/>
          </p:nvPr>
        </p:nvSpPr>
        <p:spPr>
          <a:xfrm>
            <a:off x="479425" y="1592617"/>
            <a:ext cx="3566160" cy="378226"/>
          </a:xfrm>
          <a:prstGeom prst="roundRect">
            <a:avLst/>
          </a:prstGeom>
          <a:solidFill>
            <a:srgbClr val="3366FF"/>
          </a:solidFill>
        </p:spPr>
        <p:txBody>
          <a:bodyPr anchor="ctr"/>
          <a:lstStyle>
            <a:lvl1pPr>
              <a:buNone/>
              <a:defRPr sz="1600" b="1">
                <a:solidFill>
                  <a:schemeClr val="tx1"/>
                </a:solidFill>
              </a:defRPr>
            </a:lvl1pPr>
          </a:lstStyle>
          <a:p>
            <a:pPr lvl="0"/>
            <a:r>
              <a:rPr lang="en-US"/>
              <a:t>Click to add text</a:t>
            </a:r>
          </a:p>
        </p:txBody>
      </p:sp>
      <p:sp>
        <p:nvSpPr>
          <p:cNvPr id="17" name="Text Placeholder 15">
            <a:extLst>
              <a:ext uri="{FF2B5EF4-FFF2-40B4-BE49-F238E27FC236}">
                <a16:creationId xmlns:a16="http://schemas.microsoft.com/office/drawing/2014/main" id="{6E638089-72C4-F171-C0FB-E14F56B5D7E3}"/>
              </a:ext>
            </a:extLst>
          </p:cNvPr>
          <p:cNvSpPr>
            <a:spLocks noGrp="1"/>
          </p:cNvSpPr>
          <p:nvPr>
            <p:ph type="body" sz="quarter" idx="49" hasCustomPrompt="1"/>
          </p:nvPr>
        </p:nvSpPr>
        <p:spPr>
          <a:xfrm>
            <a:off x="4312920" y="1592617"/>
            <a:ext cx="3566160" cy="378226"/>
          </a:xfrm>
          <a:prstGeom prst="roundRect">
            <a:avLst/>
          </a:prstGeom>
          <a:solidFill>
            <a:srgbClr val="3366FF"/>
          </a:solidFill>
        </p:spPr>
        <p:txBody>
          <a:bodyPr anchor="ctr"/>
          <a:lstStyle>
            <a:lvl1pPr>
              <a:buNone/>
              <a:defRPr sz="1600" b="1">
                <a:solidFill>
                  <a:schemeClr val="tx1"/>
                </a:solidFill>
              </a:defRPr>
            </a:lvl1pPr>
          </a:lstStyle>
          <a:p>
            <a:pPr lvl="0"/>
            <a:r>
              <a:rPr lang="en-US"/>
              <a:t>Click to add text</a:t>
            </a:r>
          </a:p>
        </p:txBody>
      </p:sp>
      <p:sp>
        <p:nvSpPr>
          <p:cNvPr id="18" name="Text Placeholder 15">
            <a:extLst>
              <a:ext uri="{FF2B5EF4-FFF2-40B4-BE49-F238E27FC236}">
                <a16:creationId xmlns:a16="http://schemas.microsoft.com/office/drawing/2014/main" id="{1DC62695-5A13-3085-E2FE-E9077D2D3D33}"/>
              </a:ext>
            </a:extLst>
          </p:cNvPr>
          <p:cNvSpPr>
            <a:spLocks noGrp="1"/>
          </p:cNvSpPr>
          <p:nvPr>
            <p:ph type="body" sz="quarter" idx="50" hasCustomPrompt="1"/>
          </p:nvPr>
        </p:nvSpPr>
        <p:spPr>
          <a:xfrm>
            <a:off x="8146414" y="1592617"/>
            <a:ext cx="3566160" cy="378226"/>
          </a:xfrm>
          <a:prstGeom prst="roundRect">
            <a:avLst/>
          </a:prstGeom>
          <a:solidFill>
            <a:srgbClr val="3366FF"/>
          </a:solidFill>
        </p:spPr>
        <p:txBody>
          <a:bodyPr anchor="ctr"/>
          <a:lstStyle>
            <a:lvl1pPr>
              <a:buNone/>
              <a:defRPr sz="1600" b="1">
                <a:solidFill>
                  <a:schemeClr val="tx1"/>
                </a:solidFill>
              </a:defRPr>
            </a:lvl1pPr>
          </a:lstStyle>
          <a:p>
            <a:pPr lvl="0"/>
            <a:r>
              <a:rPr lang="en-US"/>
              <a:t>Click to add text</a:t>
            </a:r>
          </a:p>
        </p:txBody>
      </p:sp>
      <p:pic>
        <p:nvPicPr>
          <p:cNvPr id="10" name="Graphic 9">
            <a:extLst>
              <a:ext uri="{FF2B5EF4-FFF2-40B4-BE49-F238E27FC236}">
                <a16:creationId xmlns:a16="http://schemas.microsoft.com/office/drawing/2014/main" id="{888F7A83-1A7F-E477-D00A-F6A07B6296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11" name="Footer Placeholder 4">
            <a:extLst>
              <a:ext uri="{FF2B5EF4-FFF2-40B4-BE49-F238E27FC236}">
                <a16:creationId xmlns:a16="http://schemas.microsoft.com/office/drawing/2014/main" id="{07BA689D-A3C5-D38A-E090-9891922A4E42}"/>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13" name="Content Placeholder 25">
            <a:extLst>
              <a:ext uri="{FF2B5EF4-FFF2-40B4-BE49-F238E27FC236}">
                <a16:creationId xmlns:a16="http://schemas.microsoft.com/office/drawing/2014/main" id="{11D56EF9-3928-7814-07FE-9E78DC5E8835}"/>
              </a:ext>
            </a:extLst>
          </p:cNvPr>
          <p:cNvSpPr>
            <a:spLocks noGrp="1"/>
          </p:cNvSpPr>
          <p:nvPr>
            <p:ph sz="quarter" idx="52"/>
          </p:nvPr>
        </p:nvSpPr>
        <p:spPr>
          <a:xfrm>
            <a:off x="479426" y="2183907"/>
            <a:ext cx="3567600" cy="3816000"/>
          </a:xfrm>
          <a:prstGeom prst="roundRect">
            <a:avLst>
              <a:gd name="adj" fmla="val 2431"/>
            </a:avLst>
          </a:prstGeom>
          <a:solidFill>
            <a:schemeClr val="tx1">
              <a:alpha val="70000"/>
            </a:schemeClr>
          </a:solidFill>
        </p:spPr>
        <p:txBody>
          <a:bodyPr lIns="0" tIns="0" rIns="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Content Placeholder 25">
            <a:extLst>
              <a:ext uri="{FF2B5EF4-FFF2-40B4-BE49-F238E27FC236}">
                <a16:creationId xmlns:a16="http://schemas.microsoft.com/office/drawing/2014/main" id="{620F5D7B-39B7-9ECF-6B27-FF0961557775}"/>
              </a:ext>
            </a:extLst>
          </p:cNvPr>
          <p:cNvSpPr>
            <a:spLocks noGrp="1"/>
          </p:cNvSpPr>
          <p:nvPr>
            <p:ph sz="quarter" idx="53"/>
          </p:nvPr>
        </p:nvSpPr>
        <p:spPr>
          <a:xfrm>
            <a:off x="4312920" y="2183907"/>
            <a:ext cx="3567600" cy="3816000"/>
          </a:xfrm>
          <a:prstGeom prst="roundRect">
            <a:avLst>
              <a:gd name="adj" fmla="val 2431"/>
            </a:avLst>
          </a:prstGeom>
          <a:solidFill>
            <a:schemeClr val="tx1">
              <a:alpha val="70000"/>
            </a:schemeClr>
          </a:solidFill>
        </p:spPr>
        <p:txBody>
          <a:bodyPr lIns="0" tIns="0" rIns="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5" name="Content Placeholder 25">
            <a:extLst>
              <a:ext uri="{FF2B5EF4-FFF2-40B4-BE49-F238E27FC236}">
                <a16:creationId xmlns:a16="http://schemas.microsoft.com/office/drawing/2014/main" id="{1E43EB01-C6B2-7723-44E5-04C1A490C6CC}"/>
              </a:ext>
            </a:extLst>
          </p:cNvPr>
          <p:cNvSpPr>
            <a:spLocks noGrp="1"/>
          </p:cNvSpPr>
          <p:nvPr>
            <p:ph sz="quarter" idx="54"/>
          </p:nvPr>
        </p:nvSpPr>
        <p:spPr>
          <a:xfrm>
            <a:off x="8146414" y="2183907"/>
            <a:ext cx="3567600" cy="3816000"/>
          </a:xfrm>
          <a:prstGeom prst="roundRect">
            <a:avLst>
              <a:gd name="adj" fmla="val 2431"/>
            </a:avLst>
          </a:prstGeom>
          <a:solidFill>
            <a:schemeClr val="tx1">
              <a:alpha val="70000"/>
            </a:schemeClr>
          </a:solidFill>
        </p:spPr>
        <p:txBody>
          <a:bodyPr lIns="0" tIns="0" rIns="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350943341"/>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 Column - 1/3">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6" name="Title 6">
            <a:extLst>
              <a:ext uri="{FF2B5EF4-FFF2-40B4-BE49-F238E27FC236}">
                <a16:creationId xmlns:a16="http://schemas.microsoft.com/office/drawing/2014/main" id="{255270A6-2437-3427-8FB9-5FD4BF09F07C}"/>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7" name="Title 6">
            <a:extLst>
              <a:ext uri="{FF2B5EF4-FFF2-40B4-BE49-F238E27FC236}">
                <a16:creationId xmlns:a16="http://schemas.microsoft.com/office/drawing/2014/main" id="{94B286CF-FB27-5B83-834A-5567AB301AC7}"/>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8" name="Text Placeholder 9">
            <a:extLst>
              <a:ext uri="{FF2B5EF4-FFF2-40B4-BE49-F238E27FC236}">
                <a16:creationId xmlns:a16="http://schemas.microsoft.com/office/drawing/2014/main" id="{DE0C00BA-B3BF-3104-3196-86E59D86D638}"/>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4" name="Graphic 3">
            <a:extLst>
              <a:ext uri="{FF2B5EF4-FFF2-40B4-BE49-F238E27FC236}">
                <a16:creationId xmlns:a16="http://schemas.microsoft.com/office/drawing/2014/main" id="{35B43BE9-CBFF-3BBD-17C6-8EA3985B7E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DACE19E1-3750-0FB7-FE44-942F86011EF9}"/>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5" name="Content Placeholder 15">
            <a:extLst>
              <a:ext uri="{FF2B5EF4-FFF2-40B4-BE49-F238E27FC236}">
                <a16:creationId xmlns:a16="http://schemas.microsoft.com/office/drawing/2014/main" id="{6E912BD5-1031-31E2-5A84-F42A144295CD}"/>
              </a:ext>
            </a:extLst>
          </p:cNvPr>
          <p:cNvSpPr>
            <a:spLocks noGrp="1"/>
          </p:cNvSpPr>
          <p:nvPr>
            <p:ph sz="quarter" idx="46"/>
          </p:nvPr>
        </p:nvSpPr>
        <p:spPr>
          <a:xfrm>
            <a:off x="479426" y="1575004"/>
            <a:ext cx="3566155" cy="44299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Content Placeholder 15">
            <a:extLst>
              <a:ext uri="{FF2B5EF4-FFF2-40B4-BE49-F238E27FC236}">
                <a16:creationId xmlns:a16="http://schemas.microsoft.com/office/drawing/2014/main" id="{E99FC257-DF02-91C6-9584-88F1DF0D6C46}"/>
              </a:ext>
            </a:extLst>
          </p:cNvPr>
          <p:cNvSpPr>
            <a:spLocks noGrp="1"/>
          </p:cNvSpPr>
          <p:nvPr>
            <p:ph sz="quarter" idx="47"/>
          </p:nvPr>
        </p:nvSpPr>
        <p:spPr>
          <a:xfrm>
            <a:off x="4312920" y="1575004"/>
            <a:ext cx="7399650" cy="44299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62129854"/>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6" name="Title 6">
            <a:extLst>
              <a:ext uri="{FF2B5EF4-FFF2-40B4-BE49-F238E27FC236}">
                <a16:creationId xmlns:a16="http://schemas.microsoft.com/office/drawing/2014/main" id="{255270A6-2437-3427-8FB9-5FD4BF09F07C}"/>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7" name="Title 6">
            <a:extLst>
              <a:ext uri="{FF2B5EF4-FFF2-40B4-BE49-F238E27FC236}">
                <a16:creationId xmlns:a16="http://schemas.microsoft.com/office/drawing/2014/main" id="{94B286CF-FB27-5B83-834A-5567AB301AC7}"/>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8" name="Text Placeholder 9">
            <a:extLst>
              <a:ext uri="{FF2B5EF4-FFF2-40B4-BE49-F238E27FC236}">
                <a16:creationId xmlns:a16="http://schemas.microsoft.com/office/drawing/2014/main" id="{DE0C00BA-B3BF-3104-3196-86E59D86D638}"/>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10" name="Graphic 9">
            <a:extLst>
              <a:ext uri="{FF2B5EF4-FFF2-40B4-BE49-F238E27FC236}">
                <a16:creationId xmlns:a16="http://schemas.microsoft.com/office/drawing/2014/main" id="{1740F9AE-88D7-73BD-9431-1BA67CEB7C6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B515080E-4C5D-FF5C-98BC-8A65903775C4}"/>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11" name="Content Placeholder 15">
            <a:extLst>
              <a:ext uri="{FF2B5EF4-FFF2-40B4-BE49-F238E27FC236}">
                <a16:creationId xmlns:a16="http://schemas.microsoft.com/office/drawing/2014/main" id="{CE4A000C-684B-964A-9F59-68912E014688}"/>
              </a:ext>
            </a:extLst>
          </p:cNvPr>
          <p:cNvSpPr>
            <a:spLocks noGrp="1"/>
          </p:cNvSpPr>
          <p:nvPr>
            <p:ph sz="quarter" idx="46"/>
          </p:nvPr>
        </p:nvSpPr>
        <p:spPr>
          <a:xfrm>
            <a:off x="479427" y="1575004"/>
            <a:ext cx="2606038" cy="44299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3" name="Content Placeholder 15">
            <a:extLst>
              <a:ext uri="{FF2B5EF4-FFF2-40B4-BE49-F238E27FC236}">
                <a16:creationId xmlns:a16="http://schemas.microsoft.com/office/drawing/2014/main" id="{56CEE91B-7B9D-A709-6075-8243DCC25485}"/>
              </a:ext>
            </a:extLst>
          </p:cNvPr>
          <p:cNvSpPr>
            <a:spLocks noGrp="1"/>
          </p:cNvSpPr>
          <p:nvPr>
            <p:ph sz="quarter" idx="47"/>
          </p:nvPr>
        </p:nvSpPr>
        <p:spPr>
          <a:xfrm>
            <a:off x="3355128" y="1575004"/>
            <a:ext cx="2606038" cy="44299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Content Placeholder 15">
            <a:extLst>
              <a:ext uri="{FF2B5EF4-FFF2-40B4-BE49-F238E27FC236}">
                <a16:creationId xmlns:a16="http://schemas.microsoft.com/office/drawing/2014/main" id="{0A71B47A-B30E-612E-A57B-E0A3EA565BC9}"/>
              </a:ext>
            </a:extLst>
          </p:cNvPr>
          <p:cNvSpPr>
            <a:spLocks noGrp="1"/>
          </p:cNvSpPr>
          <p:nvPr>
            <p:ph sz="quarter" idx="48"/>
          </p:nvPr>
        </p:nvSpPr>
        <p:spPr>
          <a:xfrm>
            <a:off x="6230831" y="1575004"/>
            <a:ext cx="2606038" cy="44299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5" name="Content Placeholder 15">
            <a:extLst>
              <a:ext uri="{FF2B5EF4-FFF2-40B4-BE49-F238E27FC236}">
                <a16:creationId xmlns:a16="http://schemas.microsoft.com/office/drawing/2014/main" id="{62F788D5-C913-5713-7FF9-9843E6DE6B10}"/>
              </a:ext>
            </a:extLst>
          </p:cNvPr>
          <p:cNvSpPr>
            <a:spLocks noGrp="1"/>
          </p:cNvSpPr>
          <p:nvPr>
            <p:ph sz="quarter" idx="49"/>
          </p:nvPr>
        </p:nvSpPr>
        <p:spPr>
          <a:xfrm>
            <a:off x="9106534" y="1575004"/>
            <a:ext cx="2606038" cy="44299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913551780"/>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x2 Colum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5" name="Title 6">
            <a:extLst>
              <a:ext uri="{FF2B5EF4-FFF2-40B4-BE49-F238E27FC236}">
                <a16:creationId xmlns:a16="http://schemas.microsoft.com/office/drawing/2014/main" id="{CA39D3FE-10D9-E794-C8DC-0EFF218D8517}"/>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0" name="Title 6">
            <a:extLst>
              <a:ext uri="{FF2B5EF4-FFF2-40B4-BE49-F238E27FC236}">
                <a16:creationId xmlns:a16="http://schemas.microsoft.com/office/drawing/2014/main" id="{0D98CC1B-07B7-9277-BE28-665135EC1DE4}"/>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1" name="Text Placeholder 9">
            <a:extLst>
              <a:ext uri="{FF2B5EF4-FFF2-40B4-BE49-F238E27FC236}">
                <a16:creationId xmlns:a16="http://schemas.microsoft.com/office/drawing/2014/main" id="{B79BA4CE-6147-8056-4E26-76A644AF3139}"/>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8" name="Graphic 7">
            <a:extLst>
              <a:ext uri="{FF2B5EF4-FFF2-40B4-BE49-F238E27FC236}">
                <a16:creationId xmlns:a16="http://schemas.microsoft.com/office/drawing/2014/main" id="{CAAB5CA7-C9A7-2E7F-AFFB-9924AC13CC7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1F99B036-C1E9-F7B0-A972-FD06DFE248FB}"/>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4" name="Content Placeholder 20">
            <a:extLst>
              <a:ext uri="{FF2B5EF4-FFF2-40B4-BE49-F238E27FC236}">
                <a16:creationId xmlns:a16="http://schemas.microsoft.com/office/drawing/2014/main" id="{0819AFC7-940C-9407-BDCF-6F9BEA6F1F5C}"/>
              </a:ext>
            </a:extLst>
          </p:cNvPr>
          <p:cNvSpPr>
            <a:spLocks noGrp="1"/>
          </p:cNvSpPr>
          <p:nvPr>
            <p:ph sz="quarter" idx="45"/>
          </p:nvPr>
        </p:nvSpPr>
        <p:spPr>
          <a:xfrm>
            <a:off x="479426" y="1745198"/>
            <a:ext cx="54756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Content Placeholder 20">
            <a:extLst>
              <a:ext uri="{FF2B5EF4-FFF2-40B4-BE49-F238E27FC236}">
                <a16:creationId xmlns:a16="http://schemas.microsoft.com/office/drawing/2014/main" id="{261D84A1-9FDD-74FD-29EB-B784E1877DF2}"/>
              </a:ext>
            </a:extLst>
          </p:cNvPr>
          <p:cNvSpPr>
            <a:spLocks noGrp="1"/>
          </p:cNvSpPr>
          <p:nvPr>
            <p:ph sz="quarter" idx="46"/>
          </p:nvPr>
        </p:nvSpPr>
        <p:spPr>
          <a:xfrm>
            <a:off x="6238874" y="1745198"/>
            <a:ext cx="54756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3" name="Content Placeholder 20">
            <a:extLst>
              <a:ext uri="{FF2B5EF4-FFF2-40B4-BE49-F238E27FC236}">
                <a16:creationId xmlns:a16="http://schemas.microsoft.com/office/drawing/2014/main" id="{EA2701DE-64D3-9FBD-A8A5-507FC111BBF3}"/>
              </a:ext>
            </a:extLst>
          </p:cNvPr>
          <p:cNvSpPr>
            <a:spLocks noGrp="1"/>
          </p:cNvSpPr>
          <p:nvPr>
            <p:ph sz="quarter" idx="47"/>
          </p:nvPr>
        </p:nvSpPr>
        <p:spPr>
          <a:xfrm>
            <a:off x="479426" y="3993722"/>
            <a:ext cx="54756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5" name="Content Placeholder 20">
            <a:extLst>
              <a:ext uri="{FF2B5EF4-FFF2-40B4-BE49-F238E27FC236}">
                <a16:creationId xmlns:a16="http://schemas.microsoft.com/office/drawing/2014/main" id="{1C5439EE-6A2F-F06D-7945-194660BF3054}"/>
              </a:ext>
            </a:extLst>
          </p:cNvPr>
          <p:cNvSpPr>
            <a:spLocks noGrp="1"/>
          </p:cNvSpPr>
          <p:nvPr>
            <p:ph sz="quarter" idx="48"/>
          </p:nvPr>
        </p:nvSpPr>
        <p:spPr>
          <a:xfrm>
            <a:off x="6238874" y="3993722"/>
            <a:ext cx="54756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966298480"/>
      </p:ext>
    </p:extLst>
  </p:cSld>
  <p:clrMapOvr>
    <a:masterClrMapping/>
  </p:clrMapOvr>
  <p:extLst>
    <p:ext uri="{DCECCB84-F9BA-43D5-87BE-67443E8EF086}">
      <p15:sldGuideLst xmlns:p15="http://schemas.microsoft.com/office/powerpoint/2012/main">
        <p15:guide id="5" pos="4042">
          <p15:clr>
            <a:srgbClr val="FBAE40"/>
          </p15:clr>
        </p15:guide>
        <p15:guide id="6" pos="3638">
          <p15:clr>
            <a:srgbClr val="FBAE40"/>
          </p15:clr>
        </p15:guide>
        <p15:guide id="7" orient="horz" pos="2368">
          <p15:clr>
            <a:srgbClr val="FBAE40"/>
          </p15:clr>
        </p15:guide>
        <p15:guide id="8" orient="horz" pos="2653">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x2 Colum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5" name="Title 6">
            <a:extLst>
              <a:ext uri="{FF2B5EF4-FFF2-40B4-BE49-F238E27FC236}">
                <a16:creationId xmlns:a16="http://schemas.microsoft.com/office/drawing/2014/main" id="{84687738-C105-5AF8-54F4-53CD7D21CA45}"/>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6" name="Title 6">
            <a:extLst>
              <a:ext uri="{FF2B5EF4-FFF2-40B4-BE49-F238E27FC236}">
                <a16:creationId xmlns:a16="http://schemas.microsoft.com/office/drawing/2014/main" id="{F08F6B43-CC43-7A77-88C7-AA9CFB8A6484}"/>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7" name="Text Placeholder 9">
            <a:extLst>
              <a:ext uri="{FF2B5EF4-FFF2-40B4-BE49-F238E27FC236}">
                <a16:creationId xmlns:a16="http://schemas.microsoft.com/office/drawing/2014/main" id="{4644954B-B8F8-3FA2-F7D3-AF690B68FCAF}"/>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4" name="Graphic 3">
            <a:extLst>
              <a:ext uri="{FF2B5EF4-FFF2-40B4-BE49-F238E27FC236}">
                <a16:creationId xmlns:a16="http://schemas.microsoft.com/office/drawing/2014/main" id="{F621FA0E-B617-81F1-0F4C-9597602655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0753AA52-F7DB-86D1-3CFB-394DAD0B83FA}"/>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8" name="Content Placeholder 24">
            <a:extLst>
              <a:ext uri="{FF2B5EF4-FFF2-40B4-BE49-F238E27FC236}">
                <a16:creationId xmlns:a16="http://schemas.microsoft.com/office/drawing/2014/main" id="{F27C0CAD-5B7A-B042-9CEF-166FA45ED05A}"/>
              </a:ext>
            </a:extLst>
          </p:cNvPr>
          <p:cNvSpPr>
            <a:spLocks noGrp="1"/>
          </p:cNvSpPr>
          <p:nvPr>
            <p:ph sz="quarter" idx="45"/>
          </p:nvPr>
        </p:nvSpPr>
        <p:spPr>
          <a:xfrm>
            <a:off x="479426" y="1745198"/>
            <a:ext cx="35784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Content Placeholder 24">
            <a:extLst>
              <a:ext uri="{FF2B5EF4-FFF2-40B4-BE49-F238E27FC236}">
                <a16:creationId xmlns:a16="http://schemas.microsoft.com/office/drawing/2014/main" id="{4E07BE59-2A44-FB24-4928-DCC4EA4F8038}"/>
              </a:ext>
            </a:extLst>
          </p:cNvPr>
          <p:cNvSpPr>
            <a:spLocks noGrp="1"/>
          </p:cNvSpPr>
          <p:nvPr>
            <p:ph sz="quarter" idx="46"/>
          </p:nvPr>
        </p:nvSpPr>
        <p:spPr>
          <a:xfrm>
            <a:off x="4306886" y="1745198"/>
            <a:ext cx="35784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24">
            <a:extLst>
              <a:ext uri="{FF2B5EF4-FFF2-40B4-BE49-F238E27FC236}">
                <a16:creationId xmlns:a16="http://schemas.microsoft.com/office/drawing/2014/main" id="{2A1EB50D-0A1A-D8FA-F8ED-61984D58E4C5}"/>
              </a:ext>
            </a:extLst>
          </p:cNvPr>
          <p:cNvSpPr>
            <a:spLocks noGrp="1"/>
          </p:cNvSpPr>
          <p:nvPr>
            <p:ph sz="quarter" idx="47"/>
          </p:nvPr>
        </p:nvSpPr>
        <p:spPr>
          <a:xfrm>
            <a:off x="8134348" y="1745198"/>
            <a:ext cx="35784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Content Placeholder 24">
            <a:extLst>
              <a:ext uri="{FF2B5EF4-FFF2-40B4-BE49-F238E27FC236}">
                <a16:creationId xmlns:a16="http://schemas.microsoft.com/office/drawing/2014/main" id="{26DD76DC-0148-B1C0-9752-0CE84297BD72}"/>
              </a:ext>
            </a:extLst>
          </p:cNvPr>
          <p:cNvSpPr>
            <a:spLocks noGrp="1"/>
          </p:cNvSpPr>
          <p:nvPr>
            <p:ph sz="quarter" idx="48"/>
          </p:nvPr>
        </p:nvSpPr>
        <p:spPr>
          <a:xfrm>
            <a:off x="479426" y="3993722"/>
            <a:ext cx="35784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Content Placeholder 24">
            <a:extLst>
              <a:ext uri="{FF2B5EF4-FFF2-40B4-BE49-F238E27FC236}">
                <a16:creationId xmlns:a16="http://schemas.microsoft.com/office/drawing/2014/main" id="{BC23B231-A8CF-D12E-6912-6E37F6654F22}"/>
              </a:ext>
            </a:extLst>
          </p:cNvPr>
          <p:cNvSpPr>
            <a:spLocks noGrp="1"/>
          </p:cNvSpPr>
          <p:nvPr>
            <p:ph sz="quarter" idx="49"/>
          </p:nvPr>
        </p:nvSpPr>
        <p:spPr>
          <a:xfrm>
            <a:off x="4306886" y="3993722"/>
            <a:ext cx="35784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3" name="Content Placeholder 24">
            <a:extLst>
              <a:ext uri="{FF2B5EF4-FFF2-40B4-BE49-F238E27FC236}">
                <a16:creationId xmlns:a16="http://schemas.microsoft.com/office/drawing/2014/main" id="{80CDB73F-E5D9-290C-5418-B1CEBAFA1AC9}"/>
              </a:ext>
            </a:extLst>
          </p:cNvPr>
          <p:cNvSpPr>
            <a:spLocks noGrp="1"/>
          </p:cNvSpPr>
          <p:nvPr>
            <p:ph sz="quarter" idx="50"/>
          </p:nvPr>
        </p:nvSpPr>
        <p:spPr>
          <a:xfrm>
            <a:off x="8134348" y="3993722"/>
            <a:ext cx="3578400" cy="198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97494904"/>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p15:clr>
            <a:srgbClr val="FBAE40"/>
          </p15:clr>
        </p15:guide>
        <p15:guide id="8" orient="horz" pos="2455">
          <p15:clr>
            <a:srgbClr val="FBAE40"/>
          </p15:clr>
        </p15:guide>
        <p15:guide id="9" orient="horz" pos="257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5 Row">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5" name="Title 6">
            <a:extLst>
              <a:ext uri="{FF2B5EF4-FFF2-40B4-BE49-F238E27FC236}">
                <a16:creationId xmlns:a16="http://schemas.microsoft.com/office/drawing/2014/main" id="{84687738-C105-5AF8-54F4-53CD7D21CA45}"/>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6" name="Title 6">
            <a:extLst>
              <a:ext uri="{FF2B5EF4-FFF2-40B4-BE49-F238E27FC236}">
                <a16:creationId xmlns:a16="http://schemas.microsoft.com/office/drawing/2014/main" id="{F08F6B43-CC43-7A77-88C7-AA9CFB8A6484}"/>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7" name="Text Placeholder 9">
            <a:extLst>
              <a:ext uri="{FF2B5EF4-FFF2-40B4-BE49-F238E27FC236}">
                <a16:creationId xmlns:a16="http://schemas.microsoft.com/office/drawing/2014/main" id="{4644954B-B8F8-3FA2-F7D3-AF690B68FCAF}"/>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4" name="Text Placeholder 10">
            <a:extLst>
              <a:ext uri="{FF2B5EF4-FFF2-40B4-BE49-F238E27FC236}">
                <a16:creationId xmlns:a16="http://schemas.microsoft.com/office/drawing/2014/main" id="{2F55E5C7-63DA-6A54-7FA9-90010E27F86F}"/>
              </a:ext>
            </a:extLst>
          </p:cNvPr>
          <p:cNvSpPr>
            <a:spLocks noGrp="1"/>
          </p:cNvSpPr>
          <p:nvPr>
            <p:ph type="body" sz="quarter" idx="33" hasCustomPrompt="1"/>
          </p:nvPr>
        </p:nvSpPr>
        <p:spPr>
          <a:xfrm>
            <a:off x="1149303" y="1745198"/>
            <a:ext cx="10515600" cy="640080"/>
          </a:xfrm>
          <a:prstGeom prst="rect">
            <a:avLst/>
          </a:prstGeom>
          <a:noFill/>
        </p:spPr>
        <p:txBody>
          <a:bodyPr lIns="25200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8" name="Text Placeholder 10">
            <a:extLst>
              <a:ext uri="{FF2B5EF4-FFF2-40B4-BE49-F238E27FC236}">
                <a16:creationId xmlns:a16="http://schemas.microsoft.com/office/drawing/2014/main" id="{B754A4EF-8ED9-E585-FB92-209FAE3D6571}"/>
              </a:ext>
            </a:extLst>
          </p:cNvPr>
          <p:cNvSpPr>
            <a:spLocks noGrp="1"/>
          </p:cNvSpPr>
          <p:nvPr>
            <p:ph type="body" sz="quarter" idx="36" hasCustomPrompt="1"/>
          </p:nvPr>
        </p:nvSpPr>
        <p:spPr>
          <a:xfrm>
            <a:off x="1149303" y="2648352"/>
            <a:ext cx="10515600" cy="640080"/>
          </a:xfrm>
          <a:prstGeom prst="rect">
            <a:avLst/>
          </a:prstGeom>
          <a:noFill/>
        </p:spPr>
        <p:txBody>
          <a:bodyPr lIns="25200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9" name="Text Placeholder 10">
            <a:extLst>
              <a:ext uri="{FF2B5EF4-FFF2-40B4-BE49-F238E27FC236}">
                <a16:creationId xmlns:a16="http://schemas.microsoft.com/office/drawing/2014/main" id="{A60CE0B1-29B1-75D9-C886-5D944AE8064A}"/>
              </a:ext>
            </a:extLst>
          </p:cNvPr>
          <p:cNvSpPr>
            <a:spLocks noGrp="1"/>
          </p:cNvSpPr>
          <p:nvPr>
            <p:ph type="body" sz="quarter" idx="37" hasCustomPrompt="1"/>
          </p:nvPr>
        </p:nvSpPr>
        <p:spPr>
          <a:xfrm>
            <a:off x="1149303" y="3551506"/>
            <a:ext cx="10515600" cy="640080"/>
          </a:xfrm>
          <a:prstGeom prst="rect">
            <a:avLst/>
          </a:prstGeom>
          <a:noFill/>
        </p:spPr>
        <p:txBody>
          <a:bodyPr lIns="25200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0" name="Text Placeholder 10">
            <a:extLst>
              <a:ext uri="{FF2B5EF4-FFF2-40B4-BE49-F238E27FC236}">
                <a16:creationId xmlns:a16="http://schemas.microsoft.com/office/drawing/2014/main" id="{44B43BA8-E54B-E2B1-69A9-CA972241CED0}"/>
              </a:ext>
            </a:extLst>
          </p:cNvPr>
          <p:cNvSpPr>
            <a:spLocks noGrp="1"/>
          </p:cNvSpPr>
          <p:nvPr>
            <p:ph type="body" sz="quarter" idx="38" hasCustomPrompt="1"/>
          </p:nvPr>
        </p:nvSpPr>
        <p:spPr>
          <a:xfrm>
            <a:off x="1149303" y="4454660"/>
            <a:ext cx="10515600" cy="640080"/>
          </a:xfrm>
          <a:prstGeom prst="rect">
            <a:avLst/>
          </a:prstGeom>
          <a:noFill/>
        </p:spPr>
        <p:txBody>
          <a:bodyPr lIns="25200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1" name="Picture Placeholder 5">
            <a:extLst>
              <a:ext uri="{FF2B5EF4-FFF2-40B4-BE49-F238E27FC236}">
                <a16:creationId xmlns:a16="http://schemas.microsoft.com/office/drawing/2014/main" id="{B4AD46B9-DFF9-3420-CD97-4E0CB38987FE}"/>
              </a:ext>
            </a:extLst>
          </p:cNvPr>
          <p:cNvSpPr>
            <a:spLocks noGrp="1"/>
          </p:cNvSpPr>
          <p:nvPr>
            <p:ph type="pic" sz="quarter" idx="39"/>
          </p:nvPr>
        </p:nvSpPr>
        <p:spPr>
          <a:xfrm>
            <a:off x="479425" y="1745198"/>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3" name="Picture Placeholder 5">
            <a:extLst>
              <a:ext uri="{FF2B5EF4-FFF2-40B4-BE49-F238E27FC236}">
                <a16:creationId xmlns:a16="http://schemas.microsoft.com/office/drawing/2014/main" id="{746DC808-B573-C345-4AFF-C8EAD3255117}"/>
              </a:ext>
            </a:extLst>
          </p:cNvPr>
          <p:cNvSpPr>
            <a:spLocks noGrp="1"/>
          </p:cNvSpPr>
          <p:nvPr>
            <p:ph type="pic" sz="quarter" idx="40"/>
          </p:nvPr>
        </p:nvSpPr>
        <p:spPr>
          <a:xfrm>
            <a:off x="479425" y="2648352"/>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20" name="Picture Placeholder 5">
            <a:extLst>
              <a:ext uri="{FF2B5EF4-FFF2-40B4-BE49-F238E27FC236}">
                <a16:creationId xmlns:a16="http://schemas.microsoft.com/office/drawing/2014/main" id="{9911EFCA-69AA-1925-169D-E465FA5EAD62}"/>
              </a:ext>
            </a:extLst>
          </p:cNvPr>
          <p:cNvSpPr>
            <a:spLocks noGrp="1"/>
          </p:cNvSpPr>
          <p:nvPr>
            <p:ph type="pic" sz="quarter" idx="41"/>
          </p:nvPr>
        </p:nvSpPr>
        <p:spPr>
          <a:xfrm>
            <a:off x="479425" y="3551506"/>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21" name="Picture Placeholder 5">
            <a:extLst>
              <a:ext uri="{FF2B5EF4-FFF2-40B4-BE49-F238E27FC236}">
                <a16:creationId xmlns:a16="http://schemas.microsoft.com/office/drawing/2014/main" id="{2D5ACAC4-BE2F-09C6-2B8C-D111EFAACBE8}"/>
              </a:ext>
            </a:extLst>
          </p:cNvPr>
          <p:cNvSpPr>
            <a:spLocks noGrp="1"/>
          </p:cNvSpPr>
          <p:nvPr>
            <p:ph type="pic" sz="quarter" idx="49"/>
          </p:nvPr>
        </p:nvSpPr>
        <p:spPr>
          <a:xfrm>
            <a:off x="479425" y="4454660"/>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22" name="Text Placeholder 10">
            <a:extLst>
              <a:ext uri="{FF2B5EF4-FFF2-40B4-BE49-F238E27FC236}">
                <a16:creationId xmlns:a16="http://schemas.microsoft.com/office/drawing/2014/main" id="{D1B7D8F3-8364-B494-8F1C-E016D308C08D}"/>
              </a:ext>
            </a:extLst>
          </p:cNvPr>
          <p:cNvSpPr>
            <a:spLocks noGrp="1"/>
          </p:cNvSpPr>
          <p:nvPr>
            <p:ph type="body" sz="quarter" idx="50" hasCustomPrompt="1"/>
          </p:nvPr>
        </p:nvSpPr>
        <p:spPr>
          <a:xfrm>
            <a:off x="1149303" y="5344803"/>
            <a:ext cx="10515600" cy="640080"/>
          </a:xfrm>
          <a:prstGeom prst="rect">
            <a:avLst/>
          </a:prstGeom>
          <a:noFill/>
        </p:spPr>
        <p:txBody>
          <a:bodyPr lIns="25200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3" name="Picture Placeholder 5">
            <a:extLst>
              <a:ext uri="{FF2B5EF4-FFF2-40B4-BE49-F238E27FC236}">
                <a16:creationId xmlns:a16="http://schemas.microsoft.com/office/drawing/2014/main" id="{90667A58-A093-DF35-2ED0-C59637BAE85E}"/>
              </a:ext>
            </a:extLst>
          </p:cNvPr>
          <p:cNvSpPr>
            <a:spLocks noGrp="1"/>
          </p:cNvSpPr>
          <p:nvPr>
            <p:ph type="pic" sz="quarter" idx="51"/>
          </p:nvPr>
        </p:nvSpPr>
        <p:spPr>
          <a:xfrm>
            <a:off x="479425" y="5344803"/>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pic>
        <p:nvPicPr>
          <p:cNvPr id="14" name="Graphic 13">
            <a:extLst>
              <a:ext uri="{FF2B5EF4-FFF2-40B4-BE49-F238E27FC236}">
                <a16:creationId xmlns:a16="http://schemas.microsoft.com/office/drawing/2014/main" id="{8CA19BBD-0BF6-8A6F-B5F3-F87BDD08CA6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80CE6B98-C13A-3307-8C46-4812CB1AC171}"/>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1158899690"/>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p15:clr>
            <a:srgbClr val="FBAE40"/>
          </p15:clr>
        </p15:guide>
        <p15:guide id="8" orient="horz" pos="2455">
          <p15:clr>
            <a:srgbClr val="FBAE40"/>
          </p15:clr>
        </p15:guide>
        <p15:guide id="9" orient="horz" pos="257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Image + 1 Column">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noRot="1" noMove="1" noResize="1" noEditPoints="1" noAdjustHandles="1" noChangeArrowheads="1" noChangeShapeType="1"/>
          </p:cNvSpPr>
          <p:nvPr>
            <p:ph type="pic" sz="quarter" idx="34" hasCustomPrompt="1"/>
          </p:nvPr>
        </p:nvSpPr>
        <p:spPr>
          <a:xfrm>
            <a:off x="1" y="0"/>
            <a:ext cx="5775324" cy="6858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rIns="0"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6400150"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8" name="Text Placeholder 9">
            <a:extLst>
              <a:ext uri="{FF2B5EF4-FFF2-40B4-BE49-F238E27FC236}">
                <a16:creationId xmlns:a16="http://schemas.microsoft.com/office/drawing/2014/main" id="{0378AC6D-D9B4-3B38-4A33-E48654F29D08}"/>
              </a:ext>
            </a:extLst>
          </p:cNvPr>
          <p:cNvSpPr>
            <a:spLocks noGrp="1"/>
          </p:cNvSpPr>
          <p:nvPr>
            <p:ph type="body" sz="quarter" idx="44" hasCustomPrompt="1"/>
          </p:nvPr>
        </p:nvSpPr>
        <p:spPr>
          <a:xfrm>
            <a:off x="6400150" y="489600"/>
            <a:ext cx="5312423"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9" name="Title 6">
            <a:extLst>
              <a:ext uri="{FF2B5EF4-FFF2-40B4-BE49-F238E27FC236}">
                <a16:creationId xmlns:a16="http://schemas.microsoft.com/office/drawing/2014/main" id="{5C8C1648-9DA6-EA06-4F69-6C6C84A37BC1}"/>
              </a:ext>
            </a:extLst>
          </p:cNvPr>
          <p:cNvSpPr>
            <a:spLocks noGrp="1"/>
          </p:cNvSpPr>
          <p:nvPr>
            <p:ph type="title" hasCustomPrompt="1"/>
          </p:nvPr>
        </p:nvSpPr>
        <p:spPr>
          <a:xfrm>
            <a:off x="6400150" y="788705"/>
            <a:ext cx="5312423"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pic>
        <p:nvPicPr>
          <p:cNvPr id="5" name="Graphic 4">
            <a:extLst>
              <a:ext uri="{FF2B5EF4-FFF2-40B4-BE49-F238E27FC236}">
                <a16:creationId xmlns:a16="http://schemas.microsoft.com/office/drawing/2014/main" id="{3547A2F2-E7E2-3367-C99E-4A26F3A073A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4" name="Footer Placeholder 4">
            <a:extLst>
              <a:ext uri="{FF2B5EF4-FFF2-40B4-BE49-F238E27FC236}">
                <a16:creationId xmlns:a16="http://schemas.microsoft.com/office/drawing/2014/main" id="{ACD3A230-2B2D-5B4D-C889-1A26F81DBE3C}"/>
              </a:ext>
            </a:extLst>
          </p:cNvPr>
          <p:cNvSpPr>
            <a:spLocks noGrp="1"/>
          </p:cNvSpPr>
          <p:nvPr>
            <p:ph type="ftr" sz="quarter" idx="3"/>
          </p:nvPr>
        </p:nvSpPr>
        <p:spPr>
          <a:xfrm>
            <a:off x="6574507"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6" name="Content Placeholder 11">
            <a:extLst>
              <a:ext uri="{FF2B5EF4-FFF2-40B4-BE49-F238E27FC236}">
                <a16:creationId xmlns:a16="http://schemas.microsoft.com/office/drawing/2014/main" id="{F6541A6E-3A6A-9053-B08F-A1206A9A409D}"/>
              </a:ext>
            </a:extLst>
          </p:cNvPr>
          <p:cNvSpPr>
            <a:spLocks noGrp="1"/>
          </p:cNvSpPr>
          <p:nvPr>
            <p:ph sz="quarter" idx="47"/>
          </p:nvPr>
        </p:nvSpPr>
        <p:spPr>
          <a:xfrm>
            <a:off x="6400150" y="1575795"/>
            <a:ext cx="53136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98499618"/>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Column + Imag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noRot="1" noMove="1" noResize="1" noEditPoints="1" noAdjustHandles="1" noChangeArrowheads="1" noChangeShapeType="1"/>
          </p:cNvSpPr>
          <p:nvPr>
            <p:ph type="pic" sz="quarter" idx="34" hasCustomPrompt="1"/>
          </p:nvPr>
        </p:nvSpPr>
        <p:spPr>
          <a:xfrm>
            <a:off x="6416675" y="0"/>
            <a:ext cx="5775325" cy="6858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rIns="0"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4" name="Title 6">
            <a:extLst>
              <a:ext uri="{FF2B5EF4-FFF2-40B4-BE49-F238E27FC236}">
                <a16:creationId xmlns:a16="http://schemas.microsoft.com/office/drawing/2014/main" id="{5C9B03CD-0C0B-CB71-17EB-CABA42BC7283}"/>
              </a:ext>
            </a:extLst>
          </p:cNvPr>
          <p:cNvSpPr>
            <a:spLocks noGrp="1"/>
          </p:cNvSpPr>
          <p:nvPr>
            <p:ph type="title" hasCustomPrompt="1"/>
          </p:nvPr>
        </p:nvSpPr>
        <p:spPr>
          <a:xfrm>
            <a:off x="479426" y="788705"/>
            <a:ext cx="5294752"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6" name="Text Placeholder 9">
            <a:extLst>
              <a:ext uri="{FF2B5EF4-FFF2-40B4-BE49-F238E27FC236}">
                <a16:creationId xmlns:a16="http://schemas.microsoft.com/office/drawing/2014/main" id="{4E9823F9-3DB2-EB9A-E21F-1DF6D7938C0F}"/>
              </a:ext>
            </a:extLst>
          </p:cNvPr>
          <p:cNvSpPr>
            <a:spLocks noGrp="1"/>
          </p:cNvSpPr>
          <p:nvPr>
            <p:ph type="body" sz="quarter" idx="44" hasCustomPrompt="1"/>
          </p:nvPr>
        </p:nvSpPr>
        <p:spPr>
          <a:xfrm>
            <a:off x="479426" y="489600"/>
            <a:ext cx="5294752"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9" name="Text Placeholder 9">
            <a:extLst>
              <a:ext uri="{FF2B5EF4-FFF2-40B4-BE49-F238E27FC236}">
                <a16:creationId xmlns:a16="http://schemas.microsoft.com/office/drawing/2014/main" id="{77C278B8-A340-FCEF-30A9-B642711AA9EA}"/>
              </a:ext>
            </a:extLst>
          </p:cNvPr>
          <p:cNvSpPr>
            <a:spLocks noGrp="1" noChangeAspect="1"/>
          </p:cNvSpPr>
          <p:nvPr>
            <p:ph type="body" sz="quarter" idx="49"/>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3" name="Footer Placeholder 4">
            <a:extLst>
              <a:ext uri="{FF2B5EF4-FFF2-40B4-BE49-F238E27FC236}">
                <a16:creationId xmlns:a16="http://schemas.microsoft.com/office/drawing/2014/main" id="{A9E9F5CC-2B66-F480-4655-DBEB1133A7D3}"/>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5" name="Content Placeholder 11">
            <a:extLst>
              <a:ext uri="{FF2B5EF4-FFF2-40B4-BE49-F238E27FC236}">
                <a16:creationId xmlns:a16="http://schemas.microsoft.com/office/drawing/2014/main" id="{D1ECF9BA-2562-3942-2B2C-165C7BED2AFE}"/>
              </a:ext>
            </a:extLst>
          </p:cNvPr>
          <p:cNvSpPr>
            <a:spLocks noGrp="1"/>
          </p:cNvSpPr>
          <p:nvPr>
            <p:ph sz="quarter" idx="50"/>
          </p:nvPr>
        </p:nvSpPr>
        <p:spPr>
          <a:xfrm>
            <a:off x="479426" y="1575795"/>
            <a:ext cx="53136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6850532"/>
      </p:ext>
    </p:extLst>
  </p:cSld>
  <p:clrMapOvr>
    <a:masterClrMapping/>
  </p:clrMapOvr>
  <p:extLst>
    <p:ext uri="{DCECCB84-F9BA-43D5-87BE-67443E8EF086}">
      <p15:sldGuideLst xmlns:p15="http://schemas.microsoft.com/office/powerpoint/2012/main">
        <p15:guide id="3" pos="4042">
          <p15:clr>
            <a:srgbClr val="FBAE40"/>
          </p15:clr>
        </p15:guide>
        <p15:guide id="4" pos="3638">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Column + 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3" name="Picture Placeholder 10">
            <a:extLst>
              <a:ext uri="{FF2B5EF4-FFF2-40B4-BE49-F238E27FC236}">
                <a16:creationId xmlns:a16="http://schemas.microsoft.com/office/drawing/2014/main" id="{C7ADBC06-D63E-19EF-F755-3F81BF68C253}"/>
              </a:ext>
            </a:extLst>
          </p:cNvPr>
          <p:cNvSpPr>
            <a:spLocks noGrp="1" noRot="1" noMove="1" noResize="1" noEditPoints="1" noAdjustHandles="1" noChangeArrowheads="1" noChangeShapeType="1"/>
          </p:cNvSpPr>
          <p:nvPr>
            <p:ph type="pic" sz="quarter" idx="34" hasCustomPrompt="1"/>
          </p:nvPr>
        </p:nvSpPr>
        <p:spPr>
          <a:xfrm>
            <a:off x="8397875" y="0"/>
            <a:ext cx="3794125" cy="6858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rIns="0"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10" name="Title 6">
            <a:extLst>
              <a:ext uri="{FF2B5EF4-FFF2-40B4-BE49-F238E27FC236}">
                <a16:creationId xmlns:a16="http://schemas.microsoft.com/office/drawing/2014/main" id="{868FEC66-65F1-7920-5F27-F3A6A0954491}"/>
              </a:ext>
            </a:extLst>
          </p:cNvPr>
          <p:cNvSpPr>
            <a:spLocks noGrp="1"/>
          </p:cNvSpPr>
          <p:nvPr>
            <p:ph type="title" hasCustomPrompt="1"/>
          </p:nvPr>
        </p:nvSpPr>
        <p:spPr>
          <a:xfrm>
            <a:off x="479426" y="788705"/>
            <a:ext cx="7325374"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2" name="Text Placeholder 9">
            <a:extLst>
              <a:ext uri="{FF2B5EF4-FFF2-40B4-BE49-F238E27FC236}">
                <a16:creationId xmlns:a16="http://schemas.microsoft.com/office/drawing/2014/main" id="{92980D6D-27F6-7C0C-3AA5-3578159C72F1}"/>
              </a:ext>
            </a:extLst>
          </p:cNvPr>
          <p:cNvSpPr>
            <a:spLocks noGrp="1"/>
          </p:cNvSpPr>
          <p:nvPr>
            <p:ph type="body" sz="quarter" idx="44" hasCustomPrompt="1"/>
          </p:nvPr>
        </p:nvSpPr>
        <p:spPr>
          <a:xfrm>
            <a:off x="479426" y="489600"/>
            <a:ext cx="7325374"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4" name="Text Placeholder 9">
            <a:extLst>
              <a:ext uri="{FF2B5EF4-FFF2-40B4-BE49-F238E27FC236}">
                <a16:creationId xmlns:a16="http://schemas.microsoft.com/office/drawing/2014/main" id="{5E7883A6-CDCE-ADDA-98D5-4EE6DB98727A}"/>
              </a:ext>
            </a:extLst>
          </p:cNvPr>
          <p:cNvSpPr>
            <a:spLocks noGrp="1" noChangeAspect="1"/>
          </p:cNvSpPr>
          <p:nvPr>
            <p:ph type="body" sz="quarter" idx="49"/>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5" name="Footer Placeholder 4">
            <a:extLst>
              <a:ext uri="{FF2B5EF4-FFF2-40B4-BE49-F238E27FC236}">
                <a16:creationId xmlns:a16="http://schemas.microsoft.com/office/drawing/2014/main" id="{197952A2-BDD7-8399-BEF9-14F548EE4E32}"/>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6" name="Content Placeholder 10">
            <a:extLst>
              <a:ext uri="{FF2B5EF4-FFF2-40B4-BE49-F238E27FC236}">
                <a16:creationId xmlns:a16="http://schemas.microsoft.com/office/drawing/2014/main" id="{D7E6A368-7388-CF82-1E97-D603324D2AE3}"/>
              </a:ext>
            </a:extLst>
          </p:cNvPr>
          <p:cNvSpPr>
            <a:spLocks noGrp="1"/>
          </p:cNvSpPr>
          <p:nvPr>
            <p:ph sz="quarter" idx="50"/>
          </p:nvPr>
        </p:nvSpPr>
        <p:spPr>
          <a:xfrm>
            <a:off x="479426" y="1575795"/>
            <a:ext cx="3474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Content Placeholder 10">
            <a:extLst>
              <a:ext uri="{FF2B5EF4-FFF2-40B4-BE49-F238E27FC236}">
                <a16:creationId xmlns:a16="http://schemas.microsoft.com/office/drawing/2014/main" id="{45753BAE-A98F-7D47-3F56-5CEA4B300212}"/>
              </a:ext>
            </a:extLst>
          </p:cNvPr>
          <p:cNvSpPr>
            <a:spLocks noGrp="1"/>
          </p:cNvSpPr>
          <p:nvPr>
            <p:ph sz="quarter" idx="51"/>
          </p:nvPr>
        </p:nvSpPr>
        <p:spPr>
          <a:xfrm>
            <a:off x="4330080" y="1575795"/>
            <a:ext cx="3474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827113841"/>
      </p:ext>
    </p:extLst>
  </p:cSld>
  <p:clrMapOvr>
    <a:masterClrMapping/>
  </p:clrMapOvr>
  <p:extLst>
    <p:ext uri="{DCECCB84-F9BA-43D5-87BE-67443E8EF086}">
      <p15:sldGuideLst xmlns:p15="http://schemas.microsoft.com/office/powerpoint/2012/main">
        <p15:guide id="5" pos="4906">
          <p15:clr>
            <a:srgbClr val="FBAE40"/>
          </p15:clr>
        </p15:guide>
        <p15:guide id="6" pos="5290">
          <p15:clr>
            <a:srgbClr val="FBAE40"/>
          </p15:clr>
        </p15:guide>
        <p15:guide id="7" pos="2400">
          <p15:clr>
            <a:srgbClr val="FBAE40"/>
          </p15:clr>
        </p15:guide>
        <p15:guide id="8" pos="280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 5 Row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6"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hasCustomPrompt="1"/>
          </p:nvPr>
        </p:nvSpPr>
        <p:spPr>
          <a:xfrm>
            <a:off x="5486399" y="489600"/>
            <a:ext cx="6233307" cy="898040"/>
          </a:xfrm>
          <a:prstGeom prst="rect">
            <a:avLst/>
          </a:prstGeom>
          <a:noFill/>
        </p:spPr>
        <p:txBody>
          <a:bodyPr lIns="252000" tIns="0" rIns="0" bIns="0" anchor="t" anchorCtr="0"/>
          <a:lstStyle>
            <a:lvl1pPr marL="0" indent="0">
              <a:lnSpc>
                <a:spcPct val="100000"/>
              </a:lnSpc>
              <a:spcBef>
                <a:spcPts val="0"/>
              </a:spcBef>
              <a:spcAft>
                <a:spcPts val="600"/>
              </a:spcAft>
              <a:buNone/>
              <a:defRPr sz="1800">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hasCustomPrompt="1"/>
          </p:nvPr>
        </p:nvSpPr>
        <p:spPr>
          <a:xfrm>
            <a:off x="5486399" y="1643063"/>
            <a:ext cx="6233307" cy="898040"/>
          </a:xfrm>
          <a:prstGeom prst="rect">
            <a:avLst/>
          </a:prstGeom>
          <a:noFill/>
        </p:spPr>
        <p:txBody>
          <a:bodyPr lIns="252000" tIns="0" rIns="0" bIns="0" anchor="t" anchorCtr="0"/>
          <a:lstStyle>
            <a:lvl1pPr marL="0" indent="0">
              <a:lnSpc>
                <a:spcPct val="100000"/>
              </a:lnSpc>
              <a:spcBef>
                <a:spcPts val="0"/>
              </a:spcBef>
              <a:spcAft>
                <a:spcPts val="600"/>
              </a:spcAft>
              <a:buNone/>
              <a:defRPr sz="1800">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hasCustomPrompt="1"/>
          </p:nvPr>
        </p:nvSpPr>
        <p:spPr>
          <a:xfrm>
            <a:off x="5486399" y="2796526"/>
            <a:ext cx="6233307" cy="898040"/>
          </a:xfrm>
          <a:prstGeom prst="rect">
            <a:avLst/>
          </a:prstGeom>
          <a:noFill/>
        </p:spPr>
        <p:txBody>
          <a:bodyPr lIns="252000" tIns="0" rIns="0" bIns="0" anchor="t" anchorCtr="0"/>
          <a:lstStyle>
            <a:lvl1pPr marL="0" indent="0">
              <a:lnSpc>
                <a:spcPct val="100000"/>
              </a:lnSpc>
              <a:spcBef>
                <a:spcPts val="0"/>
              </a:spcBef>
              <a:spcAft>
                <a:spcPts val="600"/>
              </a:spcAft>
              <a:buNone/>
              <a:defRPr sz="1800">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hasCustomPrompt="1"/>
          </p:nvPr>
        </p:nvSpPr>
        <p:spPr>
          <a:xfrm>
            <a:off x="5486399" y="3949989"/>
            <a:ext cx="6233307" cy="898040"/>
          </a:xfrm>
          <a:prstGeom prst="rect">
            <a:avLst/>
          </a:prstGeom>
          <a:noFill/>
        </p:spPr>
        <p:txBody>
          <a:bodyPr lIns="252000" tIns="0" rIns="0" bIns="0" anchor="t" anchorCtr="0"/>
          <a:lstStyle>
            <a:lvl1pPr marL="0" indent="0">
              <a:lnSpc>
                <a:spcPct val="100000"/>
              </a:lnSpc>
              <a:spcBef>
                <a:spcPts val="0"/>
              </a:spcBef>
              <a:spcAft>
                <a:spcPts val="600"/>
              </a:spcAft>
              <a:buNone/>
              <a:defRPr sz="1800">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489600"/>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43063"/>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96526"/>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949989"/>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hasCustomPrompt="1"/>
          </p:nvPr>
        </p:nvSpPr>
        <p:spPr>
          <a:xfrm>
            <a:off x="5486399" y="5103451"/>
            <a:ext cx="6233307" cy="898040"/>
          </a:xfrm>
          <a:prstGeom prst="rect">
            <a:avLst/>
          </a:prstGeom>
          <a:noFill/>
        </p:spPr>
        <p:txBody>
          <a:bodyPr lIns="252000" tIns="0" rIns="0" bIns="0" anchor="t" anchorCtr="0"/>
          <a:lstStyle>
            <a:lvl1pPr marL="0" indent="0">
              <a:lnSpc>
                <a:spcPct val="100000"/>
              </a:lnSpc>
              <a:spcBef>
                <a:spcPts val="0"/>
              </a:spcBef>
              <a:spcAft>
                <a:spcPts val="600"/>
              </a:spcAft>
              <a:buNone/>
              <a:defRPr sz="1800">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5103451"/>
            <a:ext cx="522000" cy="52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5" name="Title 6">
            <a:extLst>
              <a:ext uri="{FF2B5EF4-FFF2-40B4-BE49-F238E27FC236}">
                <a16:creationId xmlns:a16="http://schemas.microsoft.com/office/drawing/2014/main" id="{CB3B142A-2E8E-DDF4-42AC-01E3FD354FDA}"/>
              </a:ext>
            </a:extLst>
          </p:cNvPr>
          <p:cNvSpPr>
            <a:spLocks noGrp="1"/>
          </p:cNvSpPr>
          <p:nvPr>
            <p:ph type="title" hasCustomPrompt="1"/>
          </p:nvPr>
        </p:nvSpPr>
        <p:spPr>
          <a:xfrm>
            <a:off x="479426" y="788705"/>
            <a:ext cx="3624574"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8" name="Text Placeholder 9">
            <a:extLst>
              <a:ext uri="{FF2B5EF4-FFF2-40B4-BE49-F238E27FC236}">
                <a16:creationId xmlns:a16="http://schemas.microsoft.com/office/drawing/2014/main" id="{973DDC19-B7BA-39BF-5C00-7994E84DC8F3}"/>
              </a:ext>
            </a:extLst>
          </p:cNvPr>
          <p:cNvSpPr>
            <a:spLocks noGrp="1"/>
          </p:cNvSpPr>
          <p:nvPr>
            <p:ph type="body" sz="quarter" idx="44" hasCustomPrompt="1"/>
          </p:nvPr>
        </p:nvSpPr>
        <p:spPr>
          <a:xfrm>
            <a:off x="479426" y="489600"/>
            <a:ext cx="3624574" cy="228600"/>
          </a:xfrm>
          <a:prstGeom prst="rect">
            <a:avLst/>
          </a:prstGeom>
        </p:spPr>
        <p:txBody>
          <a:bodyPr lIns="0" tIns="0" rIns="0" bIns="0" anchor="b"/>
          <a:lstStyle>
            <a:lvl1pPr marL="0" indent="0">
              <a:lnSpc>
                <a:spcPct val="85000"/>
              </a:lnSpc>
              <a:spcAft>
                <a:spcPts val="600"/>
              </a:spcAft>
              <a:buNone/>
              <a:defRPr lang="en-DE" sz="1000" b="1"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5" name="Graphic 4">
            <a:extLst>
              <a:ext uri="{FF2B5EF4-FFF2-40B4-BE49-F238E27FC236}">
                <a16:creationId xmlns:a16="http://schemas.microsoft.com/office/drawing/2014/main" id="{08221E56-FEE7-5048-0EEE-E436F202174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6" name="Footer Placeholder 4">
            <a:extLst>
              <a:ext uri="{FF2B5EF4-FFF2-40B4-BE49-F238E27FC236}">
                <a16:creationId xmlns:a16="http://schemas.microsoft.com/office/drawing/2014/main" id="{39BEC9A8-DEF5-1E8C-CC46-71F34B5FC093}"/>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16" name="Content Placeholder 26">
            <a:extLst>
              <a:ext uri="{FF2B5EF4-FFF2-40B4-BE49-F238E27FC236}">
                <a16:creationId xmlns:a16="http://schemas.microsoft.com/office/drawing/2014/main" id="{6EE715DE-B1B8-AEE2-17A6-19E91527D1A3}"/>
              </a:ext>
            </a:extLst>
          </p:cNvPr>
          <p:cNvSpPr>
            <a:spLocks noGrp="1"/>
          </p:cNvSpPr>
          <p:nvPr>
            <p:ph sz="quarter" idx="53"/>
          </p:nvPr>
        </p:nvSpPr>
        <p:spPr>
          <a:xfrm>
            <a:off x="479426" y="1575795"/>
            <a:ext cx="3625200" cy="4420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6075177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Image + 3x2 Column">
    <p:spTree>
      <p:nvGrpSpPr>
        <p:cNvPr id="1" name=""/>
        <p:cNvGrpSpPr/>
        <p:nvPr/>
      </p:nvGrpSpPr>
      <p:grpSpPr>
        <a:xfrm>
          <a:off x="0" y="0"/>
          <a:ext cx="0" cy="0"/>
          <a:chOff x="0" y="0"/>
          <a:chExt cx="0" cy="0"/>
        </a:xfrm>
      </p:grpSpPr>
      <p:sp>
        <p:nvSpPr>
          <p:cNvPr id="18" name="Slide Number Placeholder 1">
            <a:extLst>
              <a:ext uri="{FF2B5EF4-FFF2-40B4-BE49-F238E27FC236}">
                <a16:creationId xmlns:a16="http://schemas.microsoft.com/office/drawing/2014/main" id="{C493C8CD-E8EA-3A6A-7D6A-15401D8212A3}"/>
              </a:ext>
            </a:extLst>
          </p:cNvPr>
          <p:cNvSpPr>
            <a:spLocks noGrp="1"/>
          </p:cNvSpPr>
          <p:nvPr>
            <p:ph type="sldNum" sz="quarter" idx="33"/>
          </p:nvPr>
        </p:nvSpPr>
        <p:spPr>
          <a:xfrm>
            <a:off x="4815224" y="6295552"/>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2" name="Picture Placeholder 10">
            <a:extLst>
              <a:ext uri="{FF2B5EF4-FFF2-40B4-BE49-F238E27FC236}">
                <a16:creationId xmlns:a16="http://schemas.microsoft.com/office/drawing/2014/main" id="{04B8297E-4EB8-2AC6-9950-8FB227C05159}"/>
              </a:ext>
            </a:extLst>
          </p:cNvPr>
          <p:cNvSpPr>
            <a:spLocks noGrp="1"/>
          </p:cNvSpPr>
          <p:nvPr>
            <p:ph type="pic" sz="quarter" idx="34" hasCustomPrompt="1"/>
          </p:nvPr>
        </p:nvSpPr>
        <p:spPr>
          <a:xfrm>
            <a:off x="-1" y="0"/>
            <a:ext cx="4470401" cy="6858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rIns="0"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6" name="Title 6">
            <a:extLst>
              <a:ext uri="{FF2B5EF4-FFF2-40B4-BE49-F238E27FC236}">
                <a16:creationId xmlns:a16="http://schemas.microsoft.com/office/drawing/2014/main" id="{FABF78D2-222A-C7E9-C685-C06246F12EDC}"/>
              </a:ext>
            </a:extLst>
          </p:cNvPr>
          <p:cNvSpPr>
            <a:spLocks noGrp="1"/>
          </p:cNvSpPr>
          <p:nvPr>
            <p:ph type="title" hasCustomPrompt="1"/>
          </p:nvPr>
        </p:nvSpPr>
        <p:spPr>
          <a:xfrm>
            <a:off x="479426" y="788705"/>
            <a:ext cx="3624574"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7" name="Text Placeholder 9">
            <a:extLst>
              <a:ext uri="{FF2B5EF4-FFF2-40B4-BE49-F238E27FC236}">
                <a16:creationId xmlns:a16="http://schemas.microsoft.com/office/drawing/2014/main" id="{64C4C18C-2662-374B-B22F-C37DD87620E8}"/>
              </a:ext>
            </a:extLst>
          </p:cNvPr>
          <p:cNvSpPr>
            <a:spLocks noGrp="1"/>
          </p:cNvSpPr>
          <p:nvPr>
            <p:ph type="body" sz="quarter" idx="45" hasCustomPrompt="1"/>
          </p:nvPr>
        </p:nvSpPr>
        <p:spPr>
          <a:xfrm>
            <a:off x="479426" y="489600"/>
            <a:ext cx="3624574"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3" name="Content Placeholder 9">
            <a:extLst>
              <a:ext uri="{FF2B5EF4-FFF2-40B4-BE49-F238E27FC236}">
                <a16:creationId xmlns:a16="http://schemas.microsoft.com/office/drawing/2014/main" id="{7F36D389-6C2B-8C0C-FF38-638C247CC72B}"/>
              </a:ext>
            </a:extLst>
          </p:cNvPr>
          <p:cNvSpPr>
            <a:spLocks noGrp="1"/>
          </p:cNvSpPr>
          <p:nvPr>
            <p:ph sz="quarter" idx="46" hasCustomPrompt="1"/>
          </p:nvPr>
        </p:nvSpPr>
        <p:spPr>
          <a:xfrm>
            <a:off x="4815224" y="489600"/>
            <a:ext cx="2103120" cy="2560320"/>
          </a:xfrm>
          <a:prstGeom prst="rect">
            <a:avLst/>
          </a:prstGeom>
        </p:spPr>
        <p:txBody>
          <a:bodyPr/>
          <a:lstStyle>
            <a:lvl1pPr marL="12700" indent="-12700" algn="l">
              <a:buNone/>
              <a:tabLst/>
              <a:defRPr sz="1400">
                <a:solidFill>
                  <a:schemeClr val="tx2">
                    <a:lumMod val="10000"/>
                  </a:schemeClr>
                </a:solidFill>
              </a:defRPr>
            </a:lvl1pPr>
            <a:lvl2pPr>
              <a:defRPr sz="1800"/>
            </a:lvl2pPr>
            <a:lvl3pPr>
              <a:defRPr sz="1800"/>
            </a:lvl3pPr>
            <a:lvl4pPr>
              <a:defRPr sz="1800"/>
            </a:lvl4pPr>
          </a:lstStyle>
          <a:p>
            <a:pPr lvl="0"/>
            <a:r>
              <a:rPr lang="en-US"/>
              <a:t>Click to add text or other content </a:t>
            </a:r>
          </a:p>
        </p:txBody>
      </p:sp>
      <p:sp>
        <p:nvSpPr>
          <p:cNvPr id="14" name="Content Placeholder 9">
            <a:extLst>
              <a:ext uri="{FF2B5EF4-FFF2-40B4-BE49-F238E27FC236}">
                <a16:creationId xmlns:a16="http://schemas.microsoft.com/office/drawing/2014/main" id="{959E37E7-3754-B896-F6D1-F35D1512CFA9}"/>
              </a:ext>
            </a:extLst>
          </p:cNvPr>
          <p:cNvSpPr>
            <a:spLocks noGrp="1"/>
          </p:cNvSpPr>
          <p:nvPr>
            <p:ph sz="quarter" idx="53" hasCustomPrompt="1"/>
          </p:nvPr>
        </p:nvSpPr>
        <p:spPr>
          <a:xfrm>
            <a:off x="4815224" y="3392576"/>
            <a:ext cx="2103120" cy="2560320"/>
          </a:xfrm>
          <a:prstGeom prst="rect">
            <a:avLst/>
          </a:prstGeom>
        </p:spPr>
        <p:txBody>
          <a:bodyPr/>
          <a:lstStyle>
            <a:lvl1pPr marL="12700" indent="-12700" algn="l">
              <a:buFont typeface="Arial" panose="020B0604020202020204" pitchFamily="34" charset="0"/>
              <a:buNone/>
              <a:tabLst/>
              <a:defRPr sz="1400">
                <a:solidFill>
                  <a:schemeClr val="tx2">
                    <a:lumMod val="10000"/>
                  </a:schemeClr>
                </a:solidFill>
              </a:defRPr>
            </a:lvl1pPr>
            <a:lvl2pPr>
              <a:defRPr sz="1800"/>
            </a:lvl2pPr>
            <a:lvl3pPr>
              <a:defRPr sz="1800"/>
            </a:lvl3pPr>
            <a:lvl4pPr>
              <a:defRPr sz="1800"/>
            </a:lvl4pPr>
          </a:lstStyle>
          <a:p>
            <a:pPr lvl="0"/>
            <a:r>
              <a:rPr lang="en-US"/>
              <a:t>Click to add text or other content</a:t>
            </a:r>
          </a:p>
        </p:txBody>
      </p:sp>
      <p:sp>
        <p:nvSpPr>
          <p:cNvPr id="19" name="Content Placeholder 9">
            <a:extLst>
              <a:ext uri="{FF2B5EF4-FFF2-40B4-BE49-F238E27FC236}">
                <a16:creationId xmlns:a16="http://schemas.microsoft.com/office/drawing/2014/main" id="{34835907-4EA8-B6B3-B138-B590466B84A9}"/>
              </a:ext>
            </a:extLst>
          </p:cNvPr>
          <p:cNvSpPr>
            <a:spLocks noGrp="1"/>
          </p:cNvSpPr>
          <p:nvPr>
            <p:ph sz="quarter" idx="54" hasCustomPrompt="1"/>
          </p:nvPr>
        </p:nvSpPr>
        <p:spPr>
          <a:xfrm>
            <a:off x="7211765" y="489600"/>
            <a:ext cx="2103120" cy="2560320"/>
          </a:xfrm>
          <a:prstGeom prst="rect">
            <a:avLst/>
          </a:prstGeom>
        </p:spPr>
        <p:txBody>
          <a:bodyPr/>
          <a:lstStyle>
            <a:lvl1pPr marL="12700" indent="-12700" algn="l">
              <a:buNone/>
              <a:tabLst/>
              <a:defRPr sz="1400">
                <a:solidFill>
                  <a:schemeClr val="tx2">
                    <a:lumMod val="10000"/>
                  </a:schemeClr>
                </a:solidFill>
              </a:defRPr>
            </a:lvl1pPr>
            <a:lvl2pPr>
              <a:defRPr sz="1800"/>
            </a:lvl2pPr>
            <a:lvl3pPr>
              <a:defRPr sz="1800"/>
            </a:lvl3pPr>
            <a:lvl4pPr>
              <a:defRPr sz="1800"/>
            </a:lvl4pPr>
          </a:lstStyle>
          <a:p>
            <a:pPr lvl="0"/>
            <a:r>
              <a:rPr lang="en-US"/>
              <a:t>Click to add text or other content</a:t>
            </a:r>
          </a:p>
        </p:txBody>
      </p:sp>
      <p:sp>
        <p:nvSpPr>
          <p:cNvPr id="20" name="Content Placeholder 9">
            <a:extLst>
              <a:ext uri="{FF2B5EF4-FFF2-40B4-BE49-F238E27FC236}">
                <a16:creationId xmlns:a16="http://schemas.microsoft.com/office/drawing/2014/main" id="{54B3A385-EFBA-02A9-5BDF-97B7E643214F}"/>
              </a:ext>
            </a:extLst>
          </p:cNvPr>
          <p:cNvSpPr>
            <a:spLocks noGrp="1"/>
          </p:cNvSpPr>
          <p:nvPr>
            <p:ph sz="quarter" idx="55" hasCustomPrompt="1"/>
          </p:nvPr>
        </p:nvSpPr>
        <p:spPr>
          <a:xfrm>
            <a:off x="7211765" y="3392576"/>
            <a:ext cx="2103120" cy="2560320"/>
          </a:xfrm>
          <a:prstGeom prst="rect">
            <a:avLst/>
          </a:prstGeom>
        </p:spPr>
        <p:txBody>
          <a:bodyPr/>
          <a:lstStyle>
            <a:lvl1pPr marL="12700" indent="-12700" algn="l">
              <a:buFont typeface="Arial" panose="020B0604020202020204" pitchFamily="34" charset="0"/>
              <a:buNone/>
              <a:tabLst/>
              <a:defRPr sz="1400">
                <a:solidFill>
                  <a:schemeClr val="tx2">
                    <a:lumMod val="10000"/>
                  </a:schemeClr>
                </a:solidFill>
              </a:defRPr>
            </a:lvl1pPr>
            <a:lvl2pPr>
              <a:defRPr sz="1800"/>
            </a:lvl2pPr>
            <a:lvl3pPr>
              <a:defRPr sz="1800"/>
            </a:lvl3pPr>
            <a:lvl4pPr>
              <a:defRPr sz="1800"/>
            </a:lvl4pPr>
          </a:lstStyle>
          <a:p>
            <a:pPr lvl="0"/>
            <a:r>
              <a:rPr lang="en-US"/>
              <a:t>Click to add text or other content</a:t>
            </a:r>
          </a:p>
        </p:txBody>
      </p:sp>
      <p:sp>
        <p:nvSpPr>
          <p:cNvPr id="21" name="Content Placeholder 9">
            <a:extLst>
              <a:ext uri="{FF2B5EF4-FFF2-40B4-BE49-F238E27FC236}">
                <a16:creationId xmlns:a16="http://schemas.microsoft.com/office/drawing/2014/main" id="{736AA0C9-D2D2-919B-81F9-8EF7CD0E5EF6}"/>
              </a:ext>
            </a:extLst>
          </p:cNvPr>
          <p:cNvSpPr>
            <a:spLocks noGrp="1"/>
          </p:cNvSpPr>
          <p:nvPr>
            <p:ph sz="quarter" idx="56" hasCustomPrompt="1"/>
          </p:nvPr>
        </p:nvSpPr>
        <p:spPr>
          <a:xfrm>
            <a:off x="9608306" y="489600"/>
            <a:ext cx="2103120" cy="2560320"/>
          </a:xfrm>
          <a:prstGeom prst="rect">
            <a:avLst/>
          </a:prstGeom>
        </p:spPr>
        <p:txBody>
          <a:bodyPr/>
          <a:lstStyle>
            <a:lvl1pPr marL="12700" indent="-12700" algn="l">
              <a:buNone/>
              <a:tabLst/>
              <a:defRPr sz="1400">
                <a:solidFill>
                  <a:schemeClr val="tx2">
                    <a:lumMod val="10000"/>
                  </a:schemeClr>
                </a:solidFill>
              </a:defRPr>
            </a:lvl1pPr>
            <a:lvl2pPr>
              <a:defRPr sz="1800"/>
            </a:lvl2pPr>
            <a:lvl3pPr>
              <a:defRPr sz="1800"/>
            </a:lvl3pPr>
            <a:lvl4pPr>
              <a:defRPr sz="1800"/>
            </a:lvl4pPr>
          </a:lstStyle>
          <a:p>
            <a:pPr lvl="0"/>
            <a:r>
              <a:rPr lang="en-US"/>
              <a:t>Click to add text or other content</a:t>
            </a:r>
          </a:p>
        </p:txBody>
      </p:sp>
      <p:sp>
        <p:nvSpPr>
          <p:cNvPr id="23" name="Content Placeholder 9">
            <a:extLst>
              <a:ext uri="{FF2B5EF4-FFF2-40B4-BE49-F238E27FC236}">
                <a16:creationId xmlns:a16="http://schemas.microsoft.com/office/drawing/2014/main" id="{7C4AA73C-25D1-0562-786A-4424766C23FC}"/>
              </a:ext>
            </a:extLst>
          </p:cNvPr>
          <p:cNvSpPr>
            <a:spLocks noGrp="1"/>
          </p:cNvSpPr>
          <p:nvPr>
            <p:ph sz="quarter" idx="57" hasCustomPrompt="1"/>
          </p:nvPr>
        </p:nvSpPr>
        <p:spPr>
          <a:xfrm>
            <a:off x="9608306" y="3392576"/>
            <a:ext cx="2103120" cy="2560320"/>
          </a:xfrm>
          <a:prstGeom prst="rect">
            <a:avLst/>
          </a:prstGeom>
        </p:spPr>
        <p:txBody>
          <a:bodyPr/>
          <a:lstStyle>
            <a:lvl1pPr marL="12700" indent="-12700" algn="l">
              <a:buFont typeface="Arial" panose="020B0604020202020204" pitchFamily="34" charset="0"/>
              <a:buNone/>
              <a:tabLst/>
              <a:defRPr sz="1400">
                <a:solidFill>
                  <a:schemeClr val="tx2">
                    <a:lumMod val="10000"/>
                  </a:schemeClr>
                </a:solidFill>
              </a:defRPr>
            </a:lvl1pPr>
            <a:lvl2pPr>
              <a:defRPr sz="1800"/>
            </a:lvl2pPr>
            <a:lvl3pPr>
              <a:defRPr sz="1800"/>
            </a:lvl3pPr>
            <a:lvl4pPr>
              <a:defRPr sz="1800"/>
            </a:lvl4pPr>
          </a:lstStyle>
          <a:p>
            <a:pPr lvl="0"/>
            <a:r>
              <a:rPr lang="en-US"/>
              <a:t>Click to add text or other content</a:t>
            </a:r>
          </a:p>
        </p:txBody>
      </p:sp>
      <p:pic>
        <p:nvPicPr>
          <p:cNvPr id="3" name="Graphic 2">
            <a:extLst>
              <a:ext uri="{FF2B5EF4-FFF2-40B4-BE49-F238E27FC236}">
                <a16:creationId xmlns:a16="http://schemas.microsoft.com/office/drawing/2014/main" id="{DA9B222A-13D2-6964-BF28-01B30FC8A2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4" name="Footer Placeholder 4">
            <a:extLst>
              <a:ext uri="{FF2B5EF4-FFF2-40B4-BE49-F238E27FC236}">
                <a16:creationId xmlns:a16="http://schemas.microsoft.com/office/drawing/2014/main" id="{0E76EF03-D882-D0E4-21B7-6A7C510C5D78}"/>
              </a:ext>
            </a:extLst>
          </p:cNvPr>
          <p:cNvSpPr>
            <a:spLocks noGrp="1"/>
          </p:cNvSpPr>
          <p:nvPr>
            <p:ph type="ftr" sz="quarter" idx="3"/>
          </p:nvPr>
        </p:nvSpPr>
        <p:spPr>
          <a:xfrm>
            <a:off x="5024451" y="6297112"/>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8" name="Content Placeholder 26">
            <a:extLst>
              <a:ext uri="{FF2B5EF4-FFF2-40B4-BE49-F238E27FC236}">
                <a16:creationId xmlns:a16="http://schemas.microsoft.com/office/drawing/2014/main" id="{3DC54B56-10F5-6DB8-AE04-A37478C6D72F}"/>
              </a:ext>
            </a:extLst>
          </p:cNvPr>
          <p:cNvSpPr>
            <a:spLocks noGrp="1"/>
          </p:cNvSpPr>
          <p:nvPr>
            <p:ph sz="quarter" idx="58"/>
          </p:nvPr>
        </p:nvSpPr>
        <p:spPr>
          <a:xfrm>
            <a:off x="479426" y="1575795"/>
            <a:ext cx="3625200" cy="4420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741449938"/>
      </p:ext>
    </p:extLst>
  </p:cSld>
  <p:clrMapOvr>
    <a:masterClrMapping/>
  </p:clrMapOvr>
  <p:extLst>
    <p:ext uri="{DCECCB84-F9BA-43D5-87BE-67443E8EF086}">
      <p15:sldGuideLst xmlns:p15="http://schemas.microsoft.com/office/powerpoint/2012/main">
        <p15:guide id="3" pos="3182">
          <p15:clr>
            <a:srgbClr val="FBAE40"/>
          </p15:clr>
        </p15:guide>
        <p15:guide id="4" pos="2816">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Image + 2x2 Column">
    <p:spTree>
      <p:nvGrpSpPr>
        <p:cNvPr id="1" name=""/>
        <p:cNvGrpSpPr/>
        <p:nvPr/>
      </p:nvGrpSpPr>
      <p:grpSpPr>
        <a:xfrm>
          <a:off x="0" y="0"/>
          <a:ext cx="0" cy="0"/>
          <a:chOff x="0" y="0"/>
          <a:chExt cx="0" cy="0"/>
        </a:xfrm>
      </p:grpSpPr>
      <p:sp>
        <p:nvSpPr>
          <p:cNvPr id="9" name="Picture Placeholder 6">
            <a:extLst>
              <a:ext uri="{FF2B5EF4-FFF2-40B4-BE49-F238E27FC236}">
                <a16:creationId xmlns:a16="http://schemas.microsoft.com/office/drawing/2014/main" id="{1A6B11B0-EC41-3B6B-62DA-90B720649D9F}"/>
              </a:ext>
            </a:extLst>
          </p:cNvPr>
          <p:cNvSpPr>
            <a:spLocks noGrp="1" noRot="1" noMove="1" noResize="1" noEditPoints="1" noAdjustHandles="1" noChangeArrowheads="1" noChangeShapeType="1"/>
          </p:cNvSpPr>
          <p:nvPr>
            <p:ph type="pic" sz="quarter" idx="31" hasCustomPrompt="1"/>
          </p:nvPr>
        </p:nvSpPr>
        <p:spPr>
          <a:xfrm>
            <a:off x="0" y="0"/>
            <a:ext cx="4441370" cy="6858000"/>
          </a:xfrm>
          <a:prstGeom prst="rect">
            <a:avLst/>
          </a:prstGeom>
          <a:solidFill>
            <a:schemeClr val="tx2"/>
          </a:solidFill>
        </p:spPr>
        <p:txBody>
          <a:bodyPr wrap="square"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2" name="Slide Number Placeholder 1">
            <a:extLst>
              <a:ext uri="{FF2B5EF4-FFF2-40B4-BE49-F238E27FC236}">
                <a16:creationId xmlns:a16="http://schemas.microsoft.com/office/drawing/2014/main" id="{B608BDC9-C944-6A8D-9B93-F3A4A5B5E2E2}"/>
              </a:ext>
            </a:extLst>
          </p:cNvPr>
          <p:cNvSpPr>
            <a:spLocks noGrp="1"/>
          </p:cNvSpPr>
          <p:nvPr>
            <p:ph type="sldNum" sz="quarter" idx="36"/>
          </p:nvPr>
        </p:nvSpPr>
        <p:spPr>
          <a:xfrm>
            <a:off x="5051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4" name="Text Placeholder 9">
            <a:extLst>
              <a:ext uri="{FF2B5EF4-FFF2-40B4-BE49-F238E27FC236}">
                <a16:creationId xmlns:a16="http://schemas.microsoft.com/office/drawing/2014/main" id="{A3360D5C-7910-87D7-4E9B-DA63C2B86D2A}"/>
              </a:ext>
            </a:extLst>
          </p:cNvPr>
          <p:cNvSpPr>
            <a:spLocks noGrp="1"/>
          </p:cNvSpPr>
          <p:nvPr>
            <p:ph type="body" sz="quarter" idx="44" hasCustomPrompt="1"/>
          </p:nvPr>
        </p:nvSpPr>
        <p:spPr>
          <a:xfrm>
            <a:off x="5051424" y="489600"/>
            <a:ext cx="6661149"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6" name="Title 6">
            <a:extLst>
              <a:ext uri="{FF2B5EF4-FFF2-40B4-BE49-F238E27FC236}">
                <a16:creationId xmlns:a16="http://schemas.microsoft.com/office/drawing/2014/main" id="{5045B26C-E73F-60F6-CEF0-4E95C8F110E0}"/>
              </a:ext>
            </a:extLst>
          </p:cNvPr>
          <p:cNvSpPr>
            <a:spLocks noGrp="1"/>
          </p:cNvSpPr>
          <p:nvPr>
            <p:ph type="title" hasCustomPrompt="1"/>
          </p:nvPr>
        </p:nvSpPr>
        <p:spPr>
          <a:xfrm>
            <a:off x="5051424" y="788705"/>
            <a:ext cx="6661149"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pic>
        <p:nvPicPr>
          <p:cNvPr id="5" name="Graphic 4">
            <a:extLst>
              <a:ext uri="{FF2B5EF4-FFF2-40B4-BE49-F238E27FC236}">
                <a16:creationId xmlns:a16="http://schemas.microsoft.com/office/drawing/2014/main" id="{7B881BC1-19D1-FF9D-6962-B115CD2E42E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8BBCD135-2946-9C42-23EA-6BACD0048265}"/>
              </a:ext>
            </a:extLst>
          </p:cNvPr>
          <p:cNvSpPr>
            <a:spLocks noGrp="1"/>
          </p:cNvSpPr>
          <p:nvPr>
            <p:ph type="ftr" sz="quarter" idx="3"/>
          </p:nvPr>
        </p:nvSpPr>
        <p:spPr>
          <a:xfrm>
            <a:off x="5224463"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8" name="Content Placeholder 18">
            <a:extLst>
              <a:ext uri="{FF2B5EF4-FFF2-40B4-BE49-F238E27FC236}">
                <a16:creationId xmlns:a16="http://schemas.microsoft.com/office/drawing/2014/main" id="{6D32B743-E4B0-8C87-222A-14B3AE33426B}"/>
              </a:ext>
            </a:extLst>
          </p:cNvPr>
          <p:cNvSpPr>
            <a:spLocks noGrp="1"/>
          </p:cNvSpPr>
          <p:nvPr>
            <p:ph sz="quarter" idx="56"/>
          </p:nvPr>
        </p:nvSpPr>
        <p:spPr>
          <a:xfrm>
            <a:off x="5044439" y="1575795"/>
            <a:ext cx="3200400" cy="2102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Content Placeholder 18">
            <a:extLst>
              <a:ext uri="{FF2B5EF4-FFF2-40B4-BE49-F238E27FC236}">
                <a16:creationId xmlns:a16="http://schemas.microsoft.com/office/drawing/2014/main" id="{11D6F8D8-2399-B5D5-27B7-CD5EA9C70ADF}"/>
              </a:ext>
            </a:extLst>
          </p:cNvPr>
          <p:cNvSpPr>
            <a:spLocks noGrp="1"/>
          </p:cNvSpPr>
          <p:nvPr>
            <p:ph sz="quarter" idx="57"/>
          </p:nvPr>
        </p:nvSpPr>
        <p:spPr>
          <a:xfrm>
            <a:off x="8528699" y="1575795"/>
            <a:ext cx="3200400" cy="2102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3" name="Content Placeholder 18">
            <a:extLst>
              <a:ext uri="{FF2B5EF4-FFF2-40B4-BE49-F238E27FC236}">
                <a16:creationId xmlns:a16="http://schemas.microsoft.com/office/drawing/2014/main" id="{EEE1D575-FB1B-F055-E412-001E3BD9D184}"/>
              </a:ext>
            </a:extLst>
          </p:cNvPr>
          <p:cNvSpPr>
            <a:spLocks noGrp="1"/>
          </p:cNvSpPr>
          <p:nvPr>
            <p:ph sz="quarter" idx="58"/>
          </p:nvPr>
        </p:nvSpPr>
        <p:spPr>
          <a:xfrm>
            <a:off x="5044439" y="3898371"/>
            <a:ext cx="3200400" cy="2102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Content Placeholder 18">
            <a:extLst>
              <a:ext uri="{FF2B5EF4-FFF2-40B4-BE49-F238E27FC236}">
                <a16:creationId xmlns:a16="http://schemas.microsoft.com/office/drawing/2014/main" id="{69532122-96A6-333B-9DA6-D6CA2C65E41D}"/>
              </a:ext>
            </a:extLst>
          </p:cNvPr>
          <p:cNvSpPr>
            <a:spLocks noGrp="1"/>
          </p:cNvSpPr>
          <p:nvPr>
            <p:ph sz="quarter" idx="59"/>
          </p:nvPr>
        </p:nvSpPr>
        <p:spPr>
          <a:xfrm>
            <a:off x="8528699" y="3898371"/>
            <a:ext cx="3200400" cy="2102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699807300"/>
      </p:ext>
    </p:extLst>
  </p:cSld>
  <p:clrMapOvr>
    <a:masterClrMapping/>
  </p:clrMapOvr>
  <p:extLst>
    <p:ext uri="{DCECCB84-F9BA-43D5-87BE-67443E8EF086}">
      <p15:sldGuideLst xmlns:p15="http://schemas.microsoft.com/office/powerpoint/2012/main">
        <p15:guide id="5" pos="2808">
          <p15:clr>
            <a:srgbClr val="FBAE40"/>
          </p15:clr>
        </p15:guide>
        <p15:guide id="6" pos="3182">
          <p15:clr>
            <a:srgbClr val="FBAE40"/>
          </p15:clr>
        </p15:guide>
        <p15:guide id="7" pos="5110">
          <p15:clr>
            <a:srgbClr val="FBAE40"/>
          </p15:clr>
        </p15:guide>
        <p15:guide id="8" pos="5450">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 images">
    <p:spTree>
      <p:nvGrpSpPr>
        <p:cNvPr id="1" name=""/>
        <p:cNvGrpSpPr/>
        <p:nvPr/>
      </p:nvGrpSpPr>
      <p:grpSpPr>
        <a:xfrm>
          <a:off x="0" y="0"/>
          <a:ext cx="0" cy="0"/>
          <a:chOff x="0" y="0"/>
          <a:chExt cx="0" cy="0"/>
        </a:xfrm>
      </p:grpSpPr>
      <p:sp>
        <p:nvSpPr>
          <p:cNvPr id="8" name="Picture Placeholder 3">
            <a:extLst>
              <a:ext uri="{FF2B5EF4-FFF2-40B4-BE49-F238E27FC236}">
                <a16:creationId xmlns:a16="http://schemas.microsoft.com/office/drawing/2014/main" id="{76879E1A-01F4-4C68-99E0-66948BE75074}"/>
              </a:ext>
            </a:extLst>
          </p:cNvPr>
          <p:cNvSpPr>
            <a:spLocks noGrp="1" noRot="1" noMove="1" noResize="1" noEditPoints="1" noAdjustHandles="1" noChangeArrowheads="1" noChangeShapeType="1"/>
          </p:cNvSpPr>
          <p:nvPr>
            <p:ph type="pic" sz="quarter" idx="18" hasCustomPrompt="1"/>
          </p:nvPr>
        </p:nvSpPr>
        <p:spPr>
          <a:xfrm>
            <a:off x="483700" y="1922980"/>
            <a:ext cx="2592000" cy="2479738"/>
          </a:xfrm>
          <a:prstGeom prst="rect">
            <a:avLst/>
          </a:prstGeom>
          <a:solidFill>
            <a:schemeClr val="tx2"/>
          </a:solidFill>
        </p:spPr>
        <p:txBody>
          <a:bodyPr anchor="ctr"/>
          <a:lstStyle>
            <a:lvl1pPr marL="0" indent="0" algn="ctr">
              <a:lnSpc>
                <a:spcPct val="100000"/>
              </a:lnSpc>
              <a:spcAft>
                <a:spcPts val="600"/>
              </a:spcAft>
              <a:buFont typeface="Arial" panose="020B0604020202020204" pitchFamily="34" charset="0"/>
              <a:buNone/>
              <a:defRPr sz="1200">
                <a:solidFill>
                  <a:schemeClr val="tx2">
                    <a:lumMod val="10000"/>
                  </a:schemeClr>
                </a:solidFill>
              </a:defRPr>
            </a:lvl1pPr>
          </a:lstStyle>
          <a:p>
            <a:r>
              <a:rPr lang="en-AU"/>
              <a:t>image</a:t>
            </a:r>
          </a:p>
        </p:txBody>
      </p:sp>
      <p:sp>
        <p:nvSpPr>
          <p:cNvPr id="9" name="Picture Placeholder 3">
            <a:extLst>
              <a:ext uri="{FF2B5EF4-FFF2-40B4-BE49-F238E27FC236}">
                <a16:creationId xmlns:a16="http://schemas.microsoft.com/office/drawing/2014/main" id="{530CBA8C-CE2D-4E72-A0B0-C6DF286503F5}"/>
              </a:ext>
            </a:extLst>
          </p:cNvPr>
          <p:cNvSpPr>
            <a:spLocks noGrp="1" noRot="1" noMove="1" noResize="1" noEditPoints="1" noAdjustHandles="1" noChangeArrowheads="1" noChangeShapeType="1"/>
          </p:cNvSpPr>
          <p:nvPr>
            <p:ph type="pic" sz="quarter" idx="22" hasCustomPrompt="1"/>
          </p:nvPr>
        </p:nvSpPr>
        <p:spPr>
          <a:xfrm>
            <a:off x="3359808" y="3238953"/>
            <a:ext cx="2592000" cy="2479738"/>
          </a:xfrm>
          <a:prstGeom prst="rect">
            <a:avLst/>
          </a:prstGeom>
          <a:solidFill>
            <a:schemeClr val="tx2"/>
          </a:solidFill>
        </p:spPr>
        <p:txBody>
          <a:bodyPr anchor="ctr"/>
          <a:lstStyle>
            <a:lvl1pPr marL="0" indent="0" algn="ctr">
              <a:lnSpc>
                <a:spcPct val="100000"/>
              </a:lnSpc>
              <a:spcAft>
                <a:spcPts val="600"/>
              </a:spcAft>
              <a:buFont typeface="Arial" panose="020B0604020202020204" pitchFamily="34" charset="0"/>
              <a:buNone/>
              <a:defRPr sz="1200">
                <a:solidFill>
                  <a:schemeClr val="tx2">
                    <a:lumMod val="10000"/>
                  </a:schemeClr>
                </a:solidFill>
              </a:defRPr>
            </a:lvl1pPr>
          </a:lstStyle>
          <a:p>
            <a:r>
              <a:rPr lang="en-AU"/>
              <a:t>image</a:t>
            </a:r>
          </a:p>
        </p:txBody>
      </p:sp>
      <p:sp>
        <p:nvSpPr>
          <p:cNvPr id="10" name="Picture Placeholder 3">
            <a:extLst>
              <a:ext uri="{FF2B5EF4-FFF2-40B4-BE49-F238E27FC236}">
                <a16:creationId xmlns:a16="http://schemas.microsoft.com/office/drawing/2014/main" id="{70EF95D0-315E-4B85-98A3-B5E68A7BEB81}"/>
              </a:ext>
            </a:extLst>
          </p:cNvPr>
          <p:cNvSpPr>
            <a:spLocks noGrp="1" noRot="1" noMove="1" noResize="1" noEditPoints="1" noAdjustHandles="1" noChangeArrowheads="1" noChangeShapeType="1"/>
          </p:cNvSpPr>
          <p:nvPr>
            <p:ph type="pic" sz="quarter" idx="24" hasCustomPrompt="1"/>
          </p:nvPr>
        </p:nvSpPr>
        <p:spPr>
          <a:xfrm>
            <a:off x="6241616" y="1922980"/>
            <a:ext cx="2592000" cy="2479738"/>
          </a:xfrm>
          <a:prstGeom prst="rect">
            <a:avLst/>
          </a:prstGeom>
          <a:solidFill>
            <a:schemeClr val="tx2"/>
          </a:solidFill>
        </p:spPr>
        <p:txBody>
          <a:bodyPr anchor="ctr"/>
          <a:lstStyle>
            <a:lvl1pPr marL="0" indent="0" algn="ctr">
              <a:lnSpc>
                <a:spcPct val="100000"/>
              </a:lnSpc>
              <a:spcAft>
                <a:spcPts val="600"/>
              </a:spcAft>
              <a:buFont typeface="Arial" panose="020B0604020202020204" pitchFamily="34" charset="0"/>
              <a:buNone/>
              <a:defRPr sz="1200">
                <a:solidFill>
                  <a:schemeClr val="tx2">
                    <a:lumMod val="10000"/>
                  </a:schemeClr>
                </a:solidFill>
              </a:defRPr>
            </a:lvl1pPr>
          </a:lstStyle>
          <a:p>
            <a:r>
              <a:rPr lang="en-AU"/>
              <a:t>image</a:t>
            </a:r>
          </a:p>
        </p:txBody>
      </p:sp>
      <p:sp>
        <p:nvSpPr>
          <p:cNvPr id="11" name="Picture Placeholder 3">
            <a:extLst>
              <a:ext uri="{FF2B5EF4-FFF2-40B4-BE49-F238E27FC236}">
                <a16:creationId xmlns:a16="http://schemas.microsoft.com/office/drawing/2014/main" id="{5DD21A6A-074D-4CB0-A3FD-88124639F2FC}"/>
              </a:ext>
            </a:extLst>
          </p:cNvPr>
          <p:cNvSpPr>
            <a:spLocks noGrp="1" noRot="1" noMove="1" noResize="1" noEditPoints="1" noAdjustHandles="1" noChangeArrowheads="1" noChangeShapeType="1"/>
          </p:cNvSpPr>
          <p:nvPr>
            <p:ph type="pic" sz="quarter" idx="26" hasCustomPrompt="1"/>
          </p:nvPr>
        </p:nvSpPr>
        <p:spPr>
          <a:xfrm>
            <a:off x="9120575" y="3238953"/>
            <a:ext cx="2592000" cy="2479738"/>
          </a:xfrm>
          <a:prstGeom prst="rect">
            <a:avLst/>
          </a:prstGeom>
          <a:solidFill>
            <a:schemeClr val="tx2"/>
          </a:solidFill>
        </p:spPr>
        <p:txBody>
          <a:bodyPr anchor="ctr"/>
          <a:lstStyle>
            <a:lvl1pPr marL="0" indent="0" algn="ctr">
              <a:lnSpc>
                <a:spcPct val="100000"/>
              </a:lnSpc>
              <a:spcAft>
                <a:spcPts val="600"/>
              </a:spcAft>
              <a:buFont typeface="Arial" panose="020B0604020202020204" pitchFamily="34" charset="0"/>
              <a:buNone/>
              <a:defRPr sz="1200">
                <a:solidFill>
                  <a:schemeClr val="tx2">
                    <a:lumMod val="10000"/>
                  </a:schemeClr>
                </a:solidFill>
              </a:defRPr>
            </a:lvl1pPr>
          </a:lstStyle>
          <a:p>
            <a:r>
              <a:rPr lang="en-AU"/>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hasCustomPrompt="1"/>
          </p:nvPr>
        </p:nvSpPr>
        <p:spPr>
          <a:xfrm>
            <a:off x="480575" y="4516145"/>
            <a:ext cx="2595125" cy="1202546"/>
          </a:xfrm>
          <a:prstGeom prst="rect">
            <a:avLst/>
          </a:prstGeom>
        </p:spPr>
        <p:txBody>
          <a:bodyPr lIns="0" tIns="0" rIns="0" bIns="0"/>
          <a:lstStyle>
            <a:lvl1pPr marL="0" indent="0">
              <a:lnSpc>
                <a:spcPct val="85000"/>
              </a:lnSpc>
              <a:spcBef>
                <a:spcPts val="0"/>
              </a:spcBef>
              <a:spcAft>
                <a:spcPts val="600"/>
              </a:spcAft>
              <a:buNone/>
              <a:defRPr sz="1600">
                <a:solidFill>
                  <a:schemeClr val="tx2">
                    <a:lumMod val="10000"/>
                  </a:schemeClr>
                </a:solidFill>
              </a:defRPr>
            </a:lvl1pPr>
            <a:lvl2pPr marL="457200" indent="0">
              <a:lnSpc>
                <a:spcPct val="150000"/>
              </a:lnSpc>
              <a:buNone/>
              <a:defRPr sz="1800">
                <a:solidFill>
                  <a:schemeClr val="tx1"/>
                </a:solidFill>
              </a:defRPr>
            </a:lvl2pPr>
            <a:lvl3pPr marL="914400" indent="0">
              <a:lnSpc>
                <a:spcPct val="150000"/>
              </a:lnSpc>
              <a:buNone/>
              <a:defRPr sz="1600">
                <a:solidFill>
                  <a:schemeClr val="tx1"/>
                </a:solidFill>
              </a:defRPr>
            </a:lvl3pPr>
            <a:lvl4pPr marL="1371600" indent="0">
              <a:lnSpc>
                <a:spcPct val="150000"/>
              </a:lnSpc>
              <a:buNone/>
              <a:defRPr sz="1400">
                <a:solidFill>
                  <a:schemeClr val="tx1"/>
                </a:solidFill>
              </a:defRPr>
            </a:lvl4pPr>
            <a:lvl5pPr marL="1828800" indent="0">
              <a:lnSpc>
                <a:spcPct val="150000"/>
              </a:lnSpc>
              <a:buNone/>
              <a:defRPr sz="1400">
                <a:solidFill>
                  <a:schemeClr val="tx1"/>
                </a:solidFill>
              </a:defRPr>
            </a:lvl5pPr>
          </a:lstStyle>
          <a:p>
            <a:pPr lvl="0"/>
            <a:r>
              <a:rPr lang="en-US"/>
              <a:t>Text Goes Here</a:t>
            </a:r>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hasCustomPrompt="1"/>
          </p:nvPr>
        </p:nvSpPr>
        <p:spPr>
          <a:xfrm>
            <a:off x="3356025" y="1922979"/>
            <a:ext cx="2595125" cy="1202546"/>
          </a:xfrm>
          <a:prstGeom prst="rect">
            <a:avLst/>
          </a:prstGeom>
        </p:spPr>
        <p:txBody>
          <a:bodyPr lIns="0" tIns="0" rIns="0" bIns="0"/>
          <a:lstStyle>
            <a:lvl1pPr marL="0" indent="0">
              <a:lnSpc>
                <a:spcPct val="85000"/>
              </a:lnSpc>
              <a:spcBef>
                <a:spcPts val="0"/>
              </a:spcBef>
              <a:spcAft>
                <a:spcPts val="600"/>
              </a:spcAft>
              <a:buNone/>
              <a:defRPr sz="1600">
                <a:solidFill>
                  <a:schemeClr val="tx2">
                    <a:lumMod val="10000"/>
                  </a:schemeClr>
                </a:solidFill>
              </a:defRPr>
            </a:lvl1pPr>
            <a:lvl2pPr marL="457200" indent="0">
              <a:lnSpc>
                <a:spcPct val="150000"/>
              </a:lnSpc>
              <a:buNone/>
              <a:defRPr sz="1800">
                <a:solidFill>
                  <a:schemeClr val="tx1"/>
                </a:solidFill>
              </a:defRPr>
            </a:lvl2pPr>
            <a:lvl3pPr marL="914400" indent="0">
              <a:lnSpc>
                <a:spcPct val="150000"/>
              </a:lnSpc>
              <a:buNone/>
              <a:defRPr sz="1600">
                <a:solidFill>
                  <a:schemeClr val="tx1"/>
                </a:solidFill>
              </a:defRPr>
            </a:lvl3pPr>
            <a:lvl4pPr marL="1371600" indent="0">
              <a:lnSpc>
                <a:spcPct val="150000"/>
              </a:lnSpc>
              <a:buNone/>
              <a:defRPr sz="1400">
                <a:solidFill>
                  <a:schemeClr val="tx1"/>
                </a:solidFill>
              </a:defRPr>
            </a:lvl4pPr>
            <a:lvl5pPr marL="1828800" indent="0">
              <a:lnSpc>
                <a:spcPct val="150000"/>
              </a:lnSpc>
              <a:buNone/>
              <a:defRPr sz="1400">
                <a:solidFill>
                  <a:schemeClr val="tx1"/>
                </a:solidFill>
              </a:defRPr>
            </a:lvl5pPr>
          </a:lstStyle>
          <a:p>
            <a:pPr lvl="0"/>
            <a:r>
              <a:rPr lang="en-US"/>
              <a:t>Text Goes Here</a:t>
            </a:r>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hasCustomPrompt="1"/>
          </p:nvPr>
        </p:nvSpPr>
        <p:spPr>
          <a:xfrm>
            <a:off x="6241842" y="4516145"/>
            <a:ext cx="2595125" cy="1202546"/>
          </a:xfrm>
          <a:prstGeom prst="rect">
            <a:avLst/>
          </a:prstGeom>
        </p:spPr>
        <p:txBody>
          <a:bodyPr lIns="0" tIns="0" rIns="0" bIns="0"/>
          <a:lstStyle>
            <a:lvl1pPr marL="0" indent="0">
              <a:lnSpc>
                <a:spcPct val="85000"/>
              </a:lnSpc>
              <a:spcBef>
                <a:spcPts val="0"/>
              </a:spcBef>
              <a:spcAft>
                <a:spcPts val="600"/>
              </a:spcAft>
              <a:buNone/>
              <a:defRPr sz="1600">
                <a:solidFill>
                  <a:schemeClr val="tx2">
                    <a:lumMod val="10000"/>
                  </a:schemeClr>
                </a:solidFill>
              </a:defRPr>
            </a:lvl1pPr>
            <a:lvl2pPr marL="457200" indent="0">
              <a:lnSpc>
                <a:spcPct val="150000"/>
              </a:lnSpc>
              <a:buNone/>
              <a:defRPr sz="1800">
                <a:solidFill>
                  <a:schemeClr val="tx1"/>
                </a:solidFill>
              </a:defRPr>
            </a:lvl2pPr>
            <a:lvl3pPr marL="914400" indent="0">
              <a:lnSpc>
                <a:spcPct val="150000"/>
              </a:lnSpc>
              <a:buNone/>
              <a:defRPr sz="1600">
                <a:solidFill>
                  <a:schemeClr val="tx1"/>
                </a:solidFill>
              </a:defRPr>
            </a:lvl3pPr>
            <a:lvl4pPr marL="1371600" indent="0">
              <a:lnSpc>
                <a:spcPct val="150000"/>
              </a:lnSpc>
              <a:buNone/>
              <a:defRPr sz="1400">
                <a:solidFill>
                  <a:schemeClr val="tx1"/>
                </a:solidFill>
              </a:defRPr>
            </a:lvl4pPr>
            <a:lvl5pPr marL="1828800" indent="0">
              <a:lnSpc>
                <a:spcPct val="150000"/>
              </a:lnSpc>
              <a:buNone/>
              <a:defRPr sz="1400">
                <a:solidFill>
                  <a:schemeClr val="tx1"/>
                </a:solidFill>
              </a:defRPr>
            </a:lvl5pPr>
          </a:lstStyle>
          <a:p>
            <a:pPr lvl="0"/>
            <a:r>
              <a:rPr lang="en-US"/>
              <a:t>Text Goes Here</a:t>
            </a:r>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hasCustomPrompt="1"/>
          </p:nvPr>
        </p:nvSpPr>
        <p:spPr>
          <a:xfrm>
            <a:off x="9120575" y="1922979"/>
            <a:ext cx="2595125" cy="1202546"/>
          </a:xfrm>
          <a:prstGeom prst="rect">
            <a:avLst/>
          </a:prstGeom>
        </p:spPr>
        <p:txBody>
          <a:bodyPr lIns="0" tIns="0" rIns="0" bIns="0"/>
          <a:lstStyle>
            <a:lvl1pPr marL="0" indent="0">
              <a:lnSpc>
                <a:spcPct val="85000"/>
              </a:lnSpc>
              <a:spcBef>
                <a:spcPts val="0"/>
              </a:spcBef>
              <a:spcAft>
                <a:spcPts val="600"/>
              </a:spcAft>
              <a:buNone/>
              <a:defRPr sz="1600">
                <a:solidFill>
                  <a:schemeClr val="tx2">
                    <a:lumMod val="10000"/>
                  </a:schemeClr>
                </a:solidFill>
              </a:defRPr>
            </a:lvl1pPr>
            <a:lvl2pPr marL="457200" indent="0">
              <a:lnSpc>
                <a:spcPct val="150000"/>
              </a:lnSpc>
              <a:buNone/>
              <a:defRPr sz="1800">
                <a:solidFill>
                  <a:schemeClr val="tx1"/>
                </a:solidFill>
              </a:defRPr>
            </a:lvl2pPr>
            <a:lvl3pPr marL="914400" indent="0">
              <a:lnSpc>
                <a:spcPct val="150000"/>
              </a:lnSpc>
              <a:buNone/>
              <a:defRPr sz="1600">
                <a:solidFill>
                  <a:schemeClr val="tx1"/>
                </a:solidFill>
              </a:defRPr>
            </a:lvl3pPr>
            <a:lvl4pPr marL="1371600" indent="0">
              <a:lnSpc>
                <a:spcPct val="150000"/>
              </a:lnSpc>
              <a:buNone/>
              <a:defRPr sz="1400">
                <a:solidFill>
                  <a:schemeClr val="tx1"/>
                </a:solidFill>
              </a:defRPr>
            </a:lvl4pPr>
            <a:lvl5pPr marL="1828800" indent="0">
              <a:lnSpc>
                <a:spcPct val="150000"/>
              </a:lnSpc>
              <a:buNone/>
              <a:defRPr sz="1400">
                <a:solidFill>
                  <a:schemeClr val="tx1"/>
                </a:solidFill>
              </a:defRPr>
            </a:lvl5pPr>
          </a:lstStyle>
          <a:p>
            <a:pPr lvl="0"/>
            <a:r>
              <a:rPr lang="en-US"/>
              <a:t>Text Goes Here</a:t>
            </a:r>
          </a:p>
        </p:txBody>
      </p:sp>
      <p:sp>
        <p:nvSpPr>
          <p:cNvPr id="3" name="Title 6">
            <a:extLst>
              <a:ext uri="{FF2B5EF4-FFF2-40B4-BE49-F238E27FC236}">
                <a16:creationId xmlns:a16="http://schemas.microsoft.com/office/drawing/2014/main" id="{DCE9F37B-449D-E745-8D15-E0F927970B60}"/>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3" name="Title 6">
            <a:extLst>
              <a:ext uri="{FF2B5EF4-FFF2-40B4-BE49-F238E27FC236}">
                <a16:creationId xmlns:a16="http://schemas.microsoft.com/office/drawing/2014/main" id="{49209B99-22DE-BC66-51C2-BEB0A38E874D}"/>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6" name="Text Placeholder 9">
            <a:extLst>
              <a:ext uri="{FF2B5EF4-FFF2-40B4-BE49-F238E27FC236}">
                <a16:creationId xmlns:a16="http://schemas.microsoft.com/office/drawing/2014/main" id="{F0E68159-C9CE-5118-C06B-DD32435F4615}"/>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5" name="Graphic 4">
            <a:extLst>
              <a:ext uri="{FF2B5EF4-FFF2-40B4-BE49-F238E27FC236}">
                <a16:creationId xmlns:a16="http://schemas.microsoft.com/office/drawing/2014/main" id="{856D4288-1C4B-1D0F-E6AB-C1222A60BB1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2" name="Footer Placeholder 4">
            <a:extLst>
              <a:ext uri="{FF2B5EF4-FFF2-40B4-BE49-F238E27FC236}">
                <a16:creationId xmlns:a16="http://schemas.microsoft.com/office/drawing/2014/main" id="{2FB0416C-CFFE-97D8-C5C5-778C8CA867B2}"/>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1092549576"/>
      </p:ext>
    </p:extLst>
  </p:cSld>
  <p:clrMapOvr>
    <a:masterClrMapping/>
  </p:clrMapOvr>
  <p:extLst>
    <p:ext uri="{DCECCB84-F9BA-43D5-87BE-67443E8EF086}">
      <p15:sldGuideLst xmlns:p15="http://schemas.microsoft.com/office/powerpoint/2012/main">
        <p15:guide id="7" pos="1958">
          <p15:clr>
            <a:srgbClr val="FBAE40"/>
          </p15:clr>
        </p15:guide>
        <p15:guide id="8" pos="2116">
          <p15:clr>
            <a:srgbClr val="FBAE40"/>
          </p15:clr>
        </p15:guide>
        <p15:guide id="9" pos="3760">
          <p15:clr>
            <a:srgbClr val="FBAE40"/>
          </p15:clr>
        </p15:guide>
        <p15:guide id="10" pos="3928">
          <p15:clr>
            <a:srgbClr val="FBAE40"/>
          </p15:clr>
        </p15:guide>
        <p15:guide id="11" pos="5564">
          <p15:clr>
            <a:srgbClr val="FBAE40"/>
          </p15:clr>
        </p15:guide>
        <p15:guide id="12" pos="5745">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Image collage">
    <p:spTree>
      <p:nvGrpSpPr>
        <p:cNvPr id="1" name=""/>
        <p:cNvGrpSpPr/>
        <p:nvPr/>
      </p:nvGrpSpPr>
      <p:grpSpPr>
        <a:xfrm>
          <a:off x="0" y="0"/>
          <a:ext cx="0" cy="0"/>
          <a:chOff x="0" y="0"/>
          <a:chExt cx="0" cy="0"/>
        </a:xfrm>
      </p:grpSpPr>
      <p:sp>
        <p:nvSpPr>
          <p:cNvPr id="4" name="Picture Placeholder 11">
            <a:extLst>
              <a:ext uri="{FF2B5EF4-FFF2-40B4-BE49-F238E27FC236}">
                <a16:creationId xmlns:a16="http://schemas.microsoft.com/office/drawing/2014/main" id="{567E98F5-782B-41C2-9E3A-09B0A43BDA80}"/>
              </a:ext>
            </a:extLst>
          </p:cNvPr>
          <p:cNvSpPr>
            <a:spLocks noGrp="1" noRot="1" noMove="1" noResize="1" noEditPoints="1" noAdjustHandles="1" noChangeArrowheads="1" noChangeShapeType="1"/>
          </p:cNvSpPr>
          <p:nvPr>
            <p:ph type="pic" sz="quarter" idx="45" hasCustomPrompt="1"/>
          </p:nvPr>
        </p:nvSpPr>
        <p:spPr>
          <a:xfrm>
            <a:off x="0" y="1913229"/>
            <a:ext cx="3676650" cy="3818484"/>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picture</a:t>
            </a:r>
            <a:endParaRPr lang="en-AU"/>
          </a:p>
        </p:txBody>
      </p:sp>
      <p:sp>
        <p:nvSpPr>
          <p:cNvPr id="5" name="Picture Placeholder 11">
            <a:extLst>
              <a:ext uri="{FF2B5EF4-FFF2-40B4-BE49-F238E27FC236}">
                <a16:creationId xmlns:a16="http://schemas.microsoft.com/office/drawing/2014/main" id="{AAAEF392-E7C6-4309-B970-DBE1E786CC9C}"/>
              </a:ext>
            </a:extLst>
          </p:cNvPr>
          <p:cNvSpPr>
            <a:spLocks noGrp="1" noRot="1" noMove="1" noResize="1" noEditPoints="1" noAdjustHandles="1" noChangeArrowheads="1" noChangeShapeType="1"/>
          </p:cNvSpPr>
          <p:nvPr>
            <p:ph type="pic" sz="quarter" idx="46" hasCustomPrompt="1"/>
          </p:nvPr>
        </p:nvSpPr>
        <p:spPr>
          <a:xfrm>
            <a:off x="8515350" y="1913271"/>
            <a:ext cx="3676650" cy="3818689"/>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picture</a:t>
            </a:r>
          </a:p>
          <a:p>
            <a:pPr lvl="0" algn="ctr"/>
            <a:r>
              <a:rPr lang="en-AU"/>
              <a:t> </a:t>
            </a:r>
          </a:p>
        </p:txBody>
      </p:sp>
      <p:sp>
        <p:nvSpPr>
          <p:cNvPr id="6" name="Picture Placeholder 11">
            <a:extLst>
              <a:ext uri="{FF2B5EF4-FFF2-40B4-BE49-F238E27FC236}">
                <a16:creationId xmlns:a16="http://schemas.microsoft.com/office/drawing/2014/main" id="{A569D91A-6A3F-46D0-9F4E-2D8F415AB5E9}"/>
              </a:ext>
            </a:extLst>
          </p:cNvPr>
          <p:cNvSpPr>
            <a:spLocks noGrp="1" noRot="1" noMove="1" noResize="1" noEditPoints="1" noAdjustHandles="1" noChangeArrowheads="1" noChangeShapeType="1"/>
          </p:cNvSpPr>
          <p:nvPr>
            <p:ph type="pic" sz="quarter" idx="47" hasCustomPrompt="1"/>
          </p:nvPr>
        </p:nvSpPr>
        <p:spPr>
          <a:xfrm>
            <a:off x="3791347" y="1913229"/>
            <a:ext cx="4609306" cy="1782604"/>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picture</a:t>
            </a:r>
            <a:endParaRPr lang="en-AU"/>
          </a:p>
        </p:txBody>
      </p:sp>
      <p:sp>
        <p:nvSpPr>
          <p:cNvPr id="7" name="Picture Placeholder 11">
            <a:extLst>
              <a:ext uri="{FF2B5EF4-FFF2-40B4-BE49-F238E27FC236}">
                <a16:creationId xmlns:a16="http://schemas.microsoft.com/office/drawing/2014/main" id="{E31BD47A-671C-4E8A-A75D-64DA037C55A0}"/>
              </a:ext>
            </a:extLst>
          </p:cNvPr>
          <p:cNvSpPr>
            <a:spLocks noGrp="1" noRot="1" noMove="1" noResize="1" noEditPoints="1" noAdjustHandles="1" noChangeArrowheads="1" noChangeShapeType="1"/>
          </p:cNvSpPr>
          <p:nvPr>
            <p:ph type="pic" sz="quarter" idx="48" hasCustomPrompt="1"/>
          </p:nvPr>
        </p:nvSpPr>
        <p:spPr>
          <a:xfrm>
            <a:off x="3791347" y="3825373"/>
            <a:ext cx="4609306" cy="1906588"/>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picture</a:t>
            </a:r>
            <a:endParaRPr lang="en-AU"/>
          </a:p>
        </p:txBody>
      </p:sp>
      <p:sp>
        <p:nvSpPr>
          <p:cNvPr id="9" name="Slide Number Placeholder 8">
            <a:extLst>
              <a:ext uri="{FF2B5EF4-FFF2-40B4-BE49-F238E27FC236}">
                <a16:creationId xmlns:a16="http://schemas.microsoft.com/office/drawing/2014/main" id="{E8EFF081-B585-6C7E-9694-A662FBD5DE41}"/>
              </a:ext>
            </a:extLst>
          </p:cNvPr>
          <p:cNvSpPr>
            <a:spLocks noGrp="1"/>
          </p:cNvSpPr>
          <p:nvPr>
            <p:ph type="sldNum" sz="quarter" idx="49"/>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8" name="Title 6">
            <a:extLst>
              <a:ext uri="{FF2B5EF4-FFF2-40B4-BE49-F238E27FC236}">
                <a16:creationId xmlns:a16="http://schemas.microsoft.com/office/drawing/2014/main" id="{3DD59D9D-2C72-224F-2196-84B964F24B6D}"/>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0" name="Title 6">
            <a:extLst>
              <a:ext uri="{FF2B5EF4-FFF2-40B4-BE49-F238E27FC236}">
                <a16:creationId xmlns:a16="http://schemas.microsoft.com/office/drawing/2014/main" id="{9C8F4A1F-22C5-5A95-F45D-8DB2B3EADB50}"/>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1" name="Text Placeholder 9">
            <a:extLst>
              <a:ext uri="{FF2B5EF4-FFF2-40B4-BE49-F238E27FC236}">
                <a16:creationId xmlns:a16="http://schemas.microsoft.com/office/drawing/2014/main" id="{93028BAA-17BE-9181-C509-74DFEB0E31E4}"/>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2" name="Graphic 1">
            <a:extLst>
              <a:ext uri="{FF2B5EF4-FFF2-40B4-BE49-F238E27FC236}">
                <a16:creationId xmlns:a16="http://schemas.microsoft.com/office/drawing/2014/main" id="{61AF8F07-1B40-F74F-7D54-C5D69CBB640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83197F18-38BD-EAA6-2CB8-793FCE9AFB3D}"/>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3405156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 Column + collage">
    <p:spTree>
      <p:nvGrpSpPr>
        <p:cNvPr id="1" name=""/>
        <p:cNvGrpSpPr/>
        <p:nvPr/>
      </p:nvGrpSpPr>
      <p:grpSpPr>
        <a:xfrm>
          <a:off x="0" y="0"/>
          <a:ext cx="0" cy="0"/>
          <a:chOff x="0" y="0"/>
          <a:chExt cx="0" cy="0"/>
        </a:xfrm>
      </p:grpSpPr>
      <p:sp>
        <p:nvSpPr>
          <p:cNvPr id="7" name="Picture Placeholder 11">
            <a:extLst>
              <a:ext uri="{FF2B5EF4-FFF2-40B4-BE49-F238E27FC236}">
                <a16:creationId xmlns:a16="http://schemas.microsoft.com/office/drawing/2014/main" id="{EF65264D-1DB0-475A-94C2-4CDB9DEEE830}"/>
              </a:ext>
            </a:extLst>
          </p:cNvPr>
          <p:cNvSpPr>
            <a:spLocks noGrp="1" noRot="1" noMove="1" noResize="1" noEditPoints="1" noAdjustHandles="1" noChangeArrowheads="1" noChangeShapeType="1"/>
          </p:cNvSpPr>
          <p:nvPr>
            <p:ph type="pic" sz="quarter" idx="46" hasCustomPrompt="1"/>
          </p:nvPr>
        </p:nvSpPr>
        <p:spPr>
          <a:xfrm>
            <a:off x="6286500" y="0"/>
            <a:ext cx="2952000" cy="3504218"/>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a:t>
            </a:r>
            <a:r>
              <a:rPr lang="en-AU"/>
              <a:t>picture</a:t>
            </a:r>
          </a:p>
        </p:txBody>
      </p:sp>
      <p:sp>
        <p:nvSpPr>
          <p:cNvPr id="8" name="Picture Placeholder 11">
            <a:extLst>
              <a:ext uri="{FF2B5EF4-FFF2-40B4-BE49-F238E27FC236}">
                <a16:creationId xmlns:a16="http://schemas.microsoft.com/office/drawing/2014/main" id="{5C000396-C074-41AC-B95B-1A20F11C7DFD}"/>
              </a:ext>
            </a:extLst>
          </p:cNvPr>
          <p:cNvSpPr>
            <a:spLocks noGrp="1" noRot="1" noMove="1" noResize="1" noEditPoints="1" noAdjustHandles="1" noChangeArrowheads="1" noChangeShapeType="1"/>
          </p:cNvSpPr>
          <p:nvPr>
            <p:ph type="pic" sz="quarter" idx="47" hasCustomPrompt="1"/>
          </p:nvPr>
        </p:nvSpPr>
        <p:spPr>
          <a:xfrm>
            <a:off x="9240856" y="0"/>
            <a:ext cx="2952000" cy="3504218"/>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a:t>
            </a:r>
            <a:r>
              <a:rPr lang="en-AU"/>
              <a:t>picture</a:t>
            </a:r>
          </a:p>
        </p:txBody>
      </p:sp>
      <p:sp>
        <p:nvSpPr>
          <p:cNvPr id="9" name="Picture Placeholder 11">
            <a:extLst>
              <a:ext uri="{FF2B5EF4-FFF2-40B4-BE49-F238E27FC236}">
                <a16:creationId xmlns:a16="http://schemas.microsoft.com/office/drawing/2014/main" id="{D278DA27-5717-48D9-B165-AC1658089D8C}"/>
              </a:ext>
            </a:extLst>
          </p:cNvPr>
          <p:cNvSpPr>
            <a:spLocks noGrp="1" noRot="1" noMove="1" noResize="1" noEditPoints="1" noAdjustHandles="1" noChangeArrowheads="1" noChangeShapeType="1"/>
          </p:cNvSpPr>
          <p:nvPr>
            <p:ph type="pic" sz="quarter" idx="48" hasCustomPrompt="1"/>
          </p:nvPr>
        </p:nvSpPr>
        <p:spPr>
          <a:xfrm>
            <a:off x="6286073" y="3498386"/>
            <a:ext cx="2952000" cy="3359613"/>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a:t>
            </a:r>
            <a:r>
              <a:rPr lang="en-AU"/>
              <a:t>picture</a:t>
            </a:r>
          </a:p>
        </p:txBody>
      </p:sp>
      <p:sp>
        <p:nvSpPr>
          <p:cNvPr id="10" name="Picture Placeholder 11">
            <a:extLst>
              <a:ext uri="{FF2B5EF4-FFF2-40B4-BE49-F238E27FC236}">
                <a16:creationId xmlns:a16="http://schemas.microsoft.com/office/drawing/2014/main" id="{1CFDE815-8B15-4EDE-8E34-A8BD67CF6919}"/>
              </a:ext>
            </a:extLst>
          </p:cNvPr>
          <p:cNvSpPr>
            <a:spLocks noGrp="1" noRot="1" noMove="1" noResize="1" noEditPoints="1" noAdjustHandles="1" noChangeArrowheads="1" noChangeShapeType="1"/>
          </p:cNvSpPr>
          <p:nvPr>
            <p:ph type="pic" sz="quarter" idx="49" hasCustomPrompt="1"/>
          </p:nvPr>
        </p:nvSpPr>
        <p:spPr>
          <a:xfrm>
            <a:off x="9240000" y="3498386"/>
            <a:ext cx="2952000" cy="3359613"/>
          </a:xfrm>
          <a:custGeom>
            <a:avLst/>
            <a:gdLst>
              <a:gd name="connsiteX0" fmla="*/ 0 w 8128000"/>
              <a:gd name="connsiteY0" fmla="*/ 0 h 6858000"/>
              <a:gd name="connsiteX1" fmla="*/ 8128000 w 8128000"/>
              <a:gd name="connsiteY1" fmla="*/ 0 h 6858000"/>
              <a:gd name="connsiteX2" fmla="*/ 8128000 w 8128000"/>
              <a:gd name="connsiteY2" fmla="*/ 6858000 h 6858000"/>
              <a:gd name="connsiteX3" fmla="*/ 0 w 8128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128000" h="6858000">
                <a:moveTo>
                  <a:pt x="0" y="0"/>
                </a:moveTo>
                <a:lnTo>
                  <a:pt x="8128000" y="0"/>
                </a:lnTo>
                <a:lnTo>
                  <a:pt x="8128000" y="6858000"/>
                </a:lnTo>
                <a:lnTo>
                  <a:pt x="0" y="6858000"/>
                </a:lnTo>
                <a:close/>
              </a:path>
            </a:pathLst>
          </a:custGeom>
          <a:solidFill>
            <a:schemeClr val="tx2"/>
          </a:solidFill>
        </p:spPr>
        <p:txBody>
          <a:bodyPr vert="horz" lIns="0" tIns="0" rIns="0" bIns="0" rtlCol="0" anchor="ctr">
            <a:normAutofit/>
          </a:bodyPr>
          <a:lstStyle>
            <a:lvl1pPr marL="0" indent="0">
              <a:lnSpc>
                <a:spcPct val="100000"/>
              </a:lnSpc>
              <a:spcAft>
                <a:spcPts val="600"/>
              </a:spcAft>
              <a:buNone/>
              <a:defRPr lang="en-AU" sz="1200" dirty="0"/>
            </a:lvl1pPr>
          </a:lstStyle>
          <a:p>
            <a:pPr lvl="0" algn="ctr"/>
            <a:r>
              <a:rPr lang="en-US"/>
              <a:t>Click on the icon to insert a </a:t>
            </a:r>
            <a:r>
              <a:rPr lang="en-AU"/>
              <a:t>picture</a:t>
            </a:r>
          </a:p>
        </p:txBody>
      </p:sp>
      <p:sp>
        <p:nvSpPr>
          <p:cNvPr id="4" name="Slide Number Placeholder 3">
            <a:extLst>
              <a:ext uri="{FF2B5EF4-FFF2-40B4-BE49-F238E27FC236}">
                <a16:creationId xmlns:a16="http://schemas.microsoft.com/office/drawing/2014/main" id="{A06CE19E-17FC-6F77-5504-5FC246527331}"/>
              </a:ext>
            </a:extLst>
          </p:cNvPr>
          <p:cNvSpPr>
            <a:spLocks noGrp="1"/>
          </p:cNvSpPr>
          <p:nvPr>
            <p:ph type="sldNum" sz="quarter" idx="50"/>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6" name="Title 6">
            <a:extLst>
              <a:ext uri="{FF2B5EF4-FFF2-40B4-BE49-F238E27FC236}">
                <a16:creationId xmlns:a16="http://schemas.microsoft.com/office/drawing/2014/main" id="{638EA08B-975D-594E-DAF6-268498C671E8}"/>
              </a:ext>
            </a:extLst>
          </p:cNvPr>
          <p:cNvSpPr>
            <a:spLocks noGrp="1"/>
          </p:cNvSpPr>
          <p:nvPr>
            <p:ph type="title" hasCustomPrompt="1"/>
          </p:nvPr>
        </p:nvSpPr>
        <p:spPr>
          <a:xfrm>
            <a:off x="479426" y="788705"/>
            <a:ext cx="542607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1" name="Text Placeholder 9">
            <a:extLst>
              <a:ext uri="{FF2B5EF4-FFF2-40B4-BE49-F238E27FC236}">
                <a16:creationId xmlns:a16="http://schemas.microsoft.com/office/drawing/2014/main" id="{452845A0-423B-1B8C-9C14-C2380F37967B}"/>
              </a:ext>
            </a:extLst>
          </p:cNvPr>
          <p:cNvSpPr>
            <a:spLocks noGrp="1"/>
          </p:cNvSpPr>
          <p:nvPr>
            <p:ph type="body" sz="quarter" idx="44" hasCustomPrompt="1"/>
          </p:nvPr>
        </p:nvSpPr>
        <p:spPr>
          <a:xfrm>
            <a:off x="479426" y="489600"/>
            <a:ext cx="542607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2" name="Text Placeholder 9">
            <a:extLst>
              <a:ext uri="{FF2B5EF4-FFF2-40B4-BE49-F238E27FC236}">
                <a16:creationId xmlns:a16="http://schemas.microsoft.com/office/drawing/2014/main" id="{4AB8AE48-EE13-948C-99C1-1A5D9AA856EF}"/>
              </a:ext>
            </a:extLst>
          </p:cNvPr>
          <p:cNvSpPr>
            <a:spLocks noGrp="1" noChangeAspect="1"/>
          </p:cNvSpPr>
          <p:nvPr>
            <p:ph type="body" sz="quarter" idx="52"/>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3" name="Footer Placeholder 4">
            <a:extLst>
              <a:ext uri="{FF2B5EF4-FFF2-40B4-BE49-F238E27FC236}">
                <a16:creationId xmlns:a16="http://schemas.microsoft.com/office/drawing/2014/main" id="{77B0D149-0193-3E8A-C839-5105444C94E5}"/>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5" name="Content Placeholder 16">
            <a:extLst>
              <a:ext uri="{FF2B5EF4-FFF2-40B4-BE49-F238E27FC236}">
                <a16:creationId xmlns:a16="http://schemas.microsoft.com/office/drawing/2014/main" id="{9299771A-7F96-91F8-1232-942AAC046ACE}"/>
              </a:ext>
            </a:extLst>
          </p:cNvPr>
          <p:cNvSpPr>
            <a:spLocks noGrp="1"/>
          </p:cNvSpPr>
          <p:nvPr>
            <p:ph sz="quarter" idx="53"/>
          </p:nvPr>
        </p:nvSpPr>
        <p:spPr>
          <a:xfrm>
            <a:off x="479426" y="1575795"/>
            <a:ext cx="54252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485123465"/>
      </p:ext>
    </p:extLst>
  </p:cSld>
  <p:clrMapOvr>
    <a:masterClrMapping/>
  </p:clrMapOvr>
  <p:extLst>
    <p:ext uri="{DCECCB84-F9BA-43D5-87BE-67443E8EF086}">
      <p15:sldGuideLst xmlns:p15="http://schemas.microsoft.com/office/powerpoint/2012/main">
        <p15:guide id="3" pos="3960">
          <p15:clr>
            <a:srgbClr val="FBAE40"/>
          </p15:clr>
        </p15:guide>
        <p15:guide id="4" pos="369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 Column + 2 images">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07D4BD77-5A6E-21D3-C6B0-F139AD5E8FA8}"/>
              </a:ext>
            </a:extLst>
          </p:cNvPr>
          <p:cNvSpPr>
            <a:spLocks noGrp="1" noRot="1" noMove="1" noResize="1" noEditPoints="1" noAdjustHandles="1" noChangeArrowheads="1" noChangeShapeType="1"/>
          </p:cNvSpPr>
          <p:nvPr>
            <p:ph type="pic" sz="quarter" idx="73" hasCustomPrompt="1"/>
          </p:nvPr>
        </p:nvSpPr>
        <p:spPr>
          <a:xfrm>
            <a:off x="5443365" y="1581123"/>
            <a:ext cx="3191349" cy="4311678"/>
          </a:xfrm>
          <a:prstGeom prst="rect">
            <a:avLst/>
          </a:prstGeom>
          <a:solidFill>
            <a:schemeClr val="tx2"/>
          </a:solidFill>
        </p:spPr>
        <p:txBody>
          <a:bodyPr wrap="square" anchor="ctr" anchorCtr="1">
            <a:noAutofit/>
          </a:bodyPr>
          <a:lstStyle>
            <a:lvl1pPr marL="0" indent="0" algn="ctr">
              <a:lnSpc>
                <a:spcPct val="100000"/>
              </a:lnSpc>
              <a:spcAft>
                <a:spcPts val="600"/>
              </a:spcAft>
              <a:buNone/>
              <a:defRPr sz="1100"/>
            </a:lvl1pPr>
          </a:lstStyle>
          <a:p>
            <a:r>
              <a:rPr lang="en-AU"/>
              <a:t>Click on icon to insert image </a:t>
            </a:r>
          </a:p>
        </p:txBody>
      </p:sp>
      <p:sp>
        <p:nvSpPr>
          <p:cNvPr id="8" name="Picture Placeholder 8">
            <a:extLst>
              <a:ext uri="{FF2B5EF4-FFF2-40B4-BE49-F238E27FC236}">
                <a16:creationId xmlns:a16="http://schemas.microsoft.com/office/drawing/2014/main" id="{810D544F-F8CA-AD59-0F6E-56150D59DF18}"/>
              </a:ext>
            </a:extLst>
          </p:cNvPr>
          <p:cNvSpPr>
            <a:spLocks noGrp="1" noRot="1" noMove="1" noResize="1" noEditPoints="1" noAdjustHandles="1" noChangeArrowheads="1" noChangeShapeType="1"/>
          </p:cNvSpPr>
          <p:nvPr>
            <p:ph type="pic" sz="quarter" idx="74" hasCustomPrompt="1"/>
          </p:nvPr>
        </p:nvSpPr>
        <p:spPr>
          <a:xfrm>
            <a:off x="8987893" y="1581123"/>
            <a:ext cx="3204000" cy="4311678"/>
          </a:xfrm>
          <a:prstGeom prst="rect">
            <a:avLst/>
          </a:prstGeom>
          <a:solidFill>
            <a:schemeClr val="tx2"/>
          </a:solidFill>
        </p:spPr>
        <p:txBody>
          <a:bodyPr wrap="square" anchor="ctr" anchorCtr="1">
            <a:noAutofit/>
          </a:bodyPr>
          <a:lstStyle>
            <a:lvl1pPr marL="0" indent="0" algn="ctr">
              <a:lnSpc>
                <a:spcPct val="100000"/>
              </a:lnSpc>
              <a:spcAft>
                <a:spcPts val="600"/>
              </a:spcAft>
              <a:buNone/>
              <a:defRPr sz="1200"/>
            </a:lvl1pPr>
          </a:lstStyle>
          <a:p>
            <a:r>
              <a:rPr lang="en-AU"/>
              <a:t>Click on icon to insert image </a:t>
            </a:r>
          </a:p>
        </p:txBody>
      </p:sp>
      <p:sp>
        <p:nvSpPr>
          <p:cNvPr id="2" name="Slide Number Placeholder 1">
            <a:extLst>
              <a:ext uri="{FF2B5EF4-FFF2-40B4-BE49-F238E27FC236}">
                <a16:creationId xmlns:a16="http://schemas.microsoft.com/office/drawing/2014/main" id="{3EEB6B39-EBE3-99DB-2B28-C06A773BE1AB}"/>
              </a:ext>
            </a:extLst>
          </p:cNvPr>
          <p:cNvSpPr>
            <a:spLocks noGrp="1"/>
          </p:cNvSpPr>
          <p:nvPr>
            <p:ph type="sldNum" sz="quarter" idx="75"/>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4" name="Title 6">
            <a:extLst>
              <a:ext uri="{FF2B5EF4-FFF2-40B4-BE49-F238E27FC236}">
                <a16:creationId xmlns:a16="http://schemas.microsoft.com/office/drawing/2014/main" id="{D3EC98E0-16E8-57AC-09DE-25369678E0A8}"/>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5" name="Title 6">
            <a:extLst>
              <a:ext uri="{FF2B5EF4-FFF2-40B4-BE49-F238E27FC236}">
                <a16:creationId xmlns:a16="http://schemas.microsoft.com/office/drawing/2014/main" id="{293C04D4-3F7C-A984-F6C5-FD589E6ADF0B}"/>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1" name="Text Placeholder 9">
            <a:extLst>
              <a:ext uri="{FF2B5EF4-FFF2-40B4-BE49-F238E27FC236}">
                <a16:creationId xmlns:a16="http://schemas.microsoft.com/office/drawing/2014/main" id="{FD07D1F3-0F00-7190-FC4E-41EDD0056E5D}"/>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6" name="Graphic 5">
            <a:extLst>
              <a:ext uri="{FF2B5EF4-FFF2-40B4-BE49-F238E27FC236}">
                <a16:creationId xmlns:a16="http://schemas.microsoft.com/office/drawing/2014/main" id="{AB49A870-9F5D-A9BA-D911-628DE145388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147B9807-E40D-532D-629C-06313D1353C3}"/>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7" name="Content Placeholder 16">
            <a:extLst>
              <a:ext uri="{FF2B5EF4-FFF2-40B4-BE49-F238E27FC236}">
                <a16:creationId xmlns:a16="http://schemas.microsoft.com/office/drawing/2014/main" id="{7AA95F4F-BEB1-36C1-7D60-F1434B28291E}"/>
              </a:ext>
            </a:extLst>
          </p:cNvPr>
          <p:cNvSpPr>
            <a:spLocks noGrp="1"/>
          </p:cNvSpPr>
          <p:nvPr>
            <p:ph sz="quarter" idx="53"/>
          </p:nvPr>
        </p:nvSpPr>
        <p:spPr>
          <a:xfrm>
            <a:off x="479426" y="1575795"/>
            <a:ext cx="461076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899686268"/>
      </p:ext>
    </p:extLst>
  </p:cSld>
  <p:clrMapOvr>
    <a:masterClrMapping/>
  </p:clrMapOvr>
  <p:extLst>
    <p:ext uri="{DCECCB84-F9BA-43D5-87BE-67443E8EF086}">
      <p15:sldGuideLst xmlns:p15="http://schemas.microsoft.com/office/powerpoint/2012/main">
        <p15:guide id="3" pos="3099">
          <p15:clr>
            <a:srgbClr val="FBAE40"/>
          </p15:clr>
        </p15:guide>
        <p15:guide id="4" pos="3427">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 boxes with ico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5" name="Text Placeholder 14">
            <a:extLst>
              <a:ext uri="{FF2B5EF4-FFF2-40B4-BE49-F238E27FC236}">
                <a16:creationId xmlns:a16="http://schemas.microsoft.com/office/drawing/2014/main" id="{0A072C4A-97AF-2EC8-7D56-987AF2A6EE1C}"/>
              </a:ext>
            </a:extLst>
          </p:cNvPr>
          <p:cNvSpPr>
            <a:spLocks noGrp="1"/>
          </p:cNvSpPr>
          <p:nvPr>
            <p:ph type="body" sz="quarter" idx="22" hasCustomPrompt="1"/>
          </p:nvPr>
        </p:nvSpPr>
        <p:spPr>
          <a:xfrm>
            <a:off x="479424" y="3241456"/>
            <a:ext cx="3600000" cy="573627"/>
          </a:xfrm>
          <a:prstGeom prst="rect">
            <a:avLst/>
          </a:prstGeom>
        </p:spPr>
        <p:txBody>
          <a:bodyPr lIns="0" tIns="0" rIns="0" bIns="0" anchor="ctr"/>
          <a:lstStyle>
            <a:lvl1pPr marL="0" indent="0">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6" name="Text Placeholder 14">
            <a:extLst>
              <a:ext uri="{FF2B5EF4-FFF2-40B4-BE49-F238E27FC236}">
                <a16:creationId xmlns:a16="http://schemas.microsoft.com/office/drawing/2014/main" id="{608F44C7-25A8-85EC-9324-5CB92097118C}"/>
              </a:ext>
            </a:extLst>
          </p:cNvPr>
          <p:cNvSpPr>
            <a:spLocks noGrp="1"/>
          </p:cNvSpPr>
          <p:nvPr>
            <p:ph type="body" sz="quarter" idx="23" hasCustomPrompt="1"/>
          </p:nvPr>
        </p:nvSpPr>
        <p:spPr>
          <a:xfrm>
            <a:off x="4295999" y="3241456"/>
            <a:ext cx="3600000" cy="573627"/>
          </a:xfrm>
          <a:prstGeom prst="rect">
            <a:avLst/>
          </a:prstGeom>
        </p:spPr>
        <p:txBody>
          <a:bodyPr lIns="0" tIns="0" rIns="0" bIns="0" anchor="ctr"/>
          <a:lstStyle>
            <a:lvl1pPr marL="0" indent="0">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9" name="Text Placeholder 14">
            <a:extLst>
              <a:ext uri="{FF2B5EF4-FFF2-40B4-BE49-F238E27FC236}">
                <a16:creationId xmlns:a16="http://schemas.microsoft.com/office/drawing/2014/main" id="{8696778C-EF68-7B58-086C-74E84E13A3A5}"/>
              </a:ext>
            </a:extLst>
          </p:cNvPr>
          <p:cNvSpPr>
            <a:spLocks noGrp="1"/>
          </p:cNvSpPr>
          <p:nvPr>
            <p:ph type="body" sz="quarter" idx="24" hasCustomPrompt="1"/>
          </p:nvPr>
        </p:nvSpPr>
        <p:spPr>
          <a:xfrm>
            <a:off x="8112575" y="3241456"/>
            <a:ext cx="3600000" cy="573627"/>
          </a:xfrm>
          <a:prstGeom prst="rect">
            <a:avLst/>
          </a:prstGeom>
        </p:spPr>
        <p:txBody>
          <a:bodyPr lIns="0" tIns="0" rIns="0" bIns="0" anchor="ctr"/>
          <a:lstStyle>
            <a:lvl1pPr marL="0" indent="0">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11" name="Picture Placeholder 18">
            <a:extLst>
              <a:ext uri="{FF2B5EF4-FFF2-40B4-BE49-F238E27FC236}">
                <a16:creationId xmlns:a16="http://schemas.microsoft.com/office/drawing/2014/main" id="{B444E50B-02E2-4478-6833-ADE6A4B897C2}"/>
              </a:ext>
            </a:extLst>
          </p:cNvPr>
          <p:cNvSpPr>
            <a:spLocks noGrp="1"/>
          </p:cNvSpPr>
          <p:nvPr>
            <p:ph type="pic" sz="quarter" idx="25"/>
          </p:nvPr>
        </p:nvSpPr>
        <p:spPr>
          <a:xfrm>
            <a:off x="480389" y="2179247"/>
            <a:ext cx="640080" cy="640080"/>
          </a:xfrm>
          <a:prstGeom prst="rect">
            <a:avLst/>
          </a:prstGeom>
        </p:spPr>
        <p:txBody>
          <a:bodyPr/>
          <a:lstStyle>
            <a:lvl1pPr marL="0" indent="0">
              <a:lnSpc>
                <a:spcPct val="85000"/>
              </a:lnSpc>
              <a:spcAft>
                <a:spcPts val="600"/>
              </a:spcAft>
              <a:buNone/>
              <a:defRPr>
                <a:noFill/>
              </a:defRPr>
            </a:lvl1pPr>
          </a:lstStyle>
          <a:p>
            <a:r>
              <a:rPr lang="en-US"/>
              <a:t>Click icon to add picture</a:t>
            </a:r>
            <a:endParaRPr lang="en-GB"/>
          </a:p>
        </p:txBody>
      </p:sp>
      <p:sp>
        <p:nvSpPr>
          <p:cNvPr id="12" name="Picture Placeholder 18">
            <a:extLst>
              <a:ext uri="{FF2B5EF4-FFF2-40B4-BE49-F238E27FC236}">
                <a16:creationId xmlns:a16="http://schemas.microsoft.com/office/drawing/2014/main" id="{717CB0BD-B3CB-C414-CE5F-063606D0BE62}"/>
              </a:ext>
            </a:extLst>
          </p:cNvPr>
          <p:cNvSpPr>
            <a:spLocks noGrp="1"/>
          </p:cNvSpPr>
          <p:nvPr>
            <p:ph type="pic" sz="quarter" idx="26"/>
          </p:nvPr>
        </p:nvSpPr>
        <p:spPr>
          <a:xfrm>
            <a:off x="4295999" y="2179247"/>
            <a:ext cx="640080" cy="640080"/>
          </a:xfrm>
          <a:prstGeom prst="rect">
            <a:avLst/>
          </a:prstGeom>
        </p:spPr>
        <p:txBody>
          <a:bodyPr/>
          <a:lstStyle>
            <a:lvl1pPr marL="0" indent="0">
              <a:lnSpc>
                <a:spcPct val="85000"/>
              </a:lnSpc>
              <a:spcAft>
                <a:spcPts val="600"/>
              </a:spcAft>
              <a:buNone/>
              <a:defRPr>
                <a:noFill/>
              </a:defRPr>
            </a:lvl1pPr>
          </a:lstStyle>
          <a:p>
            <a:r>
              <a:rPr lang="en-US"/>
              <a:t>Click icon to add picture</a:t>
            </a:r>
            <a:endParaRPr lang="en-GB"/>
          </a:p>
        </p:txBody>
      </p:sp>
      <p:sp>
        <p:nvSpPr>
          <p:cNvPr id="13" name="Picture Placeholder 18">
            <a:extLst>
              <a:ext uri="{FF2B5EF4-FFF2-40B4-BE49-F238E27FC236}">
                <a16:creationId xmlns:a16="http://schemas.microsoft.com/office/drawing/2014/main" id="{41A53F20-03D8-E448-2607-9B0894C8C805}"/>
              </a:ext>
            </a:extLst>
          </p:cNvPr>
          <p:cNvSpPr>
            <a:spLocks noGrp="1"/>
          </p:cNvSpPr>
          <p:nvPr>
            <p:ph type="pic" sz="quarter" idx="27"/>
          </p:nvPr>
        </p:nvSpPr>
        <p:spPr>
          <a:xfrm>
            <a:off x="8111609" y="2179247"/>
            <a:ext cx="640080" cy="640080"/>
          </a:xfrm>
          <a:prstGeom prst="rect">
            <a:avLst/>
          </a:prstGeom>
        </p:spPr>
        <p:txBody>
          <a:bodyPr/>
          <a:lstStyle>
            <a:lvl1pPr marL="0" indent="0">
              <a:lnSpc>
                <a:spcPct val="85000"/>
              </a:lnSpc>
              <a:spcAft>
                <a:spcPts val="600"/>
              </a:spcAft>
              <a:buNone/>
              <a:defRPr>
                <a:noFill/>
              </a:defRPr>
            </a:lvl1pPr>
          </a:lstStyle>
          <a:p>
            <a:r>
              <a:rPr lang="en-US"/>
              <a:t>Click icon to add picture</a:t>
            </a:r>
            <a:endParaRPr lang="en-GB"/>
          </a:p>
        </p:txBody>
      </p:sp>
      <p:sp>
        <p:nvSpPr>
          <p:cNvPr id="14" name="Content Placeholder 28">
            <a:extLst>
              <a:ext uri="{FF2B5EF4-FFF2-40B4-BE49-F238E27FC236}">
                <a16:creationId xmlns:a16="http://schemas.microsoft.com/office/drawing/2014/main" id="{7A5236D5-F5D1-CBCF-1E8F-C9CF70CCA94C}"/>
              </a:ext>
            </a:extLst>
          </p:cNvPr>
          <p:cNvSpPr>
            <a:spLocks noGrp="1"/>
          </p:cNvSpPr>
          <p:nvPr>
            <p:ph sz="quarter" idx="28"/>
          </p:nvPr>
        </p:nvSpPr>
        <p:spPr>
          <a:xfrm>
            <a:off x="479424" y="3037277"/>
            <a:ext cx="3600000" cy="0"/>
          </a:xfrm>
          <a:prstGeom prst="rect">
            <a:avLst/>
          </a:prstGeom>
          <a:ln w="19050">
            <a:solidFill>
              <a:schemeClr val="bg1"/>
            </a:solidFill>
          </a:ln>
        </p:spPr>
        <p:txBody>
          <a:bodyPr/>
          <a:lstStyle>
            <a:lvl1pPr>
              <a:lnSpc>
                <a:spcPct val="85000"/>
              </a:lnSpc>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CA40BC15-8469-23DB-9379-ABC22394F63F}"/>
              </a:ext>
            </a:extLst>
          </p:cNvPr>
          <p:cNvSpPr>
            <a:spLocks noGrp="1"/>
          </p:cNvSpPr>
          <p:nvPr>
            <p:ph sz="quarter" idx="29"/>
          </p:nvPr>
        </p:nvSpPr>
        <p:spPr>
          <a:xfrm>
            <a:off x="4295999" y="3037277"/>
            <a:ext cx="3600000" cy="0"/>
          </a:xfrm>
          <a:prstGeom prst="rect">
            <a:avLst/>
          </a:prstGeom>
          <a:ln w="19050">
            <a:solidFill>
              <a:schemeClr val="bg1"/>
            </a:solidFill>
          </a:ln>
        </p:spPr>
        <p:txBody>
          <a:bodyPr/>
          <a:lstStyle>
            <a:lvl1pPr>
              <a:lnSpc>
                <a:spcPct val="85000"/>
              </a:lnSpc>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Content Placeholder 28">
            <a:extLst>
              <a:ext uri="{FF2B5EF4-FFF2-40B4-BE49-F238E27FC236}">
                <a16:creationId xmlns:a16="http://schemas.microsoft.com/office/drawing/2014/main" id="{60548F07-4AE6-F42E-5FBE-128F6E724FDA}"/>
              </a:ext>
            </a:extLst>
          </p:cNvPr>
          <p:cNvSpPr>
            <a:spLocks noGrp="1"/>
          </p:cNvSpPr>
          <p:nvPr>
            <p:ph sz="quarter" idx="30"/>
          </p:nvPr>
        </p:nvSpPr>
        <p:spPr>
          <a:xfrm>
            <a:off x="8112575" y="3037277"/>
            <a:ext cx="3600000" cy="0"/>
          </a:xfrm>
          <a:prstGeom prst="rect">
            <a:avLst/>
          </a:prstGeom>
          <a:ln w="19050">
            <a:solidFill>
              <a:schemeClr val="bg1"/>
            </a:solidFill>
          </a:ln>
        </p:spPr>
        <p:txBody>
          <a:bodyPr/>
          <a:lstStyle>
            <a:lvl1pPr>
              <a:lnSpc>
                <a:spcPct val="85000"/>
              </a:lnSpc>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8" name="Title 6">
            <a:extLst>
              <a:ext uri="{FF2B5EF4-FFF2-40B4-BE49-F238E27FC236}">
                <a16:creationId xmlns:a16="http://schemas.microsoft.com/office/drawing/2014/main" id="{8A7BCC48-47D6-0433-6CC2-9C75487A4E3E}"/>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solidFill>
                <a:schemeClr val="bg1"/>
              </a:solidFill>
            </a:endParaRPr>
          </a:p>
        </p:txBody>
      </p:sp>
      <p:sp>
        <p:nvSpPr>
          <p:cNvPr id="15" name="Title 6">
            <a:extLst>
              <a:ext uri="{FF2B5EF4-FFF2-40B4-BE49-F238E27FC236}">
                <a16:creationId xmlns:a16="http://schemas.microsoft.com/office/drawing/2014/main" id="{154567A1-043D-6A64-6011-348C094D40B0}"/>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6" name="Text Placeholder 9">
            <a:extLst>
              <a:ext uri="{FF2B5EF4-FFF2-40B4-BE49-F238E27FC236}">
                <a16:creationId xmlns:a16="http://schemas.microsoft.com/office/drawing/2014/main" id="{F99D91E6-CDB9-E3D8-5C83-3B0609EA63CD}"/>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4" name="Graphic 3">
            <a:extLst>
              <a:ext uri="{FF2B5EF4-FFF2-40B4-BE49-F238E27FC236}">
                <a16:creationId xmlns:a16="http://schemas.microsoft.com/office/drawing/2014/main" id="{CD08BA0C-1000-3CDC-BF62-68A89FCB5134}"/>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1526AE36-5467-F8BE-BEC1-744FDC338F4C}"/>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7" name="Content Placeholder 22">
            <a:extLst>
              <a:ext uri="{FF2B5EF4-FFF2-40B4-BE49-F238E27FC236}">
                <a16:creationId xmlns:a16="http://schemas.microsoft.com/office/drawing/2014/main" id="{9E279354-2D59-98C9-5DD7-23BC7E4307AC}"/>
              </a:ext>
            </a:extLst>
          </p:cNvPr>
          <p:cNvSpPr>
            <a:spLocks noGrp="1"/>
          </p:cNvSpPr>
          <p:nvPr>
            <p:ph sz="quarter" idx="45"/>
          </p:nvPr>
        </p:nvSpPr>
        <p:spPr>
          <a:xfrm>
            <a:off x="479426" y="3942883"/>
            <a:ext cx="3600000" cy="123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22">
            <a:extLst>
              <a:ext uri="{FF2B5EF4-FFF2-40B4-BE49-F238E27FC236}">
                <a16:creationId xmlns:a16="http://schemas.microsoft.com/office/drawing/2014/main" id="{50480A41-E1E6-F008-D70D-C1A6D292E3E8}"/>
              </a:ext>
            </a:extLst>
          </p:cNvPr>
          <p:cNvSpPr>
            <a:spLocks noGrp="1"/>
          </p:cNvSpPr>
          <p:nvPr>
            <p:ph sz="quarter" idx="46"/>
          </p:nvPr>
        </p:nvSpPr>
        <p:spPr>
          <a:xfrm>
            <a:off x="4295999" y="3942883"/>
            <a:ext cx="3600000" cy="123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7" name="Content Placeholder 22">
            <a:extLst>
              <a:ext uri="{FF2B5EF4-FFF2-40B4-BE49-F238E27FC236}">
                <a16:creationId xmlns:a16="http://schemas.microsoft.com/office/drawing/2014/main" id="{6EAA226F-0403-AB6C-B511-E67B1301A298}"/>
              </a:ext>
            </a:extLst>
          </p:cNvPr>
          <p:cNvSpPr>
            <a:spLocks noGrp="1"/>
          </p:cNvSpPr>
          <p:nvPr>
            <p:ph sz="quarter" idx="47"/>
          </p:nvPr>
        </p:nvSpPr>
        <p:spPr>
          <a:xfrm>
            <a:off x="8112575" y="3942883"/>
            <a:ext cx="3600000" cy="123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896614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6 boxes with icon">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423583"/>
            <a:ext cx="3600000" cy="457200"/>
          </a:xfrm>
          <a:prstGeom prst="rect">
            <a:avLst/>
          </a:prstGeom>
        </p:spPr>
        <p:txBody>
          <a:bodyPr lIns="0" tIns="0" rIns="0" bIns="0" anchor="ctr"/>
          <a:lstStyle>
            <a:lvl1pPr marL="0" indent="0" algn="l">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423583"/>
            <a:ext cx="3600000" cy="457200"/>
          </a:xfrm>
          <a:prstGeom prst="rect">
            <a:avLst/>
          </a:prstGeom>
        </p:spPr>
        <p:txBody>
          <a:bodyPr lIns="0" tIns="0" rIns="0" bIns="0" anchor="ctr"/>
          <a:lstStyle>
            <a:lvl1pPr marL="0" indent="0" algn="l">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423583"/>
            <a:ext cx="3600000" cy="457200"/>
          </a:xfrm>
          <a:prstGeom prst="rect">
            <a:avLst/>
          </a:prstGeom>
        </p:spPr>
        <p:txBody>
          <a:bodyPr lIns="0" tIns="0" rIns="0" bIns="0" anchor="ctr"/>
          <a:lstStyle>
            <a:lvl1pPr marL="0" indent="0" algn="l">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655226"/>
            <a:ext cx="360000" cy="360000"/>
          </a:xfrm>
          <a:prstGeom prst="rect">
            <a:avLst/>
          </a:prstGeom>
        </p:spPr>
        <p:txBody>
          <a:bodyPr/>
          <a:lstStyle>
            <a:lvl1pPr marL="0" indent="0">
              <a:lnSpc>
                <a:spcPct val="100000"/>
              </a:lnSpc>
              <a:spcAft>
                <a:spcPts val="600"/>
              </a:spcAft>
              <a:buNone/>
              <a:defRPr>
                <a:noFill/>
              </a:defRPr>
            </a:lvl1pPr>
          </a:lstStyle>
          <a:p>
            <a:r>
              <a:rPr lang="en-US"/>
              <a:t>Click icon to add picture</a:t>
            </a:r>
            <a:endParaRPr lang="en-GB"/>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655226"/>
            <a:ext cx="360000" cy="360000"/>
          </a:xfrm>
          <a:prstGeom prst="rect">
            <a:avLst/>
          </a:prstGeom>
        </p:spPr>
        <p:txBody>
          <a:bodyPr/>
          <a:lstStyle>
            <a:lvl1pPr marL="0" indent="0">
              <a:lnSpc>
                <a:spcPct val="100000"/>
              </a:lnSpc>
              <a:spcAft>
                <a:spcPts val="600"/>
              </a:spcAft>
              <a:buNone/>
              <a:defRPr>
                <a:noFill/>
              </a:defRPr>
            </a:lvl1pPr>
          </a:lstStyle>
          <a:p>
            <a:r>
              <a:rPr lang="en-US"/>
              <a:t>Click icon to add picture</a:t>
            </a:r>
            <a:endParaRPr lang="en-GB"/>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655226"/>
            <a:ext cx="360000" cy="360000"/>
          </a:xfrm>
          <a:prstGeom prst="rect">
            <a:avLst/>
          </a:prstGeom>
        </p:spPr>
        <p:txBody>
          <a:bodyPr/>
          <a:lstStyle>
            <a:lvl1pPr marL="0" indent="0">
              <a:lnSpc>
                <a:spcPct val="100000"/>
              </a:lnSpc>
              <a:spcAft>
                <a:spcPts val="600"/>
              </a:spcAft>
              <a:buNone/>
              <a:defRPr>
                <a:noFill/>
              </a:defRPr>
            </a:lvl1pPr>
          </a:lstStyle>
          <a:p>
            <a:r>
              <a:rPr lang="en-US"/>
              <a:t>Click icon to add picture</a:t>
            </a:r>
            <a:endParaRPr lang="en-GB"/>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219404"/>
            <a:ext cx="3600000" cy="0"/>
          </a:xfrm>
          <a:prstGeom prst="rect">
            <a:avLst/>
          </a:prstGeom>
          <a:ln w="19050">
            <a:solidFill>
              <a:schemeClr val="bg1"/>
            </a:solidFill>
          </a:ln>
        </p:spPr>
        <p:txBody>
          <a:bodyPr/>
          <a:lstStyle>
            <a:lvl1pPr>
              <a:lnSpc>
                <a:spcPct val="100000"/>
              </a:lnSpc>
              <a:spcBef>
                <a:spcPts val="0"/>
              </a:spcBef>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219404"/>
            <a:ext cx="3600000" cy="0"/>
          </a:xfrm>
          <a:prstGeom prst="rect">
            <a:avLst/>
          </a:prstGeom>
          <a:ln w="19050">
            <a:solidFill>
              <a:schemeClr val="bg1"/>
            </a:solidFill>
          </a:ln>
        </p:spPr>
        <p:txBody>
          <a:bodyPr/>
          <a:lstStyle>
            <a:lvl1pPr>
              <a:lnSpc>
                <a:spcPct val="100000"/>
              </a:lnSpc>
              <a:spcBef>
                <a:spcPts val="0"/>
              </a:spcBef>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219404"/>
            <a:ext cx="3600000" cy="0"/>
          </a:xfrm>
          <a:prstGeom prst="rect">
            <a:avLst/>
          </a:prstGeom>
          <a:ln w="19050">
            <a:solidFill>
              <a:schemeClr val="bg1"/>
            </a:solidFill>
          </a:ln>
        </p:spPr>
        <p:txBody>
          <a:bodyPr/>
          <a:lstStyle>
            <a:lvl1pPr>
              <a:lnSpc>
                <a:spcPct val="100000"/>
              </a:lnSpc>
              <a:spcBef>
                <a:spcPts val="0"/>
              </a:spcBef>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673465"/>
            <a:ext cx="3600000" cy="457200"/>
          </a:xfrm>
          <a:prstGeom prst="rect">
            <a:avLst/>
          </a:prstGeom>
        </p:spPr>
        <p:txBody>
          <a:bodyPr lIns="0" tIns="0" rIns="0" bIns="0" anchor="ctr"/>
          <a:lstStyle>
            <a:lvl1pPr marL="0" indent="0" algn="l">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673465"/>
            <a:ext cx="3600000" cy="457200"/>
          </a:xfrm>
          <a:prstGeom prst="rect">
            <a:avLst/>
          </a:prstGeom>
        </p:spPr>
        <p:txBody>
          <a:bodyPr lIns="0" tIns="0" rIns="0" bIns="0" anchor="ctr"/>
          <a:lstStyle>
            <a:lvl1pPr marL="0" indent="0" algn="l">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673465"/>
            <a:ext cx="3600000" cy="457200"/>
          </a:xfrm>
          <a:prstGeom prst="rect">
            <a:avLst/>
          </a:prstGeom>
        </p:spPr>
        <p:txBody>
          <a:bodyPr lIns="0" tIns="0" rIns="0" bIns="0" anchor="ctr"/>
          <a:lstStyle>
            <a:lvl1pPr marL="0" indent="0" algn="l">
              <a:lnSpc>
                <a:spcPct val="100000"/>
              </a:lnSpc>
              <a:spcBef>
                <a:spcPts val="0"/>
              </a:spcBef>
              <a:spcAft>
                <a:spcPts val="600"/>
              </a:spcAft>
              <a:buNone/>
              <a:defRPr sz="1600" b="1">
                <a:solidFill>
                  <a:schemeClr val="accent4"/>
                </a:solidFill>
                <a:latin typeface="+mj-lt"/>
              </a:defRPr>
            </a:lvl1pPr>
            <a:lvl2pPr marL="252000" indent="0">
              <a:buNone/>
              <a:defRPr/>
            </a:lvl2pPr>
          </a:lstStyle>
          <a:p>
            <a:pPr lvl="0"/>
            <a:r>
              <a:rPr lang="en-US"/>
              <a:t>Text Goes Here</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905108"/>
            <a:ext cx="360000" cy="360000"/>
          </a:xfrm>
          <a:prstGeom prst="rect">
            <a:avLst/>
          </a:prstGeom>
        </p:spPr>
        <p:txBody>
          <a:bodyPr/>
          <a:lstStyle>
            <a:lvl1pPr marL="0" indent="0">
              <a:lnSpc>
                <a:spcPct val="100000"/>
              </a:lnSpc>
              <a:spcBef>
                <a:spcPts val="0"/>
              </a:spcBef>
              <a:spcAft>
                <a:spcPts val="600"/>
              </a:spcAft>
              <a:buNone/>
              <a:defRPr>
                <a:noFill/>
              </a:defRPr>
            </a:lvl1pPr>
          </a:lstStyle>
          <a:p>
            <a:r>
              <a:rPr lang="en-US"/>
              <a:t>Click icon to add picture</a:t>
            </a:r>
            <a:endParaRPr lang="en-GB"/>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905108"/>
            <a:ext cx="360000" cy="360000"/>
          </a:xfrm>
          <a:prstGeom prst="rect">
            <a:avLst/>
          </a:prstGeom>
        </p:spPr>
        <p:txBody>
          <a:bodyPr/>
          <a:lstStyle>
            <a:lvl1pPr marL="0" indent="0">
              <a:lnSpc>
                <a:spcPct val="100000"/>
              </a:lnSpc>
              <a:spcBef>
                <a:spcPts val="0"/>
              </a:spcBef>
              <a:spcAft>
                <a:spcPts val="600"/>
              </a:spcAft>
              <a:buNone/>
              <a:defRPr>
                <a:noFill/>
              </a:defRPr>
            </a:lvl1pPr>
          </a:lstStyle>
          <a:p>
            <a:r>
              <a:rPr lang="en-US"/>
              <a:t>Click icon to add picture</a:t>
            </a:r>
            <a:endParaRPr lang="en-GB"/>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905108"/>
            <a:ext cx="360000" cy="360000"/>
          </a:xfrm>
          <a:prstGeom prst="rect">
            <a:avLst/>
          </a:prstGeom>
        </p:spPr>
        <p:txBody>
          <a:bodyPr/>
          <a:lstStyle>
            <a:lvl1pPr marL="0" indent="0">
              <a:lnSpc>
                <a:spcPct val="100000"/>
              </a:lnSpc>
              <a:spcBef>
                <a:spcPts val="0"/>
              </a:spcBef>
              <a:spcAft>
                <a:spcPts val="600"/>
              </a:spcAft>
              <a:buNone/>
              <a:defRPr>
                <a:noFill/>
              </a:defRPr>
            </a:lvl1pPr>
          </a:lstStyle>
          <a:p>
            <a:r>
              <a:rPr lang="en-US"/>
              <a:t>Click icon to add picture</a:t>
            </a:r>
            <a:endParaRPr lang="en-GB"/>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469286"/>
            <a:ext cx="3600000" cy="0"/>
          </a:xfrm>
          <a:prstGeom prst="rect">
            <a:avLst/>
          </a:prstGeom>
          <a:ln w="19050">
            <a:solidFill>
              <a:schemeClr val="bg1"/>
            </a:solidFill>
          </a:ln>
        </p:spPr>
        <p:txBody>
          <a:bodyPr/>
          <a:lstStyle>
            <a:lvl1pPr>
              <a:lnSpc>
                <a:spcPct val="100000"/>
              </a:lnSpc>
              <a:spcBef>
                <a:spcPts val="0"/>
              </a:spcBef>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469286"/>
            <a:ext cx="3600000" cy="0"/>
          </a:xfrm>
          <a:prstGeom prst="rect">
            <a:avLst/>
          </a:prstGeom>
          <a:ln w="19050">
            <a:solidFill>
              <a:schemeClr val="bg1"/>
            </a:solidFill>
          </a:ln>
        </p:spPr>
        <p:txBody>
          <a:bodyPr/>
          <a:lstStyle>
            <a:lvl1pPr>
              <a:lnSpc>
                <a:spcPct val="100000"/>
              </a:lnSpc>
              <a:spcBef>
                <a:spcPts val="0"/>
              </a:spcBef>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469286"/>
            <a:ext cx="3600000" cy="0"/>
          </a:xfrm>
          <a:prstGeom prst="rect">
            <a:avLst/>
          </a:prstGeom>
          <a:ln w="19050">
            <a:solidFill>
              <a:schemeClr val="bg1"/>
            </a:solidFill>
          </a:ln>
        </p:spPr>
        <p:txBody>
          <a:bodyPr/>
          <a:lstStyle>
            <a:lvl1pPr>
              <a:lnSpc>
                <a:spcPct val="100000"/>
              </a:lnSpc>
              <a:spcBef>
                <a:spcPts val="0"/>
              </a:spcBef>
              <a:spcAft>
                <a:spcPts val="600"/>
              </a:spcAft>
              <a:defRPr sz="100">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7" name="Title 6">
            <a:extLst>
              <a:ext uri="{FF2B5EF4-FFF2-40B4-BE49-F238E27FC236}">
                <a16:creationId xmlns:a16="http://schemas.microsoft.com/office/drawing/2014/main" id="{2BAB3048-3691-B7E7-1FB2-D792FD00B2AE}"/>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25" name="Title 6">
            <a:extLst>
              <a:ext uri="{FF2B5EF4-FFF2-40B4-BE49-F238E27FC236}">
                <a16:creationId xmlns:a16="http://schemas.microsoft.com/office/drawing/2014/main" id="{91A90467-F3C6-DB76-3F42-1F04D54941D2}"/>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27" name="Text Placeholder 9">
            <a:extLst>
              <a:ext uri="{FF2B5EF4-FFF2-40B4-BE49-F238E27FC236}">
                <a16:creationId xmlns:a16="http://schemas.microsoft.com/office/drawing/2014/main" id="{0520AC9A-C5DE-B823-30E1-1D91A2051FEB}"/>
              </a:ext>
            </a:extLst>
          </p:cNvPr>
          <p:cNvSpPr>
            <a:spLocks noGrp="1"/>
          </p:cNvSpPr>
          <p:nvPr>
            <p:ph type="body" sz="quarter" idx="46"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4" name="Graphic 3">
            <a:extLst>
              <a:ext uri="{FF2B5EF4-FFF2-40B4-BE49-F238E27FC236}">
                <a16:creationId xmlns:a16="http://schemas.microsoft.com/office/drawing/2014/main" id="{7E67598E-DC5B-FEBD-074F-F1159169C16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8" name="Footer Placeholder 4">
            <a:extLst>
              <a:ext uri="{FF2B5EF4-FFF2-40B4-BE49-F238E27FC236}">
                <a16:creationId xmlns:a16="http://schemas.microsoft.com/office/drawing/2014/main" id="{9429426F-FB1E-D7FE-68B4-0BFD50EBEED9}"/>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10" name="Picture Placeholder 18">
            <a:extLst>
              <a:ext uri="{FF2B5EF4-FFF2-40B4-BE49-F238E27FC236}">
                <a16:creationId xmlns:a16="http://schemas.microsoft.com/office/drawing/2014/main" id="{58A26C1E-13D5-4C44-0952-D1C3CBEF0333}"/>
              </a:ext>
            </a:extLst>
          </p:cNvPr>
          <p:cNvSpPr>
            <a:spLocks noGrp="1"/>
          </p:cNvSpPr>
          <p:nvPr>
            <p:ph type="pic" sz="quarter" idx="47"/>
          </p:nvPr>
        </p:nvSpPr>
        <p:spPr>
          <a:xfrm>
            <a:off x="480389" y="3905108"/>
            <a:ext cx="360000" cy="360000"/>
          </a:xfrm>
          <a:prstGeom prst="rect">
            <a:avLst/>
          </a:prstGeom>
        </p:spPr>
        <p:txBody>
          <a:bodyPr/>
          <a:lstStyle>
            <a:lvl1pPr marL="0" indent="0">
              <a:lnSpc>
                <a:spcPct val="100000"/>
              </a:lnSpc>
              <a:spcBef>
                <a:spcPts val="0"/>
              </a:spcBef>
              <a:spcAft>
                <a:spcPts val="600"/>
              </a:spcAft>
              <a:buNone/>
              <a:defRPr>
                <a:noFill/>
              </a:defRPr>
            </a:lvl1pPr>
          </a:lstStyle>
          <a:p>
            <a:r>
              <a:rPr lang="en-US"/>
              <a:t>Click icon to add picture</a:t>
            </a:r>
            <a:endParaRPr lang="en-GB"/>
          </a:p>
        </p:txBody>
      </p:sp>
      <p:sp>
        <p:nvSpPr>
          <p:cNvPr id="26" name="Picture Placeholder 18">
            <a:extLst>
              <a:ext uri="{FF2B5EF4-FFF2-40B4-BE49-F238E27FC236}">
                <a16:creationId xmlns:a16="http://schemas.microsoft.com/office/drawing/2014/main" id="{4722E687-0AFE-711E-C85D-4A51A735AC73}"/>
              </a:ext>
            </a:extLst>
          </p:cNvPr>
          <p:cNvSpPr>
            <a:spLocks noGrp="1"/>
          </p:cNvSpPr>
          <p:nvPr>
            <p:ph type="pic" sz="quarter" idx="48"/>
          </p:nvPr>
        </p:nvSpPr>
        <p:spPr>
          <a:xfrm>
            <a:off x="4295999" y="3905108"/>
            <a:ext cx="360000" cy="360000"/>
          </a:xfrm>
          <a:prstGeom prst="rect">
            <a:avLst/>
          </a:prstGeom>
        </p:spPr>
        <p:txBody>
          <a:bodyPr/>
          <a:lstStyle>
            <a:lvl1pPr marL="0" indent="0">
              <a:lnSpc>
                <a:spcPct val="100000"/>
              </a:lnSpc>
              <a:spcBef>
                <a:spcPts val="0"/>
              </a:spcBef>
              <a:spcAft>
                <a:spcPts val="600"/>
              </a:spcAft>
              <a:buNone/>
              <a:defRPr>
                <a:noFill/>
              </a:defRPr>
            </a:lvl1pPr>
          </a:lstStyle>
          <a:p>
            <a:r>
              <a:rPr lang="en-US"/>
              <a:t>Click icon to add picture</a:t>
            </a:r>
            <a:endParaRPr lang="en-GB"/>
          </a:p>
        </p:txBody>
      </p:sp>
      <p:sp>
        <p:nvSpPr>
          <p:cNvPr id="28" name="Picture Placeholder 18">
            <a:extLst>
              <a:ext uri="{FF2B5EF4-FFF2-40B4-BE49-F238E27FC236}">
                <a16:creationId xmlns:a16="http://schemas.microsoft.com/office/drawing/2014/main" id="{08B563CB-6EF9-23FA-FCB3-0F948E192231}"/>
              </a:ext>
            </a:extLst>
          </p:cNvPr>
          <p:cNvSpPr>
            <a:spLocks noGrp="1"/>
          </p:cNvSpPr>
          <p:nvPr>
            <p:ph type="pic" sz="quarter" idx="49"/>
          </p:nvPr>
        </p:nvSpPr>
        <p:spPr>
          <a:xfrm>
            <a:off x="8111609" y="3905108"/>
            <a:ext cx="360000" cy="360000"/>
          </a:xfrm>
          <a:prstGeom prst="rect">
            <a:avLst/>
          </a:prstGeom>
        </p:spPr>
        <p:txBody>
          <a:bodyPr/>
          <a:lstStyle>
            <a:lvl1pPr marL="0" indent="0">
              <a:lnSpc>
                <a:spcPct val="100000"/>
              </a:lnSpc>
              <a:spcBef>
                <a:spcPts val="0"/>
              </a:spcBef>
              <a:spcAft>
                <a:spcPts val="600"/>
              </a:spcAft>
              <a:buNone/>
              <a:defRPr>
                <a:noFill/>
              </a:defRPr>
            </a:lvl1pPr>
          </a:lstStyle>
          <a:p>
            <a:r>
              <a:rPr lang="en-US"/>
              <a:t>Click icon to add picture</a:t>
            </a:r>
            <a:endParaRPr lang="en-GB"/>
          </a:p>
        </p:txBody>
      </p:sp>
      <p:sp>
        <p:nvSpPr>
          <p:cNvPr id="32" name="Content Placeholder 37">
            <a:extLst>
              <a:ext uri="{FF2B5EF4-FFF2-40B4-BE49-F238E27FC236}">
                <a16:creationId xmlns:a16="http://schemas.microsoft.com/office/drawing/2014/main" id="{FA51A19C-85DF-9BB6-C5BE-B7D57CC9308B}"/>
              </a:ext>
            </a:extLst>
          </p:cNvPr>
          <p:cNvSpPr>
            <a:spLocks noGrp="1"/>
          </p:cNvSpPr>
          <p:nvPr>
            <p:ph sz="quarter" idx="50"/>
          </p:nvPr>
        </p:nvSpPr>
        <p:spPr>
          <a:xfrm>
            <a:off x="479424" y="3042885"/>
            <a:ext cx="3600000" cy="619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3" name="Content Placeholder 37">
            <a:extLst>
              <a:ext uri="{FF2B5EF4-FFF2-40B4-BE49-F238E27FC236}">
                <a16:creationId xmlns:a16="http://schemas.microsoft.com/office/drawing/2014/main" id="{A85D47CB-3C91-A02C-7303-9C6651BE4074}"/>
              </a:ext>
            </a:extLst>
          </p:cNvPr>
          <p:cNvSpPr>
            <a:spLocks noGrp="1"/>
          </p:cNvSpPr>
          <p:nvPr>
            <p:ph sz="quarter" idx="51"/>
          </p:nvPr>
        </p:nvSpPr>
        <p:spPr>
          <a:xfrm>
            <a:off x="4295999" y="3042885"/>
            <a:ext cx="3600000" cy="619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4" name="Content Placeholder 37">
            <a:extLst>
              <a:ext uri="{FF2B5EF4-FFF2-40B4-BE49-F238E27FC236}">
                <a16:creationId xmlns:a16="http://schemas.microsoft.com/office/drawing/2014/main" id="{61E02EF5-719F-97B3-E3A8-6531C362D880}"/>
              </a:ext>
            </a:extLst>
          </p:cNvPr>
          <p:cNvSpPr>
            <a:spLocks noGrp="1"/>
          </p:cNvSpPr>
          <p:nvPr>
            <p:ph sz="quarter" idx="52"/>
          </p:nvPr>
        </p:nvSpPr>
        <p:spPr>
          <a:xfrm>
            <a:off x="8112575" y="3042885"/>
            <a:ext cx="3600000" cy="619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8" name="Content Placeholder 37">
            <a:extLst>
              <a:ext uri="{FF2B5EF4-FFF2-40B4-BE49-F238E27FC236}">
                <a16:creationId xmlns:a16="http://schemas.microsoft.com/office/drawing/2014/main" id="{48EDF31D-BEFD-F9FD-68B7-98BDA03C131C}"/>
              </a:ext>
            </a:extLst>
          </p:cNvPr>
          <p:cNvSpPr>
            <a:spLocks noGrp="1"/>
          </p:cNvSpPr>
          <p:nvPr>
            <p:ph sz="quarter" idx="53"/>
          </p:nvPr>
        </p:nvSpPr>
        <p:spPr>
          <a:xfrm>
            <a:off x="479424" y="5292767"/>
            <a:ext cx="3600000" cy="619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9" name="Content Placeholder 37">
            <a:extLst>
              <a:ext uri="{FF2B5EF4-FFF2-40B4-BE49-F238E27FC236}">
                <a16:creationId xmlns:a16="http://schemas.microsoft.com/office/drawing/2014/main" id="{5A948507-7001-9A30-C8DE-755BFB549A8D}"/>
              </a:ext>
            </a:extLst>
          </p:cNvPr>
          <p:cNvSpPr>
            <a:spLocks noGrp="1"/>
          </p:cNvSpPr>
          <p:nvPr>
            <p:ph sz="quarter" idx="54"/>
          </p:nvPr>
        </p:nvSpPr>
        <p:spPr>
          <a:xfrm>
            <a:off x="4295999" y="5292767"/>
            <a:ext cx="3600000" cy="619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0" name="Content Placeholder 37">
            <a:extLst>
              <a:ext uri="{FF2B5EF4-FFF2-40B4-BE49-F238E27FC236}">
                <a16:creationId xmlns:a16="http://schemas.microsoft.com/office/drawing/2014/main" id="{098D1CB6-E343-1265-3004-18D3D3AE6B9B}"/>
              </a:ext>
            </a:extLst>
          </p:cNvPr>
          <p:cNvSpPr>
            <a:spLocks noGrp="1"/>
          </p:cNvSpPr>
          <p:nvPr>
            <p:ph sz="quarter" idx="55"/>
          </p:nvPr>
        </p:nvSpPr>
        <p:spPr>
          <a:xfrm>
            <a:off x="8112575" y="5292767"/>
            <a:ext cx="3600000" cy="619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22142357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4 text + image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4D9771C-DEED-99F5-8E58-D85E4D981C4B}"/>
              </a:ext>
            </a:extLst>
          </p:cNvPr>
          <p:cNvSpPr>
            <a:spLocks noGrp="1"/>
          </p:cNvSpPr>
          <p:nvPr>
            <p:ph type="sldNum" sz="quarter" idx="28"/>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17" name="Picture Placeholder 10">
            <a:extLst>
              <a:ext uri="{FF2B5EF4-FFF2-40B4-BE49-F238E27FC236}">
                <a16:creationId xmlns:a16="http://schemas.microsoft.com/office/drawing/2014/main" id="{09315C77-4BB6-CB8C-2587-360FCE32FD95}"/>
              </a:ext>
            </a:extLst>
          </p:cNvPr>
          <p:cNvSpPr>
            <a:spLocks noGrp="1" noRot="1" noMove="1" noResize="1" noEditPoints="1" noAdjustHandles="1" noChangeArrowheads="1" noChangeShapeType="1"/>
          </p:cNvSpPr>
          <p:nvPr>
            <p:ph type="pic" sz="quarter" idx="34" hasCustomPrompt="1"/>
          </p:nvPr>
        </p:nvSpPr>
        <p:spPr>
          <a:xfrm>
            <a:off x="432696" y="2010271"/>
            <a:ext cx="1910207" cy="1910207"/>
          </a:xfrm>
          <a:prstGeom prst="ellipse">
            <a:avLst/>
          </a:prstGeom>
          <a:solidFill>
            <a:schemeClr val="tx2"/>
          </a:solidFill>
        </p:spPr>
        <p:txBody>
          <a:bodyPr wrap="square" lIns="0" rIns="0" anchor="ctr" anchorCtr="1">
            <a:noAutofit/>
          </a:bodyPr>
          <a:lstStyle>
            <a:lvl1pPr marL="0" indent="0" algn="ctr">
              <a:lnSpc>
                <a:spcPct val="100000"/>
              </a:lnSpc>
              <a:spcAft>
                <a:spcPts val="600"/>
              </a:spcAft>
              <a:buNone/>
              <a:defRPr sz="1200">
                <a:solidFill>
                  <a:schemeClr val="bg1"/>
                </a:solidFill>
              </a:defRPr>
            </a:lvl1pPr>
          </a:lstStyle>
          <a:p>
            <a:r>
              <a:rPr lang="en-AU"/>
              <a:t>Click on icon to insert image</a:t>
            </a:r>
          </a:p>
        </p:txBody>
      </p:sp>
      <p:sp>
        <p:nvSpPr>
          <p:cNvPr id="19" name="Text Placeholder 10">
            <a:extLst>
              <a:ext uri="{FF2B5EF4-FFF2-40B4-BE49-F238E27FC236}">
                <a16:creationId xmlns:a16="http://schemas.microsoft.com/office/drawing/2014/main" id="{198A8637-3D24-8B04-366A-8AC09C4E93B1}"/>
              </a:ext>
            </a:extLst>
          </p:cNvPr>
          <p:cNvSpPr>
            <a:spLocks noGrp="1"/>
          </p:cNvSpPr>
          <p:nvPr>
            <p:ph type="body" sz="quarter" idx="26" hasCustomPrompt="1"/>
          </p:nvPr>
        </p:nvSpPr>
        <p:spPr>
          <a:xfrm>
            <a:off x="479425" y="4199307"/>
            <a:ext cx="2592000" cy="1435610"/>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0" name="Text Placeholder 10">
            <a:extLst>
              <a:ext uri="{FF2B5EF4-FFF2-40B4-BE49-F238E27FC236}">
                <a16:creationId xmlns:a16="http://schemas.microsoft.com/office/drawing/2014/main" id="{33404AA1-14D4-153D-064C-A690A7F750E7}"/>
              </a:ext>
            </a:extLst>
          </p:cNvPr>
          <p:cNvSpPr>
            <a:spLocks noGrp="1"/>
          </p:cNvSpPr>
          <p:nvPr>
            <p:ph type="body" sz="quarter" idx="35" hasCustomPrompt="1"/>
          </p:nvPr>
        </p:nvSpPr>
        <p:spPr>
          <a:xfrm>
            <a:off x="3359809" y="4199307"/>
            <a:ext cx="2592000" cy="1435610"/>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1" name="Text Placeholder 10">
            <a:extLst>
              <a:ext uri="{FF2B5EF4-FFF2-40B4-BE49-F238E27FC236}">
                <a16:creationId xmlns:a16="http://schemas.microsoft.com/office/drawing/2014/main" id="{67724A6F-3557-AD3B-E97B-29A0D0FBAF9C}"/>
              </a:ext>
            </a:extLst>
          </p:cNvPr>
          <p:cNvSpPr>
            <a:spLocks noGrp="1"/>
          </p:cNvSpPr>
          <p:nvPr>
            <p:ph type="body" sz="quarter" idx="36" hasCustomPrompt="1"/>
          </p:nvPr>
        </p:nvSpPr>
        <p:spPr>
          <a:xfrm>
            <a:off x="6240104" y="4199307"/>
            <a:ext cx="2592000" cy="1435610"/>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4" name="Text Placeholder 10">
            <a:extLst>
              <a:ext uri="{FF2B5EF4-FFF2-40B4-BE49-F238E27FC236}">
                <a16:creationId xmlns:a16="http://schemas.microsoft.com/office/drawing/2014/main" id="{A104AF05-D3DB-286B-2B45-DCA599765895}"/>
              </a:ext>
            </a:extLst>
          </p:cNvPr>
          <p:cNvSpPr>
            <a:spLocks noGrp="1"/>
          </p:cNvSpPr>
          <p:nvPr>
            <p:ph type="body" sz="quarter" idx="38" hasCustomPrompt="1"/>
          </p:nvPr>
        </p:nvSpPr>
        <p:spPr>
          <a:xfrm>
            <a:off x="9120455" y="4199307"/>
            <a:ext cx="2592000" cy="1435610"/>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32" name="Picture Placeholder 10">
            <a:extLst>
              <a:ext uri="{FF2B5EF4-FFF2-40B4-BE49-F238E27FC236}">
                <a16:creationId xmlns:a16="http://schemas.microsoft.com/office/drawing/2014/main" id="{4998BEDE-AE8A-0BD6-4399-2CE9DBE22076}"/>
              </a:ext>
            </a:extLst>
          </p:cNvPr>
          <p:cNvSpPr>
            <a:spLocks noGrp="1" noRot="1" noMove="1" noResize="1" noEditPoints="1" noAdjustHandles="1" noChangeArrowheads="1" noChangeShapeType="1"/>
          </p:cNvSpPr>
          <p:nvPr>
            <p:ph type="pic" sz="quarter" idx="39" hasCustomPrompt="1"/>
          </p:nvPr>
        </p:nvSpPr>
        <p:spPr>
          <a:xfrm>
            <a:off x="3269970" y="2010271"/>
            <a:ext cx="1910207" cy="1910207"/>
          </a:xfrm>
          <a:prstGeom prst="ellipse">
            <a:avLst/>
          </a:prstGeom>
          <a:solidFill>
            <a:schemeClr val="tx2"/>
          </a:solidFill>
        </p:spPr>
        <p:txBody>
          <a:bodyPr wrap="square" lIns="0" rIns="0" anchor="ctr" anchorCtr="1">
            <a:noAutofit/>
          </a:bodyPr>
          <a:lstStyle>
            <a:lvl1pPr marL="0" indent="0" algn="ctr">
              <a:lnSpc>
                <a:spcPct val="100000"/>
              </a:lnSpc>
              <a:spcAft>
                <a:spcPts val="600"/>
              </a:spcAft>
              <a:buNone/>
              <a:defRPr sz="1200">
                <a:solidFill>
                  <a:schemeClr val="bg1"/>
                </a:solidFill>
              </a:defRPr>
            </a:lvl1pPr>
          </a:lstStyle>
          <a:p>
            <a:r>
              <a:rPr lang="en-AU"/>
              <a:t>Click on icon to insert image</a:t>
            </a:r>
          </a:p>
        </p:txBody>
      </p:sp>
      <p:sp>
        <p:nvSpPr>
          <p:cNvPr id="34" name="Picture Placeholder 10">
            <a:extLst>
              <a:ext uri="{FF2B5EF4-FFF2-40B4-BE49-F238E27FC236}">
                <a16:creationId xmlns:a16="http://schemas.microsoft.com/office/drawing/2014/main" id="{515D4947-A731-EF0C-D51A-939B3097B9EA}"/>
              </a:ext>
            </a:extLst>
          </p:cNvPr>
          <p:cNvSpPr>
            <a:spLocks noGrp="1" noRot="1" noMove="1" noResize="1" noEditPoints="1" noAdjustHandles="1" noChangeArrowheads="1" noChangeShapeType="1"/>
          </p:cNvSpPr>
          <p:nvPr>
            <p:ph type="pic" sz="quarter" idx="40" hasCustomPrompt="1"/>
          </p:nvPr>
        </p:nvSpPr>
        <p:spPr>
          <a:xfrm>
            <a:off x="6107244" y="2010271"/>
            <a:ext cx="1910207" cy="1910207"/>
          </a:xfrm>
          <a:prstGeom prst="ellipse">
            <a:avLst/>
          </a:prstGeom>
          <a:solidFill>
            <a:schemeClr val="tx2"/>
          </a:solidFill>
        </p:spPr>
        <p:txBody>
          <a:bodyPr wrap="square" lIns="0" rIns="0" anchor="ctr" anchorCtr="1">
            <a:noAutofit/>
          </a:bodyPr>
          <a:lstStyle>
            <a:lvl1pPr marL="0" indent="0" algn="ctr">
              <a:lnSpc>
                <a:spcPct val="100000"/>
              </a:lnSpc>
              <a:spcAft>
                <a:spcPts val="600"/>
              </a:spcAft>
              <a:buNone/>
              <a:defRPr sz="1200">
                <a:solidFill>
                  <a:schemeClr val="bg1"/>
                </a:solidFill>
              </a:defRPr>
            </a:lvl1pPr>
          </a:lstStyle>
          <a:p>
            <a:r>
              <a:rPr lang="en-AU"/>
              <a:t>Click on icon to insert image</a:t>
            </a:r>
          </a:p>
        </p:txBody>
      </p:sp>
      <p:sp>
        <p:nvSpPr>
          <p:cNvPr id="35" name="Picture Placeholder 10">
            <a:extLst>
              <a:ext uri="{FF2B5EF4-FFF2-40B4-BE49-F238E27FC236}">
                <a16:creationId xmlns:a16="http://schemas.microsoft.com/office/drawing/2014/main" id="{AA58E8AB-B141-19F3-A6FD-3A1D555C7E27}"/>
              </a:ext>
            </a:extLst>
          </p:cNvPr>
          <p:cNvSpPr>
            <a:spLocks noGrp="1" noRot="1" noMove="1" noResize="1" noEditPoints="1" noAdjustHandles="1" noChangeArrowheads="1" noChangeShapeType="1"/>
          </p:cNvSpPr>
          <p:nvPr>
            <p:ph type="pic" sz="quarter" idx="41" hasCustomPrompt="1"/>
          </p:nvPr>
        </p:nvSpPr>
        <p:spPr>
          <a:xfrm>
            <a:off x="8944517" y="2010271"/>
            <a:ext cx="1910207" cy="1910207"/>
          </a:xfrm>
          <a:prstGeom prst="ellipse">
            <a:avLst/>
          </a:prstGeom>
          <a:solidFill>
            <a:schemeClr val="tx2"/>
          </a:solidFill>
        </p:spPr>
        <p:txBody>
          <a:bodyPr wrap="square" lIns="0" rIns="0" anchor="ctr" anchorCtr="1">
            <a:noAutofit/>
          </a:bodyPr>
          <a:lstStyle>
            <a:lvl1pPr marL="0" indent="0" algn="ctr">
              <a:lnSpc>
                <a:spcPct val="100000"/>
              </a:lnSpc>
              <a:spcAft>
                <a:spcPts val="600"/>
              </a:spcAft>
              <a:buNone/>
              <a:defRPr sz="1200">
                <a:solidFill>
                  <a:schemeClr val="bg1"/>
                </a:solidFill>
              </a:defRPr>
            </a:lvl1pPr>
          </a:lstStyle>
          <a:p>
            <a:r>
              <a:rPr lang="en-AU"/>
              <a:t>Click on icon to insert image</a:t>
            </a:r>
          </a:p>
        </p:txBody>
      </p:sp>
      <p:sp>
        <p:nvSpPr>
          <p:cNvPr id="7" name="Title 6">
            <a:extLst>
              <a:ext uri="{FF2B5EF4-FFF2-40B4-BE49-F238E27FC236}">
                <a16:creationId xmlns:a16="http://schemas.microsoft.com/office/drawing/2014/main" id="{FEA3F62D-01C6-85EA-A47F-666BF4018487}"/>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8" name="Title 6">
            <a:extLst>
              <a:ext uri="{FF2B5EF4-FFF2-40B4-BE49-F238E27FC236}">
                <a16:creationId xmlns:a16="http://schemas.microsoft.com/office/drawing/2014/main" id="{54EEED71-852D-70E9-7163-A27DD7698339}"/>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9" name="Text Placeholder 9">
            <a:extLst>
              <a:ext uri="{FF2B5EF4-FFF2-40B4-BE49-F238E27FC236}">
                <a16:creationId xmlns:a16="http://schemas.microsoft.com/office/drawing/2014/main" id="{FDEF9701-7B31-BE20-81D8-DCC0CBE15657}"/>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4" name="Graphic 3">
            <a:extLst>
              <a:ext uri="{FF2B5EF4-FFF2-40B4-BE49-F238E27FC236}">
                <a16:creationId xmlns:a16="http://schemas.microsoft.com/office/drawing/2014/main" id="{B56CA2F7-83AD-2297-FDD3-FAD835B3B894}"/>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12416FA9-E8DC-60DF-2571-6B3A2FA3ED10}"/>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1570703684"/>
      </p:ext>
    </p:extLst>
  </p:cSld>
  <p:clrMapOvr>
    <a:masterClrMapping/>
  </p:clrMapOvr>
  <p:extLst>
    <p:ext uri="{DCECCB84-F9BA-43D5-87BE-67443E8EF086}">
      <p15:sldGuideLst xmlns:p15="http://schemas.microsoft.com/office/powerpoint/2012/main">
        <p15:guide id="7" pos="1938">
          <p15:clr>
            <a:srgbClr val="FBAE40"/>
          </p15:clr>
        </p15:guide>
        <p15:guide id="8" pos="2117">
          <p15:clr>
            <a:srgbClr val="FBAE40"/>
          </p15:clr>
        </p15:guide>
        <p15:guide id="9" pos="3752">
          <p15:clr>
            <a:srgbClr val="FBAE40"/>
          </p15:clr>
        </p15:guide>
        <p15:guide id="10" pos="3936">
          <p15:clr>
            <a:srgbClr val="FBAE40"/>
          </p15:clr>
        </p15:guide>
        <p15:guide id="11" pos="5571">
          <p15:clr>
            <a:srgbClr val="FBAE40"/>
          </p15:clr>
        </p15:guide>
        <p15:guide id="12" pos="57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Image top + text bottom">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lvl1pPr>
              <a:lnSpc>
                <a:spcPct val="100000"/>
              </a:lnSpc>
              <a:spcAft>
                <a:spcPts val="600"/>
              </a:spcAft>
              <a:defRPr/>
            </a:lvl1pPr>
          </a:lstStyle>
          <a:p>
            <a:fld id="{E4C2AD82-1025-4508-97C1-6F7EE5C92734}" type="slidenum">
              <a:rPr lang="en-AU" smtClean="0"/>
              <a:pPr/>
              <a:t>‹#›</a:t>
            </a:fld>
            <a:endParaRPr lang="en-AU"/>
          </a:p>
        </p:txBody>
      </p:sp>
      <p:sp>
        <p:nvSpPr>
          <p:cNvPr id="16" name="Picture Placeholder 9">
            <a:extLst>
              <a:ext uri="{FF2B5EF4-FFF2-40B4-BE49-F238E27FC236}">
                <a16:creationId xmlns:a16="http://schemas.microsoft.com/office/drawing/2014/main" id="{14811265-DF9D-7C26-1FDA-F4768A9C9148}"/>
              </a:ext>
            </a:extLst>
          </p:cNvPr>
          <p:cNvSpPr>
            <a:spLocks noGrp="1" noRot="1" noMove="1" noResize="1" noEditPoints="1" noAdjustHandles="1" noChangeArrowheads="1" noChangeShapeType="1"/>
          </p:cNvSpPr>
          <p:nvPr>
            <p:ph type="pic" sz="quarter" idx="15" hasCustomPrompt="1"/>
          </p:nvPr>
        </p:nvSpPr>
        <p:spPr>
          <a:xfrm>
            <a:off x="0" y="0"/>
            <a:ext cx="12192000" cy="391160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tx2"/>
          </a:solidFill>
        </p:spPr>
        <p:txBody>
          <a:bodyPr wrap="square" lIns="0" tIns="0" rIns="0" bIns="0">
            <a:noAutofit/>
          </a:bodyPr>
          <a:lstStyle>
            <a:lvl1pPr marL="0" indent="0" algn="ctr">
              <a:lnSpc>
                <a:spcPct val="100000"/>
              </a:lnSpc>
              <a:spcAft>
                <a:spcPts val="600"/>
              </a:spcAft>
              <a:buNone/>
              <a:defRPr sz="1200"/>
            </a:lvl1pPr>
          </a:lstStyle>
          <a:p>
            <a:r>
              <a:rPr lang="en-AU"/>
              <a:t>Click on icon to insert image and send to back</a:t>
            </a:r>
          </a:p>
        </p:txBody>
      </p:sp>
      <p:sp>
        <p:nvSpPr>
          <p:cNvPr id="3" name="Title 6">
            <a:extLst>
              <a:ext uri="{FF2B5EF4-FFF2-40B4-BE49-F238E27FC236}">
                <a16:creationId xmlns:a16="http://schemas.microsoft.com/office/drawing/2014/main" id="{7E78D450-BD0B-AE9D-ECEF-8C9B7DA73D55}"/>
              </a:ext>
            </a:extLst>
          </p:cNvPr>
          <p:cNvSpPr txBox="1">
            <a:spLocks/>
          </p:cNvSpPr>
          <p:nvPr userDrawn="1"/>
        </p:nvSpPr>
        <p:spPr>
          <a:xfrm>
            <a:off x="479426" y="46128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8" name="Title 6">
            <a:extLst>
              <a:ext uri="{FF2B5EF4-FFF2-40B4-BE49-F238E27FC236}">
                <a16:creationId xmlns:a16="http://schemas.microsoft.com/office/drawing/2014/main" id="{61EE52A5-202A-5A6D-F994-CBBA4EAAF7F4}"/>
              </a:ext>
            </a:extLst>
          </p:cNvPr>
          <p:cNvSpPr>
            <a:spLocks noGrp="1"/>
          </p:cNvSpPr>
          <p:nvPr>
            <p:ph type="title" hasCustomPrompt="1"/>
          </p:nvPr>
        </p:nvSpPr>
        <p:spPr>
          <a:xfrm>
            <a:off x="479426" y="4617104"/>
            <a:ext cx="3968748" cy="1415395"/>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0" name="Text Placeholder 9">
            <a:extLst>
              <a:ext uri="{FF2B5EF4-FFF2-40B4-BE49-F238E27FC236}">
                <a16:creationId xmlns:a16="http://schemas.microsoft.com/office/drawing/2014/main" id="{A4405634-EBEE-3950-CBC7-CADBCEFE486F}"/>
              </a:ext>
            </a:extLst>
          </p:cNvPr>
          <p:cNvSpPr>
            <a:spLocks noGrp="1"/>
          </p:cNvSpPr>
          <p:nvPr>
            <p:ph type="body" sz="quarter" idx="44" hasCustomPrompt="1"/>
          </p:nvPr>
        </p:nvSpPr>
        <p:spPr>
          <a:xfrm>
            <a:off x="479426" y="4318000"/>
            <a:ext cx="39687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2" name="Graphic 1">
            <a:extLst>
              <a:ext uri="{FF2B5EF4-FFF2-40B4-BE49-F238E27FC236}">
                <a16:creationId xmlns:a16="http://schemas.microsoft.com/office/drawing/2014/main" id="{9685203C-6D0E-A29D-FD99-45A6A95925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4" name="Footer Placeholder 4">
            <a:extLst>
              <a:ext uri="{FF2B5EF4-FFF2-40B4-BE49-F238E27FC236}">
                <a16:creationId xmlns:a16="http://schemas.microsoft.com/office/drawing/2014/main" id="{E4A85958-9BCA-A79C-B635-122974C9EABA}"/>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5" name="Content Placeholder 13">
            <a:extLst>
              <a:ext uri="{FF2B5EF4-FFF2-40B4-BE49-F238E27FC236}">
                <a16:creationId xmlns:a16="http://schemas.microsoft.com/office/drawing/2014/main" id="{945CD8A8-2AA2-D3A3-CB2E-28D7A116D872}"/>
              </a:ext>
            </a:extLst>
          </p:cNvPr>
          <p:cNvSpPr>
            <a:spLocks noGrp="1"/>
          </p:cNvSpPr>
          <p:nvPr>
            <p:ph sz="quarter" idx="65"/>
          </p:nvPr>
        </p:nvSpPr>
        <p:spPr>
          <a:xfrm>
            <a:off x="4791127" y="4318000"/>
            <a:ext cx="6937200" cy="171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368865778"/>
      </p:ext>
    </p:extLst>
  </p:cSld>
  <p:clrMapOvr>
    <a:masterClrMapping/>
  </p:clrMapOvr>
  <p:extLst>
    <p:ext uri="{DCECCB84-F9BA-43D5-87BE-67443E8EF086}">
      <p15:sldGuideLst xmlns:p15="http://schemas.microsoft.com/office/powerpoint/2012/main">
        <p15:guide id="5" pos="2389">
          <p15:clr>
            <a:srgbClr val="FBAE40"/>
          </p15:clr>
        </p15:guide>
        <p15:guide id="6" pos="2816">
          <p15:clr>
            <a:srgbClr val="FBAE40"/>
          </p15:clr>
        </p15:guide>
        <p15:guide id="7" pos="4872">
          <p15:clr>
            <a:srgbClr val="FBAE40"/>
          </p15:clr>
        </p15:guide>
        <p15:guide id="8" pos="5292">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 Column + image bottom">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noRot="1" noMove="1" noResize="1" noEditPoints="1" noAdjustHandles="1" noChangeArrowheads="1" noChangeShapeType="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tIns="0" rIns="0" bIns="0"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2" name="Title 6">
            <a:extLst>
              <a:ext uri="{FF2B5EF4-FFF2-40B4-BE49-F238E27FC236}">
                <a16:creationId xmlns:a16="http://schemas.microsoft.com/office/drawing/2014/main" id="{20A60DFC-7806-9EE6-7C01-FB108141BDC8}"/>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3" name="Title 6">
            <a:extLst>
              <a:ext uri="{FF2B5EF4-FFF2-40B4-BE49-F238E27FC236}">
                <a16:creationId xmlns:a16="http://schemas.microsoft.com/office/drawing/2014/main" id="{4268A6A2-C1F1-25D5-05BC-73257328E6DE}"/>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1" name="Text Placeholder 9">
            <a:extLst>
              <a:ext uri="{FF2B5EF4-FFF2-40B4-BE49-F238E27FC236}">
                <a16:creationId xmlns:a16="http://schemas.microsoft.com/office/drawing/2014/main" id="{3C7F4BF4-FA02-0E4A-C457-F2051A1FBFFA}"/>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4" name="Text Placeholder 9">
            <a:extLst>
              <a:ext uri="{FF2B5EF4-FFF2-40B4-BE49-F238E27FC236}">
                <a16:creationId xmlns:a16="http://schemas.microsoft.com/office/drawing/2014/main" id="{8C3487A6-D43B-02D8-AEF7-EFEE56168210}"/>
              </a:ext>
            </a:extLst>
          </p:cNvPr>
          <p:cNvSpPr>
            <a:spLocks noGrp="1" noChangeAspect="1"/>
          </p:cNvSpPr>
          <p:nvPr>
            <p:ph type="body" sz="quarter" idx="52"/>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6" name="Footer Placeholder 4">
            <a:extLst>
              <a:ext uri="{FF2B5EF4-FFF2-40B4-BE49-F238E27FC236}">
                <a16:creationId xmlns:a16="http://schemas.microsoft.com/office/drawing/2014/main" id="{A6E16649-5763-CDB8-079B-194E68507FE7}"/>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7" name="Content Placeholder 13">
            <a:extLst>
              <a:ext uri="{FF2B5EF4-FFF2-40B4-BE49-F238E27FC236}">
                <a16:creationId xmlns:a16="http://schemas.microsoft.com/office/drawing/2014/main" id="{23394E86-300E-C71A-F741-12AF61AE6A3E}"/>
              </a:ext>
            </a:extLst>
          </p:cNvPr>
          <p:cNvSpPr>
            <a:spLocks noGrp="1"/>
          </p:cNvSpPr>
          <p:nvPr>
            <p:ph sz="quarter" idx="65"/>
          </p:nvPr>
        </p:nvSpPr>
        <p:spPr>
          <a:xfrm>
            <a:off x="479425" y="1535388"/>
            <a:ext cx="11232000" cy="207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918296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Column + image bottom">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noRot="1" noMove="1" noResize="1" noEditPoints="1" noAdjustHandles="1" noChangeArrowheads="1" noChangeShapeType="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2"/>
          </a:solidFill>
        </p:spPr>
        <p:txBody>
          <a:bodyPr wrap="square" lIns="0" tIns="0" rIns="0" bIns="0" anchor="b" anchorCtr="1">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2" name="Title 6">
            <a:extLst>
              <a:ext uri="{FF2B5EF4-FFF2-40B4-BE49-F238E27FC236}">
                <a16:creationId xmlns:a16="http://schemas.microsoft.com/office/drawing/2014/main" id="{5AFE637D-5282-9956-1798-379094DD5905}"/>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3" name="Title 6">
            <a:extLst>
              <a:ext uri="{FF2B5EF4-FFF2-40B4-BE49-F238E27FC236}">
                <a16:creationId xmlns:a16="http://schemas.microsoft.com/office/drawing/2014/main" id="{6E946A41-AE72-E1E6-14EF-56D05F55F89A}"/>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0" name="Text Placeholder 9">
            <a:extLst>
              <a:ext uri="{FF2B5EF4-FFF2-40B4-BE49-F238E27FC236}">
                <a16:creationId xmlns:a16="http://schemas.microsoft.com/office/drawing/2014/main" id="{35EE1033-60A6-9E8E-31AD-9CD76494E581}"/>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4" name="Slide Number Placeholder 4">
            <a:extLst>
              <a:ext uri="{FF2B5EF4-FFF2-40B4-BE49-F238E27FC236}">
                <a16:creationId xmlns:a16="http://schemas.microsoft.com/office/drawing/2014/main" id="{88EAC68E-3784-BF10-021B-484223FF5511}"/>
              </a:ext>
            </a:extLst>
          </p:cNvPr>
          <p:cNvSpPr>
            <a:spLocks noGrp="1"/>
          </p:cNvSpPr>
          <p:nvPr>
            <p:ph type="sldNum" sz="quarter" idx="53"/>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6" name="Text Placeholder 9">
            <a:extLst>
              <a:ext uri="{FF2B5EF4-FFF2-40B4-BE49-F238E27FC236}">
                <a16:creationId xmlns:a16="http://schemas.microsoft.com/office/drawing/2014/main" id="{9CF9BF16-C392-F0DE-47F7-3374474FC1EA}"/>
              </a:ext>
            </a:extLst>
          </p:cNvPr>
          <p:cNvSpPr>
            <a:spLocks noGrp="1" noChangeAspect="1"/>
          </p:cNvSpPr>
          <p:nvPr>
            <p:ph type="body" sz="quarter" idx="55"/>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
        <p:nvSpPr>
          <p:cNvPr id="5" name="Footer Placeholder 4">
            <a:extLst>
              <a:ext uri="{FF2B5EF4-FFF2-40B4-BE49-F238E27FC236}">
                <a16:creationId xmlns:a16="http://schemas.microsoft.com/office/drawing/2014/main" id="{A52690AD-7AAF-110E-4923-9D37CA3D6806}"/>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7" name="Content Placeholder 16">
            <a:extLst>
              <a:ext uri="{FF2B5EF4-FFF2-40B4-BE49-F238E27FC236}">
                <a16:creationId xmlns:a16="http://schemas.microsoft.com/office/drawing/2014/main" id="{C56DE4B1-A5FA-576B-F2D4-76256C362092}"/>
              </a:ext>
            </a:extLst>
          </p:cNvPr>
          <p:cNvSpPr>
            <a:spLocks noGrp="1"/>
          </p:cNvSpPr>
          <p:nvPr>
            <p:ph sz="quarter" idx="56"/>
          </p:nvPr>
        </p:nvSpPr>
        <p:spPr>
          <a:xfrm>
            <a:off x="479425" y="1535388"/>
            <a:ext cx="3596400" cy="2048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1" name="Content Placeholder 16">
            <a:extLst>
              <a:ext uri="{FF2B5EF4-FFF2-40B4-BE49-F238E27FC236}">
                <a16:creationId xmlns:a16="http://schemas.microsoft.com/office/drawing/2014/main" id="{6C6CEC17-F3B6-78C9-1A6F-E5B29351D5B3}"/>
              </a:ext>
            </a:extLst>
          </p:cNvPr>
          <p:cNvSpPr>
            <a:spLocks noGrp="1"/>
          </p:cNvSpPr>
          <p:nvPr>
            <p:ph sz="quarter" idx="57"/>
          </p:nvPr>
        </p:nvSpPr>
        <p:spPr>
          <a:xfrm>
            <a:off x="4305625" y="1535388"/>
            <a:ext cx="3596400" cy="2048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Content Placeholder 16">
            <a:extLst>
              <a:ext uri="{FF2B5EF4-FFF2-40B4-BE49-F238E27FC236}">
                <a16:creationId xmlns:a16="http://schemas.microsoft.com/office/drawing/2014/main" id="{BB8054F8-2EA7-D7AD-FDCA-60EEDC063817}"/>
              </a:ext>
            </a:extLst>
          </p:cNvPr>
          <p:cNvSpPr>
            <a:spLocks noGrp="1"/>
          </p:cNvSpPr>
          <p:nvPr>
            <p:ph sz="quarter" idx="58"/>
          </p:nvPr>
        </p:nvSpPr>
        <p:spPr>
          <a:xfrm>
            <a:off x="8131825" y="1535388"/>
            <a:ext cx="3596400" cy="2048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52111825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 top + 3 column bottom">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16" name="Picture Placeholder 9">
            <a:extLst>
              <a:ext uri="{FF2B5EF4-FFF2-40B4-BE49-F238E27FC236}">
                <a16:creationId xmlns:a16="http://schemas.microsoft.com/office/drawing/2014/main" id="{14811265-DF9D-7C26-1FDA-F4768A9C9148}"/>
              </a:ext>
            </a:extLst>
          </p:cNvPr>
          <p:cNvSpPr>
            <a:spLocks noGrp="1" noRot="1" noMove="1" noResize="1" noEditPoints="1" noAdjustHandles="1" noChangeArrowheads="1" noChangeShapeType="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tx2"/>
          </a:solidFill>
        </p:spPr>
        <p:txBody>
          <a:bodyPr wrap="square" lIns="0" tIns="0" rIns="0" bIns="0">
            <a:noAutofit/>
          </a:bodyPr>
          <a:lstStyle>
            <a:lvl1pPr marL="0" indent="0" algn="ctr">
              <a:lnSpc>
                <a:spcPct val="100000"/>
              </a:lnSpc>
              <a:spcAft>
                <a:spcPts val="600"/>
              </a:spcAft>
              <a:buNone/>
              <a:defRPr sz="1200"/>
            </a:lvl1pPr>
          </a:lstStyle>
          <a:p>
            <a:r>
              <a:rPr lang="en-AU"/>
              <a:t>Click on icon to insert image and send to back</a:t>
            </a:r>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422003" y="3271420"/>
            <a:ext cx="612000" cy="61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365362" y="3271420"/>
            <a:ext cx="612000" cy="612000"/>
          </a:xfrm>
          <a:prstGeom prst="rect">
            <a:avLst/>
          </a:prstGeom>
        </p:spPr>
        <p:txBody>
          <a:bodyPr/>
          <a:lstStyle>
            <a:lvl1pPr marL="0" indent="0">
              <a:lnSpc>
                <a:spcPct val="100000"/>
              </a:lnSpc>
              <a:spcAft>
                <a:spcPts val="600"/>
              </a:spcAft>
              <a:buNone/>
              <a:defRPr sz="800"/>
            </a:lvl1pPr>
          </a:lstStyle>
          <a:p>
            <a:r>
              <a:rPr lang="en-US"/>
              <a:t>Click icon to add picture</a:t>
            </a:r>
            <a:endParaRPr lang="en-GB"/>
          </a:p>
        </p:txBody>
      </p:sp>
      <p:sp>
        <p:nvSpPr>
          <p:cNvPr id="11" name="Text Placeholder 10">
            <a:extLst>
              <a:ext uri="{FF2B5EF4-FFF2-40B4-BE49-F238E27FC236}">
                <a16:creationId xmlns:a16="http://schemas.microsoft.com/office/drawing/2014/main" id="{327AB393-D037-3085-6273-98F7714F07E9}"/>
              </a:ext>
            </a:extLst>
          </p:cNvPr>
          <p:cNvSpPr>
            <a:spLocks noGrp="1"/>
          </p:cNvSpPr>
          <p:nvPr>
            <p:ph type="body" sz="quarter" idx="26" hasCustomPrompt="1"/>
          </p:nvPr>
        </p:nvSpPr>
        <p:spPr>
          <a:xfrm>
            <a:off x="479425" y="4116156"/>
            <a:ext cx="3347994" cy="1762127"/>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2" name="Text Placeholder 10">
            <a:extLst>
              <a:ext uri="{FF2B5EF4-FFF2-40B4-BE49-F238E27FC236}">
                <a16:creationId xmlns:a16="http://schemas.microsoft.com/office/drawing/2014/main" id="{DF7B72E1-A0C9-60DF-40C5-393048B1B733}"/>
              </a:ext>
            </a:extLst>
          </p:cNvPr>
          <p:cNvSpPr>
            <a:spLocks noGrp="1"/>
          </p:cNvSpPr>
          <p:nvPr>
            <p:ph type="body" sz="quarter" idx="35" hasCustomPrompt="1"/>
          </p:nvPr>
        </p:nvSpPr>
        <p:spPr>
          <a:xfrm>
            <a:off x="4422003" y="4116157"/>
            <a:ext cx="3347994" cy="1762127"/>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7" name="Text Placeholder 10">
            <a:extLst>
              <a:ext uri="{FF2B5EF4-FFF2-40B4-BE49-F238E27FC236}">
                <a16:creationId xmlns:a16="http://schemas.microsoft.com/office/drawing/2014/main" id="{892755F3-1555-C393-D415-45CB549ACCC6}"/>
              </a:ext>
            </a:extLst>
          </p:cNvPr>
          <p:cNvSpPr>
            <a:spLocks noGrp="1"/>
          </p:cNvSpPr>
          <p:nvPr>
            <p:ph type="body" sz="quarter" idx="36" hasCustomPrompt="1"/>
          </p:nvPr>
        </p:nvSpPr>
        <p:spPr>
          <a:xfrm>
            <a:off x="8364580" y="4116158"/>
            <a:ext cx="3347994" cy="1762128"/>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0" name="Title 6">
            <a:extLst>
              <a:ext uri="{FF2B5EF4-FFF2-40B4-BE49-F238E27FC236}">
                <a16:creationId xmlns:a16="http://schemas.microsoft.com/office/drawing/2014/main" id="{6071F6C4-E79A-C05E-559D-57E5D5BA670F}"/>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3" name="Title 6">
            <a:extLst>
              <a:ext uri="{FF2B5EF4-FFF2-40B4-BE49-F238E27FC236}">
                <a16:creationId xmlns:a16="http://schemas.microsoft.com/office/drawing/2014/main" id="{8388A5EE-69FF-B2C9-DCF2-A73667944BC9}"/>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4" name="Text Placeholder 9">
            <a:extLst>
              <a:ext uri="{FF2B5EF4-FFF2-40B4-BE49-F238E27FC236}">
                <a16:creationId xmlns:a16="http://schemas.microsoft.com/office/drawing/2014/main" id="{4A1D877D-BD1B-D0CB-73C5-7AE4D092C091}"/>
              </a:ext>
            </a:extLst>
          </p:cNvPr>
          <p:cNvSpPr>
            <a:spLocks noGrp="1"/>
          </p:cNvSpPr>
          <p:nvPr>
            <p:ph type="body" sz="quarter" idx="45"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5" name="Graphic 4">
            <a:extLst>
              <a:ext uri="{FF2B5EF4-FFF2-40B4-BE49-F238E27FC236}">
                <a16:creationId xmlns:a16="http://schemas.microsoft.com/office/drawing/2014/main" id="{6E4E530B-25AB-3A21-D567-72D8473C9D34}"/>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6" name="Footer Placeholder 4">
            <a:extLst>
              <a:ext uri="{FF2B5EF4-FFF2-40B4-BE49-F238E27FC236}">
                <a16:creationId xmlns:a16="http://schemas.microsoft.com/office/drawing/2014/main" id="{D2A15F7C-470D-004E-C450-71CFC4558141}"/>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2059867801"/>
      </p:ext>
    </p:extLst>
  </p:cSld>
  <p:clrMapOvr>
    <a:masterClrMapping/>
  </p:clrMapOvr>
  <p:extLst>
    <p:ext uri="{DCECCB84-F9BA-43D5-87BE-67443E8EF086}">
      <p15:sldGuideLst xmlns:p15="http://schemas.microsoft.com/office/powerpoint/2012/main">
        <p15:guide id="5" pos="2389">
          <p15:clr>
            <a:srgbClr val="FBAE40"/>
          </p15:clr>
        </p15:guide>
        <p15:guide id="6" pos="2816">
          <p15:clr>
            <a:srgbClr val="FBAE40"/>
          </p15:clr>
        </p15:guide>
        <p15:guide id="7" pos="4872">
          <p15:clr>
            <a:srgbClr val="FBAE40"/>
          </p15:clr>
        </p15:guide>
        <p15:guide id="8" pos="5292">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mage top + 4 column bottom">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noRot="1" noMove="1" noResize="1" noEditPoints="1" noAdjustHandles="1" noChangeArrowheads="1" noChangeShapeType="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tx2"/>
          </a:solidFill>
        </p:spPr>
        <p:txBody>
          <a:bodyPr wrap="square" lIns="0" tIns="0" rIns="0" bIns="0">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17" name="Text Placeholder 10">
            <a:extLst>
              <a:ext uri="{FF2B5EF4-FFF2-40B4-BE49-F238E27FC236}">
                <a16:creationId xmlns:a16="http://schemas.microsoft.com/office/drawing/2014/main" id="{8BA32FB9-F2D5-BAAD-B288-1EA2884DF499}"/>
              </a:ext>
            </a:extLst>
          </p:cNvPr>
          <p:cNvSpPr>
            <a:spLocks noGrp="1"/>
          </p:cNvSpPr>
          <p:nvPr>
            <p:ph type="body" sz="quarter" idx="26" hasCustomPrompt="1"/>
          </p:nvPr>
        </p:nvSpPr>
        <p:spPr>
          <a:xfrm>
            <a:off x="479425" y="4133850"/>
            <a:ext cx="2592000"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8" name="Text Placeholder 10">
            <a:extLst>
              <a:ext uri="{FF2B5EF4-FFF2-40B4-BE49-F238E27FC236}">
                <a16:creationId xmlns:a16="http://schemas.microsoft.com/office/drawing/2014/main" id="{EBE8FAE8-7952-8901-9BAD-99722A85A13E}"/>
              </a:ext>
            </a:extLst>
          </p:cNvPr>
          <p:cNvSpPr>
            <a:spLocks noGrp="1"/>
          </p:cNvSpPr>
          <p:nvPr>
            <p:ph type="body" sz="quarter" idx="35" hasCustomPrompt="1"/>
          </p:nvPr>
        </p:nvSpPr>
        <p:spPr>
          <a:xfrm>
            <a:off x="3359809" y="4133850"/>
            <a:ext cx="2592000"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9" name="Text Placeholder 10">
            <a:extLst>
              <a:ext uri="{FF2B5EF4-FFF2-40B4-BE49-F238E27FC236}">
                <a16:creationId xmlns:a16="http://schemas.microsoft.com/office/drawing/2014/main" id="{83255561-9EAA-3113-F3D5-3D8C4B4D68E6}"/>
              </a:ext>
            </a:extLst>
          </p:cNvPr>
          <p:cNvSpPr>
            <a:spLocks noGrp="1"/>
          </p:cNvSpPr>
          <p:nvPr>
            <p:ph type="body" sz="quarter" idx="36" hasCustomPrompt="1"/>
          </p:nvPr>
        </p:nvSpPr>
        <p:spPr>
          <a:xfrm>
            <a:off x="6240104" y="4133850"/>
            <a:ext cx="2592000"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0" name="Text Placeholder 10">
            <a:extLst>
              <a:ext uri="{FF2B5EF4-FFF2-40B4-BE49-F238E27FC236}">
                <a16:creationId xmlns:a16="http://schemas.microsoft.com/office/drawing/2014/main" id="{1965F76E-D85E-6A02-87C7-E2D0079A7504}"/>
              </a:ext>
            </a:extLst>
          </p:cNvPr>
          <p:cNvSpPr>
            <a:spLocks noGrp="1"/>
          </p:cNvSpPr>
          <p:nvPr>
            <p:ph type="body" sz="quarter" idx="38" hasCustomPrompt="1"/>
          </p:nvPr>
        </p:nvSpPr>
        <p:spPr>
          <a:xfrm>
            <a:off x="9120455" y="4133850"/>
            <a:ext cx="2592000"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 name="Title 6">
            <a:extLst>
              <a:ext uri="{FF2B5EF4-FFF2-40B4-BE49-F238E27FC236}">
                <a16:creationId xmlns:a16="http://schemas.microsoft.com/office/drawing/2014/main" id="{B26C79BA-62CA-600B-70FE-4ECDA89B3FE6}"/>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9" name="Title 6">
            <a:extLst>
              <a:ext uri="{FF2B5EF4-FFF2-40B4-BE49-F238E27FC236}">
                <a16:creationId xmlns:a16="http://schemas.microsoft.com/office/drawing/2014/main" id="{831BEE05-4DF4-E8DE-C600-6FE4EEED34D2}"/>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2" name="Text Placeholder 9">
            <a:extLst>
              <a:ext uri="{FF2B5EF4-FFF2-40B4-BE49-F238E27FC236}">
                <a16:creationId xmlns:a16="http://schemas.microsoft.com/office/drawing/2014/main" id="{E0C1F81A-AC56-AF87-BAC9-6A834A710317}"/>
              </a:ext>
            </a:extLst>
          </p:cNvPr>
          <p:cNvSpPr>
            <a:spLocks noGrp="1"/>
          </p:cNvSpPr>
          <p:nvPr>
            <p:ph type="body" sz="quarter" idx="50"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pic>
        <p:nvPicPr>
          <p:cNvPr id="13" name="Graphic 12">
            <a:extLst>
              <a:ext uri="{FF2B5EF4-FFF2-40B4-BE49-F238E27FC236}">
                <a16:creationId xmlns:a16="http://schemas.microsoft.com/office/drawing/2014/main" id="{8E2B9200-41DC-30C9-ECFF-786D305C69F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1F1BEEEB-A767-A2C1-953F-6F061838BD08}"/>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4248056986"/>
      </p:ext>
    </p:extLst>
  </p:cSld>
  <p:clrMapOvr>
    <a:masterClrMapping/>
  </p:clrMapOvr>
  <p:extLst>
    <p:ext uri="{DCECCB84-F9BA-43D5-87BE-67443E8EF086}">
      <p15:sldGuideLst xmlns:p15="http://schemas.microsoft.com/office/powerpoint/2012/main">
        <p15:guide id="7" pos="1935">
          <p15:clr>
            <a:srgbClr val="FBAE40"/>
          </p15:clr>
        </p15:guide>
        <p15:guide id="8" pos="2116">
          <p15:clr>
            <a:srgbClr val="FBAE40"/>
          </p15:clr>
        </p15:guide>
        <p15:guide id="9" pos="3752">
          <p15:clr>
            <a:srgbClr val="FBAE40"/>
          </p15:clr>
        </p15:guide>
        <p15:guide id="10" pos="3936">
          <p15:clr>
            <a:srgbClr val="FBAE40"/>
          </p15:clr>
        </p15:guide>
        <p15:guide id="11" pos="5564">
          <p15:clr>
            <a:srgbClr val="FBAE40"/>
          </p15:clr>
        </p15:guide>
        <p15:guide id="12" pos="5745">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mage top + 5 column bottom">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noRot="1" noMove="1" noResize="1" noEditPoints="1" noAdjustHandles="1" noChangeArrowheads="1" noChangeShapeType="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tx2"/>
          </a:solidFill>
        </p:spPr>
        <p:txBody>
          <a:bodyPr wrap="square" lIns="0" tIns="0" rIns="0" bIns="0">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17" name="Text Placeholder 10">
            <a:extLst>
              <a:ext uri="{FF2B5EF4-FFF2-40B4-BE49-F238E27FC236}">
                <a16:creationId xmlns:a16="http://schemas.microsoft.com/office/drawing/2014/main" id="{8BA32FB9-F2D5-BAAD-B288-1EA2884DF499}"/>
              </a:ext>
            </a:extLst>
          </p:cNvPr>
          <p:cNvSpPr>
            <a:spLocks noGrp="1"/>
          </p:cNvSpPr>
          <p:nvPr>
            <p:ph type="body" sz="quarter" idx="26" hasCustomPrompt="1"/>
          </p:nvPr>
        </p:nvSpPr>
        <p:spPr>
          <a:xfrm>
            <a:off x="479425" y="4133850"/>
            <a:ext cx="2037875"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8" name="Text Placeholder 10">
            <a:extLst>
              <a:ext uri="{FF2B5EF4-FFF2-40B4-BE49-F238E27FC236}">
                <a16:creationId xmlns:a16="http://schemas.microsoft.com/office/drawing/2014/main" id="{EBE8FAE8-7952-8901-9BAD-99722A85A13E}"/>
              </a:ext>
            </a:extLst>
          </p:cNvPr>
          <p:cNvSpPr>
            <a:spLocks noGrp="1"/>
          </p:cNvSpPr>
          <p:nvPr>
            <p:ph type="body" sz="quarter" idx="35" hasCustomPrompt="1"/>
          </p:nvPr>
        </p:nvSpPr>
        <p:spPr>
          <a:xfrm>
            <a:off x="2778243" y="4133850"/>
            <a:ext cx="2037875"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9" name="Text Placeholder 10">
            <a:extLst>
              <a:ext uri="{FF2B5EF4-FFF2-40B4-BE49-F238E27FC236}">
                <a16:creationId xmlns:a16="http://schemas.microsoft.com/office/drawing/2014/main" id="{83255561-9EAA-3113-F3D5-3D8C4B4D68E6}"/>
              </a:ext>
            </a:extLst>
          </p:cNvPr>
          <p:cNvSpPr>
            <a:spLocks noGrp="1"/>
          </p:cNvSpPr>
          <p:nvPr>
            <p:ph type="body" sz="quarter" idx="36" hasCustomPrompt="1"/>
          </p:nvPr>
        </p:nvSpPr>
        <p:spPr>
          <a:xfrm>
            <a:off x="5077061" y="4133850"/>
            <a:ext cx="2037875"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0" name="Text Placeholder 10">
            <a:extLst>
              <a:ext uri="{FF2B5EF4-FFF2-40B4-BE49-F238E27FC236}">
                <a16:creationId xmlns:a16="http://schemas.microsoft.com/office/drawing/2014/main" id="{1965F76E-D85E-6A02-87C7-E2D0079A7504}"/>
              </a:ext>
            </a:extLst>
          </p:cNvPr>
          <p:cNvSpPr>
            <a:spLocks noGrp="1"/>
          </p:cNvSpPr>
          <p:nvPr>
            <p:ph type="body" sz="quarter" idx="38" hasCustomPrompt="1"/>
          </p:nvPr>
        </p:nvSpPr>
        <p:spPr>
          <a:xfrm>
            <a:off x="7375879" y="4133850"/>
            <a:ext cx="2037875"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2" name="Title 6">
            <a:extLst>
              <a:ext uri="{FF2B5EF4-FFF2-40B4-BE49-F238E27FC236}">
                <a16:creationId xmlns:a16="http://schemas.microsoft.com/office/drawing/2014/main" id="{B26C79BA-62CA-600B-70FE-4ECDA89B3FE6}"/>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9" name="Title 6">
            <a:extLst>
              <a:ext uri="{FF2B5EF4-FFF2-40B4-BE49-F238E27FC236}">
                <a16:creationId xmlns:a16="http://schemas.microsoft.com/office/drawing/2014/main" id="{831BEE05-4DF4-E8DE-C600-6FE4EEED34D2}"/>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2" name="Text Placeholder 9">
            <a:extLst>
              <a:ext uri="{FF2B5EF4-FFF2-40B4-BE49-F238E27FC236}">
                <a16:creationId xmlns:a16="http://schemas.microsoft.com/office/drawing/2014/main" id="{E0C1F81A-AC56-AF87-BAC9-6A834A710317}"/>
              </a:ext>
            </a:extLst>
          </p:cNvPr>
          <p:cNvSpPr>
            <a:spLocks noGrp="1"/>
          </p:cNvSpPr>
          <p:nvPr>
            <p:ph type="body" sz="quarter" idx="50"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13" name="Text Placeholder 10">
            <a:extLst>
              <a:ext uri="{FF2B5EF4-FFF2-40B4-BE49-F238E27FC236}">
                <a16:creationId xmlns:a16="http://schemas.microsoft.com/office/drawing/2014/main" id="{203F5210-1F0A-1609-990C-5F1AEA84BB33}"/>
              </a:ext>
            </a:extLst>
          </p:cNvPr>
          <p:cNvSpPr>
            <a:spLocks noGrp="1"/>
          </p:cNvSpPr>
          <p:nvPr>
            <p:ph type="body" sz="quarter" idx="51" hasCustomPrompt="1"/>
          </p:nvPr>
        </p:nvSpPr>
        <p:spPr>
          <a:xfrm>
            <a:off x="9674699" y="4133849"/>
            <a:ext cx="2037875" cy="1874549"/>
          </a:xfrm>
          <a:prstGeom prst="rect">
            <a:avLst/>
          </a:prstGeom>
          <a:noFill/>
        </p:spPr>
        <p:txBody>
          <a:bodyPr lIns="0" tIns="0" rIns="0" bIns="0" anchor="t" anchorCtr="0"/>
          <a:lstStyle>
            <a:lvl1pPr marL="0" indent="0">
              <a:lnSpc>
                <a:spcPct val="100000"/>
              </a:lnSpc>
              <a:spcBef>
                <a:spcPts val="0"/>
              </a:spcBef>
              <a:spcAft>
                <a:spcPts val="600"/>
              </a:spcAft>
              <a:buNone/>
              <a:defRPr sz="1600" b="1">
                <a:solidFill>
                  <a:schemeClr val="tx2">
                    <a:lumMod val="10000"/>
                  </a:schemeClr>
                </a:solidFill>
              </a:defRPr>
            </a:lvl1pPr>
            <a:lvl2pPr marL="0" indent="0">
              <a:lnSpc>
                <a:spcPct val="100000"/>
              </a:lnSpc>
              <a:spcBef>
                <a:spcPts val="0"/>
              </a:spcBef>
              <a:spcAft>
                <a:spcPts val="600"/>
              </a:spcAft>
              <a:buNone/>
              <a:defRPr sz="1400">
                <a:solidFill>
                  <a:schemeClr val="tx2">
                    <a:lumMod val="10000"/>
                  </a:schemeClr>
                </a:solidFill>
              </a:defRPr>
            </a:lvl2pPr>
          </a:lstStyle>
          <a:p>
            <a:pPr lvl="0"/>
            <a:r>
              <a:rPr lang="en-US"/>
              <a:t>Text Goes Here</a:t>
            </a:r>
          </a:p>
          <a:p>
            <a:pPr lvl="1"/>
            <a:r>
              <a:rPr lang="en-US"/>
              <a:t>Second level</a:t>
            </a:r>
          </a:p>
        </p:txBody>
      </p:sp>
      <p:sp>
        <p:nvSpPr>
          <p:cNvPr id="14" name="Picture Placeholder 5">
            <a:extLst>
              <a:ext uri="{FF2B5EF4-FFF2-40B4-BE49-F238E27FC236}">
                <a16:creationId xmlns:a16="http://schemas.microsoft.com/office/drawing/2014/main" id="{DBFAFD8A-EDB7-3E29-2B45-354C595AD00C}"/>
              </a:ext>
            </a:extLst>
          </p:cNvPr>
          <p:cNvSpPr>
            <a:spLocks noGrp="1"/>
          </p:cNvSpPr>
          <p:nvPr>
            <p:ph type="pic" sz="quarter" idx="42"/>
          </p:nvPr>
        </p:nvSpPr>
        <p:spPr>
          <a:xfrm>
            <a:off x="479425"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15" name="Picture Placeholder 5">
            <a:extLst>
              <a:ext uri="{FF2B5EF4-FFF2-40B4-BE49-F238E27FC236}">
                <a16:creationId xmlns:a16="http://schemas.microsoft.com/office/drawing/2014/main" id="{0FEDEB05-BC6A-7611-4A00-C4B8760F5C77}"/>
              </a:ext>
            </a:extLst>
          </p:cNvPr>
          <p:cNvSpPr>
            <a:spLocks noGrp="1"/>
          </p:cNvSpPr>
          <p:nvPr>
            <p:ph type="pic" sz="quarter" idx="43"/>
          </p:nvPr>
        </p:nvSpPr>
        <p:spPr>
          <a:xfrm>
            <a:off x="2778243"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16" name="Picture Placeholder 5">
            <a:extLst>
              <a:ext uri="{FF2B5EF4-FFF2-40B4-BE49-F238E27FC236}">
                <a16:creationId xmlns:a16="http://schemas.microsoft.com/office/drawing/2014/main" id="{BC6E0468-18E8-FFA9-271B-A06700D31C53}"/>
              </a:ext>
            </a:extLst>
          </p:cNvPr>
          <p:cNvSpPr>
            <a:spLocks noGrp="1"/>
          </p:cNvSpPr>
          <p:nvPr>
            <p:ph type="pic" sz="quarter" idx="44"/>
          </p:nvPr>
        </p:nvSpPr>
        <p:spPr>
          <a:xfrm>
            <a:off x="5077061"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21" name="Picture Placeholder 5">
            <a:extLst>
              <a:ext uri="{FF2B5EF4-FFF2-40B4-BE49-F238E27FC236}">
                <a16:creationId xmlns:a16="http://schemas.microsoft.com/office/drawing/2014/main" id="{9A91E2ED-C542-C22E-ED96-41DE5195AE49}"/>
              </a:ext>
            </a:extLst>
          </p:cNvPr>
          <p:cNvSpPr>
            <a:spLocks noGrp="1"/>
          </p:cNvSpPr>
          <p:nvPr>
            <p:ph type="pic" sz="quarter" idx="49"/>
          </p:nvPr>
        </p:nvSpPr>
        <p:spPr>
          <a:xfrm>
            <a:off x="7375879"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22" name="Picture Placeholder 5">
            <a:extLst>
              <a:ext uri="{FF2B5EF4-FFF2-40B4-BE49-F238E27FC236}">
                <a16:creationId xmlns:a16="http://schemas.microsoft.com/office/drawing/2014/main" id="{5DAD134C-C284-3C9D-668E-1D9264C8E6EE}"/>
              </a:ext>
            </a:extLst>
          </p:cNvPr>
          <p:cNvSpPr>
            <a:spLocks noGrp="1"/>
          </p:cNvSpPr>
          <p:nvPr>
            <p:ph type="pic" sz="quarter" idx="52"/>
          </p:nvPr>
        </p:nvSpPr>
        <p:spPr>
          <a:xfrm>
            <a:off x="9674699" y="3271420"/>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pic>
        <p:nvPicPr>
          <p:cNvPr id="5" name="Graphic 4">
            <a:extLst>
              <a:ext uri="{FF2B5EF4-FFF2-40B4-BE49-F238E27FC236}">
                <a16:creationId xmlns:a16="http://schemas.microsoft.com/office/drawing/2014/main" id="{B00BC406-649D-29DC-2B46-82896925B2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3" name="Footer Placeholder 4">
            <a:extLst>
              <a:ext uri="{FF2B5EF4-FFF2-40B4-BE49-F238E27FC236}">
                <a16:creationId xmlns:a16="http://schemas.microsoft.com/office/drawing/2014/main" id="{2A1D1B51-AE93-F62E-1820-7F7CD53A92C6}"/>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2708218253"/>
      </p:ext>
    </p:extLst>
  </p:cSld>
  <p:clrMapOvr>
    <a:masterClrMapping/>
  </p:clrMapOvr>
  <p:extLst>
    <p:ext uri="{DCECCB84-F9BA-43D5-87BE-67443E8EF086}">
      <p15:sldGuideLst xmlns:p15="http://schemas.microsoft.com/office/powerpoint/2012/main">
        <p15:guide id="7" pos="1935">
          <p15:clr>
            <a:srgbClr val="FBAE40"/>
          </p15:clr>
        </p15:guide>
        <p15:guide id="8" pos="2116">
          <p15:clr>
            <a:srgbClr val="FBAE40"/>
          </p15:clr>
        </p15:guide>
        <p15:guide id="9" pos="3752">
          <p15:clr>
            <a:srgbClr val="FBAE40"/>
          </p15:clr>
        </p15:guide>
        <p15:guide id="10" pos="3936">
          <p15:clr>
            <a:srgbClr val="FBAE40"/>
          </p15:clr>
        </p15:guide>
        <p15:guide id="11" pos="5564">
          <p15:clr>
            <a:srgbClr val="FBAE40"/>
          </p15:clr>
        </p15:guide>
        <p15:guide id="12" pos="5745">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meline 1">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2" name="Title 6">
            <a:extLst>
              <a:ext uri="{FF2B5EF4-FFF2-40B4-BE49-F238E27FC236}">
                <a16:creationId xmlns:a16="http://schemas.microsoft.com/office/drawing/2014/main" id="{E95DDE5E-713B-8444-9E85-611FAE8A8E53}"/>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3" name="Title 6">
            <a:extLst>
              <a:ext uri="{FF2B5EF4-FFF2-40B4-BE49-F238E27FC236}">
                <a16:creationId xmlns:a16="http://schemas.microsoft.com/office/drawing/2014/main" id="{6AACB044-FE29-D3B5-A944-1FFB44C2564B}"/>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5" name="Text Placeholder 9">
            <a:extLst>
              <a:ext uri="{FF2B5EF4-FFF2-40B4-BE49-F238E27FC236}">
                <a16:creationId xmlns:a16="http://schemas.microsoft.com/office/drawing/2014/main" id="{146FD924-25C7-CF9C-A534-FF1F4F99DA29}"/>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6" name="Straight Connector 5">
            <a:extLst>
              <a:ext uri="{FF2B5EF4-FFF2-40B4-BE49-F238E27FC236}">
                <a16:creationId xmlns:a16="http://schemas.microsoft.com/office/drawing/2014/main" id="{552356B7-BDA2-7DA9-D40B-408ED9F8758C}"/>
              </a:ext>
            </a:extLst>
          </p:cNvPr>
          <p:cNvSpPr/>
          <p:nvPr userDrawn="1"/>
        </p:nvSpPr>
        <p:spPr>
          <a:xfrm>
            <a:off x="480574" y="3794759"/>
            <a:ext cx="11232000" cy="0"/>
          </a:xfrm>
          <a:prstGeom prst="line">
            <a:avLst/>
          </a:prstGeom>
          <a:solidFill>
            <a:schemeClr val="dk2">
              <a:alpha val="90000"/>
              <a:hueOff val="0"/>
              <a:satOff val="0"/>
              <a:lumOff val="0"/>
              <a:alphaOff val="0"/>
            </a:schemeClr>
          </a:solidFill>
          <a:ln w="12050" cap="flat" cmpd="sng" algn="ctr">
            <a:solidFill>
              <a:schemeClr val="dk2">
                <a:hueOff val="0"/>
                <a:satOff val="0"/>
                <a:lumOff val="0"/>
                <a:alphaOff val="0"/>
              </a:schemeClr>
            </a:solidFill>
            <a:prstDash val="solid"/>
            <a:miter lim="800000"/>
            <a:tailEnd type="arrow" w="lg" len="lg"/>
          </a:ln>
          <a:effectLst/>
        </p:spPr>
        <p:style>
          <a:lnRef idx="2">
            <a:scrgbClr r="0" g="0" b="0"/>
          </a:lnRef>
          <a:fillRef idx="1">
            <a:scrgbClr r="0" g="0" b="0"/>
          </a:fillRef>
          <a:effectRef idx="0">
            <a:scrgbClr r="0" g="0" b="0"/>
          </a:effectRef>
          <a:fontRef idx="minor">
            <a:schemeClr val="dk2">
              <a:hueOff val="0"/>
              <a:satOff val="0"/>
              <a:lumOff val="0"/>
              <a:alphaOff val="0"/>
            </a:schemeClr>
          </a:fontRef>
        </p:style>
        <p:txBody>
          <a:bodyPr/>
          <a:lstStyle/>
          <a:p>
            <a:endParaRPr lang="en-US"/>
          </a:p>
        </p:txBody>
      </p:sp>
      <p:sp>
        <p:nvSpPr>
          <p:cNvPr id="18" name="Straight Connector 17">
            <a:extLst>
              <a:ext uri="{FF2B5EF4-FFF2-40B4-BE49-F238E27FC236}">
                <a16:creationId xmlns:a16="http://schemas.microsoft.com/office/drawing/2014/main" id="{4F57801C-5ABF-0F3B-DC4D-F6ED01BADDF1}"/>
              </a:ext>
            </a:extLst>
          </p:cNvPr>
          <p:cNvSpPr/>
          <p:nvPr userDrawn="1"/>
        </p:nvSpPr>
        <p:spPr>
          <a:xfrm>
            <a:off x="711178" y="2023847"/>
            <a:ext cx="0" cy="1770911"/>
          </a:xfrm>
          <a:prstGeom prst="line">
            <a:avLst/>
          </a:prstGeom>
        </p:spPr>
        <p:style>
          <a:lnRef idx="1">
            <a:schemeClr val="dk2">
              <a:hueOff val="0"/>
              <a:satOff val="0"/>
              <a:lumOff val="0"/>
              <a:alphaOff val="0"/>
            </a:schemeClr>
          </a:lnRef>
          <a:fillRef idx="0">
            <a:schemeClr val="dk2">
              <a:hueOff val="0"/>
              <a:satOff val="0"/>
              <a:lumOff val="0"/>
              <a:alphaOff val="0"/>
            </a:schemeClr>
          </a:fillRef>
          <a:effectRef idx="0">
            <a:schemeClr val="dk2">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19" name="Oval 18">
            <a:extLst>
              <a:ext uri="{FF2B5EF4-FFF2-40B4-BE49-F238E27FC236}">
                <a16:creationId xmlns:a16="http://schemas.microsoft.com/office/drawing/2014/main" id="{F26BA891-1D71-21EA-E68C-50BFEB354E99}"/>
              </a:ext>
            </a:extLst>
          </p:cNvPr>
          <p:cNvSpPr>
            <a:spLocks noChangeAspect="1"/>
          </p:cNvSpPr>
          <p:nvPr userDrawn="1"/>
        </p:nvSpPr>
        <p:spPr>
          <a:xfrm>
            <a:off x="616393" y="3703318"/>
            <a:ext cx="182880" cy="182880"/>
          </a:xfrm>
          <a:prstGeom prst="ellipse">
            <a:avLst/>
          </a:prstGeom>
          <a:solidFill>
            <a:schemeClr val="bg2"/>
          </a:solidFill>
          <a:ln w="6350" cap="flat" cmpd="sng" algn="ctr">
            <a:noFill/>
            <a:prstDash val="solid"/>
            <a:miter lim="800000"/>
          </a:ln>
          <a:effectLst/>
        </p:spPr>
        <p:style>
          <a:lnRef idx="2">
            <a:scrgbClr r="0" g="0" b="0"/>
          </a:lnRef>
          <a:fillRef idx="1">
            <a:scrgbClr r="0" g="0" b="0"/>
          </a:fillRef>
          <a:effectRef idx="0">
            <a:scrgbClr r="0" g="0" b="0"/>
          </a:effectRef>
          <a:fontRef idx="minor">
            <a:schemeClr val="lt1"/>
          </a:fontRef>
        </p:style>
        <p:txBody>
          <a:bodyPr anchor="ctr"/>
          <a:lstStyle/>
          <a:p>
            <a:pPr algn="ctr"/>
            <a:endParaRPr lang="en-US"/>
          </a:p>
        </p:txBody>
      </p:sp>
      <p:sp>
        <p:nvSpPr>
          <p:cNvPr id="22" name="Straight Connector 21">
            <a:extLst>
              <a:ext uri="{FF2B5EF4-FFF2-40B4-BE49-F238E27FC236}">
                <a16:creationId xmlns:a16="http://schemas.microsoft.com/office/drawing/2014/main" id="{1438CB18-8D05-ECF1-ED8D-A15A3F3A8C5B}"/>
              </a:ext>
            </a:extLst>
          </p:cNvPr>
          <p:cNvSpPr/>
          <p:nvPr userDrawn="1"/>
        </p:nvSpPr>
        <p:spPr>
          <a:xfrm>
            <a:off x="2580099" y="3794759"/>
            <a:ext cx="0" cy="1770911"/>
          </a:xfrm>
          <a:prstGeom prst="line">
            <a:avLst/>
          </a:prstGeom>
        </p:spPr>
        <p:style>
          <a:lnRef idx="1">
            <a:schemeClr val="dk2">
              <a:hueOff val="0"/>
              <a:satOff val="0"/>
              <a:lumOff val="0"/>
              <a:alphaOff val="0"/>
            </a:schemeClr>
          </a:lnRef>
          <a:fillRef idx="0">
            <a:schemeClr val="dk2">
              <a:hueOff val="0"/>
              <a:satOff val="0"/>
              <a:lumOff val="0"/>
              <a:alphaOff val="0"/>
            </a:schemeClr>
          </a:fillRef>
          <a:effectRef idx="0">
            <a:schemeClr val="dk2">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23" name="Oval 22">
            <a:extLst>
              <a:ext uri="{FF2B5EF4-FFF2-40B4-BE49-F238E27FC236}">
                <a16:creationId xmlns:a16="http://schemas.microsoft.com/office/drawing/2014/main" id="{50C8456C-5119-4D33-E55E-2CAC098F814C}"/>
              </a:ext>
            </a:extLst>
          </p:cNvPr>
          <p:cNvSpPr>
            <a:spLocks noChangeAspect="1"/>
          </p:cNvSpPr>
          <p:nvPr userDrawn="1"/>
        </p:nvSpPr>
        <p:spPr>
          <a:xfrm>
            <a:off x="2488659" y="3703318"/>
            <a:ext cx="182880" cy="182880"/>
          </a:xfrm>
          <a:prstGeom prst="ellipse">
            <a:avLst/>
          </a:prstGeom>
          <a:solidFill>
            <a:schemeClr val="bg2"/>
          </a:solidFill>
          <a:ln w="6350" cap="flat" cmpd="sng" algn="ctr">
            <a:noFill/>
            <a:prstDash val="solid"/>
            <a:miter lim="800000"/>
          </a:ln>
          <a:effectLst/>
        </p:spPr>
        <p:style>
          <a:lnRef idx="2">
            <a:scrgbClr r="0" g="0" b="0"/>
          </a:lnRef>
          <a:fillRef idx="1">
            <a:scrgbClr r="0" g="0" b="0"/>
          </a:fillRef>
          <a:effectRef idx="0">
            <a:scrgbClr r="0" g="0" b="0"/>
          </a:effectRef>
          <a:fontRef idx="minor">
            <a:schemeClr val="lt1"/>
          </a:fontRef>
        </p:style>
        <p:txBody>
          <a:bodyPr anchor="ctr"/>
          <a:lstStyle/>
          <a:p>
            <a:pPr algn="ctr"/>
            <a:endParaRPr lang="en-US"/>
          </a:p>
        </p:txBody>
      </p:sp>
      <p:sp>
        <p:nvSpPr>
          <p:cNvPr id="26" name="Straight Connector 25">
            <a:extLst>
              <a:ext uri="{FF2B5EF4-FFF2-40B4-BE49-F238E27FC236}">
                <a16:creationId xmlns:a16="http://schemas.microsoft.com/office/drawing/2014/main" id="{67960DD4-5A34-1D8C-C86C-8E69FE795B01}"/>
              </a:ext>
            </a:extLst>
          </p:cNvPr>
          <p:cNvSpPr/>
          <p:nvPr userDrawn="1"/>
        </p:nvSpPr>
        <p:spPr>
          <a:xfrm>
            <a:off x="4449019" y="2023847"/>
            <a:ext cx="0" cy="1770911"/>
          </a:xfrm>
          <a:prstGeom prst="line">
            <a:avLst/>
          </a:prstGeom>
        </p:spPr>
        <p:style>
          <a:lnRef idx="1">
            <a:schemeClr val="dk2">
              <a:hueOff val="0"/>
              <a:satOff val="0"/>
              <a:lumOff val="0"/>
              <a:alphaOff val="0"/>
            </a:schemeClr>
          </a:lnRef>
          <a:fillRef idx="0">
            <a:schemeClr val="dk2">
              <a:hueOff val="0"/>
              <a:satOff val="0"/>
              <a:lumOff val="0"/>
              <a:alphaOff val="0"/>
            </a:schemeClr>
          </a:fillRef>
          <a:effectRef idx="0">
            <a:schemeClr val="dk2">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27" name="Oval 26">
            <a:extLst>
              <a:ext uri="{FF2B5EF4-FFF2-40B4-BE49-F238E27FC236}">
                <a16:creationId xmlns:a16="http://schemas.microsoft.com/office/drawing/2014/main" id="{19475230-95A0-2DC8-9B6C-14CAB833CD90}"/>
              </a:ext>
            </a:extLst>
          </p:cNvPr>
          <p:cNvSpPr>
            <a:spLocks noChangeAspect="1"/>
          </p:cNvSpPr>
          <p:nvPr userDrawn="1"/>
        </p:nvSpPr>
        <p:spPr>
          <a:xfrm>
            <a:off x="4357580" y="3703318"/>
            <a:ext cx="182880" cy="182880"/>
          </a:xfrm>
          <a:prstGeom prst="ellipse">
            <a:avLst/>
          </a:prstGeom>
          <a:solidFill>
            <a:schemeClr val="bg2"/>
          </a:solidFill>
          <a:ln w="6350" cap="flat" cmpd="sng" algn="ctr">
            <a:noFill/>
            <a:prstDash val="solid"/>
            <a:miter lim="800000"/>
          </a:ln>
          <a:effectLst/>
        </p:spPr>
        <p:style>
          <a:lnRef idx="2">
            <a:scrgbClr r="0" g="0" b="0"/>
          </a:lnRef>
          <a:fillRef idx="1">
            <a:scrgbClr r="0" g="0" b="0"/>
          </a:fillRef>
          <a:effectRef idx="0">
            <a:scrgbClr r="0" g="0" b="0"/>
          </a:effectRef>
          <a:fontRef idx="minor">
            <a:schemeClr val="lt1"/>
          </a:fontRef>
        </p:style>
        <p:txBody>
          <a:bodyPr anchor="ctr"/>
          <a:lstStyle/>
          <a:p>
            <a:pPr algn="ctr"/>
            <a:endParaRPr lang="en-US"/>
          </a:p>
        </p:txBody>
      </p:sp>
      <p:sp>
        <p:nvSpPr>
          <p:cNvPr id="30" name="Straight Connector 29">
            <a:extLst>
              <a:ext uri="{FF2B5EF4-FFF2-40B4-BE49-F238E27FC236}">
                <a16:creationId xmlns:a16="http://schemas.microsoft.com/office/drawing/2014/main" id="{15C71462-1F25-157D-EDF9-5D3DEF49782D}"/>
              </a:ext>
            </a:extLst>
          </p:cNvPr>
          <p:cNvSpPr/>
          <p:nvPr userDrawn="1"/>
        </p:nvSpPr>
        <p:spPr>
          <a:xfrm>
            <a:off x="6317940" y="3794759"/>
            <a:ext cx="0" cy="1770911"/>
          </a:xfrm>
          <a:prstGeom prst="line">
            <a:avLst/>
          </a:prstGeom>
        </p:spPr>
        <p:style>
          <a:lnRef idx="1">
            <a:schemeClr val="dk2">
              <a:hueOff val="0"/>
              <a:satOff val="0"/>
              <a:lumOff val="0"/>
              <a:alphaOff val="0"/>
            </a:schemeClr>
          </a:lnRef>
          <a:fillRef idx="0">
            <a:schemeClr val="dk2">
              <a:hueOff val="0"/>
              <a:satOff val="0"/>
              <a:lumOff val="0"/>
              <a:alphaOff val="0"/>
            </a:schemeClr>
          </a:fillRef>
          <a:effectRef idx="0">
            <a:schemeClr val="dk2">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31" name="Oval 30">
            <a:extLst>
              <a:ext uri="{FF2B5EF4-FFF2-40B4-BE49-F238E27FC236}">
                <a16:creationId xmlns:a16="http://schemas.microsoft.com/office/drawing/2014/main" id="{9A1D86A3-8BD2-FD53-4EA3-DABECD13AA53}"/>
              </a:ext>
            </a:extLst>
          </p:cNvPr>
          <p:cNvSpPr>
            <a:spLocks noChangeAspect="1"/>
          </p:cNvSpPr>
          <p:nvPr userDrawn="1"/>
        </p:nvSpPr>
        <p:spPr>
          <a:xfrm>
            <a:off x="6226500" y="3703318"/>
            <a:ext cx="182880" cy="182880"/>
          </a:xfrm>
          <a:prstGeom prst="ellipse">
            <a:avLst/>
          </a:prstGeom>
          <a:solidFill>
            <a:schemeClr val="bg2"/>
          </a:solidFill>
          <a:ln w="6350" cap="flat" cmpd="sng" algn="ctr">
            <a:noFill/>
            <a:prstDash val="solid"/>
            <a:miter lim="800000"/>
          </a:ln>
          <a:effectLst/>
        </p:spPr>
        <p:style>
          <a:lnRef idx="2">
            <a:scrgbClr r="0" g="0" b="0"/>
          </a:lnRef>
          <a:fillRef idx="1">
            <a:scrgbClr r="0" g="0" b="0"/>
          </a:fillRef>
          <a:effectRef idx="0">
            <a:scrgbClr r="0" g="0" b="0"/>
          </a:effectRef>
          <a:fontRef idx="minor">
            <a:schemeClr val="lt1"/>
          </a:fontRef>
        </p:style>
        <p:txBody>
          <a:bodyPr anchor="ctr"/>
          <a:lstStyle/>
          <a:p>
            <a:pPr algn="ctr"/>
            <a:endParaRPr lang="en-US"/>
          </a:p>
        </p:txBody>
      </p:sp>
      <p:sp>
        <p:nvSpPr>
          <p:cNvPr id="34" name="Straight Connector 33">
            <a:extLst>
              <a:ext uri="{FF2B5EF4-FFF2-40B4-BE49-F238E27FC236}">
                <a16:creationId xmlns:a16="http://schemas.microsoft.com/office/drawing/2014/main" id="{DE3F2BB4-EFA4-1E20-63F2-A1D19A8321EE}"/>
              </a:ext>
            </a:extLst>
          </p:cNvPr>
          <p:cNvSpPr/>
          <p:nvPr userDrawn="1"/>
        </p:nvSpPr>
        <p:spPr>
          <a:xfrm>
            <a:off x="8186860" y="2023847"/>
            <a:ext cx="0" cy="1770911"/>
          </a:xfrm>
          <a:prstGeom prst="line">
            <a:avLst/>
          </a:prstGeom>
        </p:spPr>
        <p:style>
          <a:lnRef idx="1">
            <a:schemeClr val="dk2">
              <a:hueOff val="0"/>
              <a:satOff val="0"/>
              <a:lumOff val="0"/>
              <a:alphaOff val="0"/>
            </a:schemeClr>
          </a:lnRef>
          <a:fillRef idx="0">
            <a:schemeClr val="dk2">
              <a:hueOff val="0"/>
              <a:satOff val="0"/>
              <a:lumOff val="0"/>
              <a:alphaOff val="0"/>
            </a:schemeClr>
          </a:fillRef>
          <a:effectRef idx="0">
            <a:schemeClr val="dk2">
              <a:hueOff val="0"/>
              <a:satOff val="0"/>
              <a:lumOff val="0"/>
              <a:alphaOff val="0"/>
            </a:schemeClr>
          </a:effectRef>
          <a:fontRef idx="minor">
            <a:schemeClr val="tx1">
              <a:hueOff val="0"/>
              <a:satOff val="0"/>
              <a:lumOff val="0"/>
              <a:alphaOff val="0"/>
            </a:schemeClr>
          </a:fontRef>
        </p:style>
        <p:txBody>
          <a:bodyPr/>
          <a:lstStyle/>
          <a:p>
            <a:endParaRPr lang="en-US"/>
          </a:p>
        </p:txBody>
      </p:sp>
      <p:sp>
        <p:nvSpPr>
          <p:cNvPr id="35" name="Oval 34">
            <a:extLst>
              <a:ext uri="{FF2B5EF4-FFF2-40B4-BE49-F238E27FC236}">
                <a16:creationId xmlns:a16="http://schemas.microsoft.com/office/drawing/2014/main" id="{CFB391B0-AD00-F89E-CFB5-4842FF3D851A}"/>
              </a:ext>
            </a:extLst>
          </p:cNvPr>
          <p:cNvSpPr>
            <a:spLocks noChangeAspect="1"/>
          </p:cNvSpPr>
          <p:nvPr userDrawn="1"/>
        </p:nvSpPr>
        <p:spPr>
          <a:xfrm>
            <a:off x="8095420" y="3703318"/>
            <a:ext cx="182880" cy="182880"/>
          </a:xfrm>
          <a:prstGeom prst="ellipse">
            <a:avLst/>
          </a:prstGeom>
          <a:solidFill>
            <a:schemeClr val="bg2"/>
          </a:solidFill>
          <a:ln w="6350" cap="flat" cmpd="sng" algn="ctr">
            <a:noFill/>
            <a:prstDash val="solid"/>
            <a:miter lim="800000"/>
          </a:ln>
          <a:effectLst/>
        </p:spPr>
        <p:style>
          <a:lnRef idx="2">
            <a:scrgbClr r="0" g="0" b="0"/>
          </a:lnRef>
          <a:fillRef idx="1">
            <a:scrgbClr r="0" g="0" b="0"/>
          </a:fillRef>
          <a:effectRef idx="0">
            <a:scrgbClr r="0" g="0" b="0"/>
          </a:effectRef>
          <a:fontRef idx="minor">
            <a:schemeClr val="lt1"/>
          </a:fontRef>
        </p:style>
        <p:txBody>
          <a:bodyPr anchor="ctr"/>
          <a:lstStyle/>
          <a:p>
            <a:pPr algn="ctr"/>
            <a:endParaRPr lang="en-US"/>
          </a:p>
        </p:txBody>
      </p:sp>
      <p:sp>
        <p:nvSpPr>
          <p:cNvPr id="37" name="Text Placeholder 36">
            <a:extLst>
              <a:ext uri="{FF2B5EF4-FFF2-40B4-BE49-F238E27FC236}">
                <a16:creationId xmlns:a16="http://schemas.microsoft.com/office/drawing/2014/main" id="{29532D11-4142-9119-6FF8-764C68215FDB}"/>
              </a:ext>
            </a:extLst>
          </p:cNvPr>
          <p:cNvSpPr>
            <a:spLocks noGrp="1"/>
          </p:cNvSpPr>
          <p:nvPr>
            <p:ph type="body" sz="quarter" idx="68" hasCustomPrompt="1"/>
          </p:nvPr>
        </p:nvSpPr>
        <p:spPr>
          <a:xfrm>
            <a:off x="888459" y="2028553"/>
            <a:ext cx="3200400" cy="365760"/>
          </a:xfrm>
          <a:prstGeom prst="rect">
            <a:avLst/>
          </a:prstGeom>
        </p:spPr>
        <p:txBody>
          <a:bodyPr anchor="ctr"/>
          <a:lstStyle>
            <a:lvl1pPr>
              <a:buNone/>
              <a:defRPr sz="2000" b="1">
                <a:solidFill>
                  <a:schemeClr val="accent1">
                    <a:lumMod val="90000"/>
                  </a:schemeClr>
                </a:solidFill>
              </a:defRPr>
            </a:lvl1pPr>
          </a:lstStyle>
          <a:p>
            <a:pPr lvl="0"/>
            <a:r>
              <a:rPr lang="en-US"/>
              <a:t>Add event</a:t>
            </a:r>
          </a:p>
        </p:txBody>
      </p:sp>
      <p:sp>
        <p:nvSpPr>
          <p:cNvPr id="38" name="Text Placeholder 36">
            <a:extLst>
              <a:ext uri="{FF2B5EF4-FFF2-40B4-BE49-F238E27FC236}">
                <a16:creationId xmlns:a16="http://schemas.microsoft.com/office/drawing/2014/main" id="{89A44025-3217-1771-ADED-0BAACD6BB2C8}"/>
              </a:ext>
            </a:extLst>
          </p:cNvPr>
          <p:cNvSpPr>
            <a:spLocks noGrp="1"/>
          </p:cNvSpPr>
          <p:nvPr>
            <p:ph type="body" sz="quarter" idx="69" hasCustomPrompt="1"/>
          </p:nvPr>
        </p:nvSpPr>
        <p:spPr>
          <a:xfrm>
            <a:off x="891209" y="2465491"/>
            <a:ext cx="3200400" cy="1097280"/>
          </a:xfrm>
          <a:prstGeom prst="rect">
            <a:avLst/>
          </a:prstGeom>
        </p:spPr>
        <p:txBody>
          <a:bodyPr anchor="t"/>
          <a:lstStyle>
            <a:lvl1pPr marL="9525" indent="-9525" algn="l">
              <a:buNone/>
              <a:tabLst/>
              <a:defRPr sz="1400" b="0">
                <a:solidFill>
                  <a:schemeClr val="tx2">
                    <a:lumMod val="10000"/>
                  </a:schemeClr>
                </a:solidFill>
              </a:defRPr>
            </a:lvl1pPr>
          </a:lstStyle>
          <a:p>
            <a:pPr lvl="0"/>
            <a:r>
              <a:rPr lang="en-US"/>
              <a:t>Add text here</a:t>
            </a:r>
          </a:p>
        </p:txBody>
      </p:sp>
      <p:sp>
        <p:nvSpPr>
          <p:cNvPr id="39" name="Text Placeholder 36">
            <a:extLst>
              <a:ext uri="{FF2B5EF4-FFF2-40B4-BE49-F238E27FC236}">
                <a16:creationId xmlns:a16="http://schemas.microsoft.com/office/drawing/2014/main" id="{AEBD6A41-5BC7-446E-6610-7E6F8805638D}"/>
              </a:ext>
            </a:extLst>
          </p:cNvPr>
          <p:cNvSpPr>
            <a:spLocks noGrp="1"/>
          </p:cNvSpPr>
          <p:nvPr>
            <p:ph type="body" sz="quarter" idx="70" hasCustomPrompt="1"/>
          </p:nvPr>
        </p:nvSpPr>
        <p:spPr>
          <a:xfrm>
            <a:off x="4623549" y="2028553"/>
            <a:ext cx="3200400" cy="365760"/>
          </a:xfrm>
          <a:prstGeom prst="rect">
            <a:avLst/>
          </a:prstGeom>
        </p:spPr>
        <p:txBody>
          <a:bodyPr anchor="ctr"/>
          <a:lstStyle>
            <a:lvl1pPr>
              <a:buNone/>
              <a:defRPr sz="2000" b="1">
                <a:solidFill>
                  <a:schemeClr val="accent3"/>
                </a:solidFill>
              </a:defRPr>
            </a:lvl1pPr>
          </a:lstStyle>
          <a:p>
            <a:pPr lvl="0"/>
            <a:r>
              <a:rPr lang="en-US"/>
              <a:t>Add event</a:t>
            </a:r>
          </a:p>
        </p:txBody>
      </p:sp>
      <p:sp>
        <p:nvSpPr>
          <p:cNvPr id="40" name="Text Placeholder 36">
            <a:extLst>
              <a:ext uri="{FF2B5EF4-FFF2-40B4-BE49-F238E27FC236}">
                <a16:creationId xmlns:a16="http://schemas.microsoft.com/office/drawing/2014/main" id="{BCD4B87D-C8D5-8B45-C665-066080BE4685}"/>
              </a:ext>
            </a:extLst>
          </p:cNvPr>
          <p:cNvSpPr>
            <a:spLocks noGrp="1"/>
          </p:cNvSpPr>
          <p:nvPr>
            <p:ph type="body" sz="quarter" idx="71" hasCustomPrompt="1"/>
          </p:nvPr>
        </p:nvSpPr>
        <p:spPr>
          <a:xfrm>
            <a:off x="4626299" y="2465491"/>
            <a:ext cx="3200400" cy="1097280"/>
          </a:xfrm>
          <a:prstGeom prst="rect">
            <a:avLst/>
          </a:prstGeom>
        </p:spPr>
        <p:txBody>
          <a:bodyPr anchor="t"/>
          <a:lstStyle>
            <a:lvl1pPr marL="9525" indent="-9525" algn="l">
              <a:buNone/>
              <a:tabLst/>
              <a:defRPr sz="1400" b="0">
                <a:solidFill>
                  <a:schemeClr val="tx2">
                    <a:lumMod val="10000"/>
                  </a:schemeClr>
                </a:solidFill>
              </a:defRPr>
            </a:lvl1pPr>
          </a:lstStyle>
          <a:p>
            <a:pPr lvl="0"/>
            <a:r>
              <a:rPr lang="en-US"/>
              <a:t>Add text here</a:t>
            </a:r>
          </a:p>
        </p:txBody>
      </p:sp>
      <p:sp>
        <p:nvSpPr>
          <p:cNvPr id="41" name="Text Placeholder 36">
            <a:extLst>
              <a:ext uri="{FF2B5EF4-FFF2-40B4-BE49-F238E27FC236}">
                <a16:creationId xmlns:a16="http://schemas.microsoft.com/office/drawing/2014/main" id="{5E1D76F5-142A-932B-5C14-DE65F2AB2BA3}"/>
              </a:ext>
            </a:extLst>
          </p:cNvPr>
          <p:cNvSpPr>
            <a:spLocks noGrp="1"/>
          </p:cNvSpPr>
          <p:nvPr>
            <p:ph type="body" sz="quarter" idx="72" hasCustomPrompt="1"/>
          </p:nvPr>
        </p:nvSpPr>
        <p:spPr>
          <a:xfrm>
            <a:off x="8364141" y="2028553"/>
            <a:ext cx="3200400" cy="365760"/>
          </a:xfrm>
          <a:prstGeom prst="rect">
            <a:avLst/>
          </a:prstGeom>
        </p:spPr>
        <p:txBody>
          <a:bodyPr anchor="ctr"/>
          <a:lstStyle>
            <a:lvl1pPr>
              <a:buNone/>
              <a:defRPr sz="2000" b="1">
                <a:solidFill>
                  <a:srgbClr val="3366FF"/>
                </a:solidFill>
              </a:defRPr>
            </a:lvl1pPr>
          </a:lstStyle>
          <a:p>
            <a:pPr lvl="0"/>
            <a:r>
              <a:rPr lang="en-US"/>
              <a:t>Add event</a:t>
            </a:r>
          </a:p>
        </p:txBody>
      </p:sp>
      <p:sp>
        <p:nvSpPr>
          <p:cNvPr id="42" name="Text Placeholder 36">
            <a:extLst>
              <a:ext uri="{FF2B5EF4-FFF2-40B4-BE49-F238E27FC236}">
                <a16:creationId xmlns:a16="http://schemas.microsoft.com/office/drawing/2014/main" id="{F99206B1-4B03-F272-2DFB-821BDDEB8000}"/>
              </a:ext>
            </a:extLst>
          </p:cNvPr>
          <p:cNvSpPr>
            <a:spLocks noGrp="1"/>
          </p:cNvSpPr>
          <p:nvPr>
            <p:ph type="body" sz="quarter" idx="73" hasCustomPrompt="1"/>
          </p:nvPr>
        </p:nvSpPr>
        <p:spPr>
          <a:xfrm>
            <a:off x="8366891" y="2465491"/>
            <a:ext cx="3200400" cy="1097280"/>
          </a:xfrm>
          <a:prstGeom prst="rect">
            <a:avLst/>
          </a:prstGeom>
        </p:spPr>
        <p:txBody>
          <a:bodyPr anchor="t"/>
          <a:lstStyle>
            <a:lvl1pPr marL="9525" indent="-9525" algn="l">
              <a:buNone/>
              <a:tabLst/>
              <a:defRPr sz="1400" b="0">
                <a:solidFill>
                  <a:schemeClr val="tx2">
                    <a:lumMod val="10000"/>
                  </a:schemeClr>
                </a:solidFill>
              </a:defRPr>
            </a:lvl1pPr>
          </a:lstStyle>
          <a:p>
            <a:pPr lvl="0"/>
            <a:r>
              <a:rPr lang="en-US"/>
              <a:t>Add text here</a:t>
            </a:r>
          </a:p>
        </p:txBody>
      </p:sp>
      <p:sp>
        <p:nvSpPr>
          <p:cNvPr id="43" name="Text Placeholder 36">
            <a:extLst>
              <a:ext uri="{FF2B5EF4-FFF2-40B4-BE49-F238E27FC236}">
                <a16:creationId xmlns:a16="http://schemas.microsoft.com/office/drawing/2014/main" id="{E96F2340-7B8B-FA68-6D8F-AACD91E1763A}"/>
              </a:ext>
            </a:extLst>
          </p:cNvPr>
          <p:cNvSpPr>
            <a:spLocks noGrp="1"/>
          </p:cNvSpPr>
          <p:nvPr>
            <p:ph type="body" sz="quarter" idx="74" hasCustomPrompt="1"/>
          </p:nvPr>
        </p:nvSpPr>
        <p:spPr>
          <a:xfrm>
            <a:off x="2757380" y="4025923"/>
            <a:ext cx="3200400" cy="365760"/>
          </a:xfrm>
          <a:prstGeom prst="rect">
            <a:avLst/>
          </a:prstGeom>
        </p:spPr>
        <p:txBody>
          <a:bodyPr anchor="ctr"/>
          <a:lstStyle>
            <a:lvl1pPr>
              <a:buNone/>
              <a:defRPr sz="2000" b="1">
                <a:solidFill>
                  <a:schemeClr val="accent4"/>
                </a:solidFill>
              </a:defRPr>
            </a:lvl1pPr>
          </a:lstStyle>
          <a:p>
            <a:pPr lvl="0"/>
            <a:r>
              <a:rPr lang="en-US"/>
              <a:t>Add event</a:t>
            </a:r>
          </a:p>
        </p:txBody>
      </p:sp>
      <p:sp>
        <p:nvSpPr>
          <p:cNvPr id="44" name="Text Placeholder 36">
            <a:extLst>
              <a:ext uri="{FF2B5EF4-FFF2-40B4-BE49-F238E27FC236}">
                <a16:creationId xmlns:a16="http://schemas.microsoft.com/office/drawing/2014/main" id="{BD32B6BC-D429-C0F4-E252-19EECDCEBDBF}"/>
              </a:ext>
            </a:extLst>
          </p:cNvPr>
          <p:cNvSpPr>
            <a:spLocks noGrp="1"/>
          </p:cNvSpPr>
          <p:nvPr>
            <p:ph type="body" sz="quarter" idx="75" hasCustomPrompt="1"/>
          </p:nvPr>
        </p:nvSpPr>
        <p:spPr>
          <a:xfrm>
            <a:off x="2760130" y="4462861"/>
            <a:ext cx="3200400" cy="1097280"/>
          </a:xfrm>
          <a:prstGeom prst="rect">
            <a:avLst/>
          </a:prstGeom>
        </p:spPr>
        <p:txBody>
          <a:bodyPr anchor="t"/>
          <a:lstStyle>
            <a:lvl1pPr marL="9525" indent="-9525" algn="l">
              <a:buNone/>
              <a:tabLst/>
              <a:defRPr sz="1400" b="0">
                <a:solidFill>
                  <a:schemeClr val="tx2">
                    <a:lumMod val="10000"/>
                  </a:schemeClr>
                </a:solidFill>
              </a:defRPr>
            </a:lvl1pPr>
          </a:lstStyle>
          <a:p>
            <a:pPr lvl="0"/>
            <a:r>
              <a:rPr lang="en-US"/>
              <a:t>Add text here</a:t>
            </a:r>
          </a:p>
        </p:txBody>
      </p:sp>
      <p:sp>
        <p:nvSpPr>
          <p:cNvPr id="45" name="Text Placeholder 36">
            <a:extLst>
              <a:ext uri="{FF2B5EF4-FFF2-40B4-BE49-F238E27FC236}">
                <a16:creationId xmlns:a16="http://schemas.microsoft.com/office/drawing/2014/main" id="{E9A964BA-281C-5D92-7F99-4A198265A837}"/>
              </a:ext>
            </a:extLst>
          </p:cNvPr>
          <p:cNvSpPr>
            <a:spLocks noGrp="1"/>
          </p:cNvSpPr>
          <p:nvPr>
            <p:ph type="body" sz="quarter" idx="76" hasCustomPrompt="1"/>
          </p:nvPr>
        </p:nvSpPr>
        <p:spPr>
          <a:xfrm>
            <a:off x="6495220" y="4025923"/>
            <a:ext cx="3200400" cy="365760"/>
          </a:xfrm>
          <a:prstGeom prst="rect">
            <a:avLst/>
          </a:prstGeom>
        </p:spPr>
        <p:txBody>
          <a:bodyPr anchor="ctr"/>
          <a:lstStyle>
            <a:lvl1pPr>
              <a:buNone/>
              <a:defRPr sz="2000" b="1">
                <a:solidFill>
                  <a:schemeClr val="accent1"/>
                </a:solidFill>
              </a:defRPr>
            </a:lvl1pPr>
          </a:lstStyle>
          <a:p>
            <a:pPr lvl="0"/>
            <a:r>
              <a:rPr lang="en-US"/>
              <a:t>Add event</a:t>
            </a:r>
          </a:p>
        </p:txBody>
      </p:sp>
      <p:sp>
        <p:nvSpPr>
          <p:cNvPr id="46" name="Text Placeholder 36">
            <a:extLst>
              <a:ext uri="{FF2B5EF4-FFF2-40B4-BE49-F238E27FC236}">
                <a16:creationId xmlns:a16="http://schemas.microsoft.com/office/drawing/2014/main" id="{FFB1F6C4-DDB2-38A8-710E-177FC7EB5A16}"/>
              </a:ext>
            </a:extLst>
          </p:cNvPr>
          <p:cNvSpPr>
            <a:spLocks noGrp="1"/>
          </p:cNvSpPr>
          <p:nvPr>
            <p:ph type="body" sz="quarter" idx="77" hasCustomPrompt="1"/>
          </p:nvPr>
        </p:nvSpPr>
        <p:spPr>
          <a:xfrm>
            <a:off x="6497970" y="4462861"/>
            <a:ext cx="3200400" cy="1097280"/>
          </a:xfrm>
          <a:prstGeom prst="rect">
            <a:avLst/>
          </a:prstGeom>
        </p:spPr>
        <p:txBody>
          <a:bodyPr anchor="t"/>
          <a:lstStyle>
            <a:lvl1pPr marL="9525" indent="-9525" algn="l">
              <a:buNone/>
              <a:tabLst/>
              <a:defRPr sz="1400" b="0">
                <a:solidFill>
                  <a:schemeClr val="tx2">
                    <a:lumMod val="10000"/>
                  </a:schemeClr>
                </a:solidFill>
              </a:defRPr>
            </a:lvl1pPr>
          </a:lstStyle>
          <a:p>
            <a:pPr lvl="0"/>
            <a:r>
              <a:rPr lang="en-US"/>
              <a:t>Add text here</a:t>
            </a:r>
          </a:p>
        </p:txBody>
      </p:sp>
      <p:pic>
        <p:nvPicPr>
          <p:cNvPr id="4" name="Graphic 3">
            <a:extLst>
              <a:ext uri="{FF2B5EF4-FFF2-40B4-BE49-F238E27FC236}">
                <a16:creationId xmlns:a16="http://schemas.microsoft.com/office/drawing/2014/main" id="{DBF958C4-2B72-C41F-E4CD-BE80DB30355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5" name="Footer Placeholder 4">
            <a:extLst>
              <a:ext uri="{FF2B5EF4-FFF2-40B4-BE49-F238E27FC236}">
                <a16:creationId xmlns:a16="http://schemas.microsoft.com/office/drawing/2014/main" id="{B82317D3-5E5F-5649-A143-0501D95F3126}"/>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Tree>
    <p:extLst>
      <p:ext uri="{BB962C8B-B14F-4D97-AF65-F5344CB8AC3E}">
        <p14:creationId xmlns:p14="http://schemas.microsoft.com/office/powerpoint/2010/main" val="311327465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lvl1pPr>
              <a:lnSpc>
                <a:spcPct val="100000"/>
              </a:lnSpc>
              <a:spcAft>
                <a:spcPts val="600"/>
              </a:spcAft>
              <a:defRPr>
                <a:solidFill>
                  <a:schemeClr val="bg1"/>
                </a:solidFill>
              </a:defRPr>
            </a:lvl1pPr>
          </a:lstStyle>
          <a:p>
            <a:fld id="{E4C2AD82-1025-4508-97C1-6F7EE5C92734}" type="slidenum">
              <a:rPr lang="en-AU" smtClean="0"/>
              <a:pPr/>
              <a:t>‹#›</a:t>
            </a:fld>
            <a:endParaRPr lang="en-AU"/>
          </a:p>
        </p:txBody>
      </p:sp>
      <p:sp>
        <p:nvSpPr>
          <p:cNvPr id="2" name="Title 6">
            <a:extLst>
              <a:ext uri="{FF2B5EF4-FFF2-40B4-BE49-F238E27FC236}">
                <a16:creationId xmlns:a16="http://schemas.microsoft.com/office/drawing/2014/main" id="{E95DDE5E-713B-8444-9E85-611FAE8A8E53}"/>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3" name="Title 6">
            <a:extLst>
              <a:ext uri="{FF2B5EF4-FFF2-40B4-BE49-F238E27FC236}">
                <a16:creationId xmlns:a16="http://schemas.microsoft.com/office/drawing/2014/main" id="{6AACB044-FE29-D3B5-A944-1FFB44C2564B}"/>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5" name="Text Placeholder 9">
            <a:extLst>
              <a:ext uri="{FF2B5EF4-FFF2-40B4-BE49-F238E27FC236}">
                <a16:creationId xmlns:a16="http://schemas.microsoft.com/office/drawing/2014/main" id="{146FD924-25C7-CF9C-A534-FF1F4F99DA29}"/>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8" name="Text Placeholder 7">
            <a:extLst>
              <a:ext uri="{FF2B5EF4-FFF2-40B4-BE49-F238E27FC236}">
                <a16:creationId xmlns:a16="http://schemas.microsoft.com/office/drawing/2014/main" id="{2E540EA2-73E5-024D-A2CB-09957A983BB7}"/>
              </a:ext>
            </a:extLst>
          </p:cNvPr>
          <p:cNvSpPr>
            <a:spLocks noGrp="1"/>
          </p:cNvSpPr>
          <p:nvPr>
            <p:ph type="body" sz="quarter" idx="68" hasCustomPrompt="1"/>
          </p:nvPr>
        </p:nvSpPr>
        <p:spPr>
          <a:xfrm>
            <a:off x="479425" y="1663663"/>
            <a:ext cx="2235784" cy="405862"/>
          </a:xfrm>
          <a:prstGeom prst="homePlate">
            <a:avLst/>
          </a:prstGeom>
          <a:solidFill>
            <a:srgbClr val="3366FF"/>
          </a:solidFill>
        </p:spPr>
        <p:txBody>
          <a:bodyPr/>
          <a:lstStyle>
            <a:lvl1pPr>
              <a:buNone/>
              <a:defRPr sz="1400"/>
            </a:lvl1pPr>
            <a:lvl2pPr>
              <a:defRPr sz="1400"/>
            </a:lvl2pPr>
            <a:lvl3pPr>
              <a:defRPr sz="1400"/>
            </a:lvl3pPr>
            <a:lvl4pPr>
              <a:defRPr sz="1400"/>
            </a:lvl4pPr>
            <a:lvl5pPr>
              <a:defRPr sz="1400"/>
            </a:lvl5pPr>
          </a:lstStyle>
          <a:p>
            <a:pPr lvl="0"/>
            <a:r>
              <a:rPr lang="en-US"/>
              <a:t> </a:t>
            </a:r>
          </a:p>
        </p:txBody>
      </p:sp>
      <p:sp>
        <p:nvSpPr>
          <p:cNvPr id="9" name="Text Placeholder 7">
            <a:extLst>
              <a:ext uri="{FF2B5EF4-FFF2-40B4-BE49-F238E27FC236}">
                <a16:creationId xmlns:a16="http://schemas.microsoft.com/office/drawing/2014/main" id="{1C9AF71A-5E6A-0491-ABC8-FACC5D3B415C}"/>
              </a:ext>
            </a:extLst>
          </p:cNvPr>
          <p:cNvSpPr>
            <a:spLocks noGrp="1"/>
          </p:cNvSpPr>
          <p:nvPr>
            <p:ph type="body" sz="quarter" idx="69" hasCustomPrompt="1"/>
          </p:nvPr>
        </p:nvSpPr>
        <p:spPr>
          <a:xfrm>
            <a:off x="2728766" y="1663663"/>
            <a:ext cx="2235784" cy="405862"/>
          </a:xfrm>
          <a:prstGeom prst="chevron">
            <a:avLst/>
          </a:prstGeom>
          <a:solidFill>
            <a:srgbClr val="3366FF"/>
          </a:solidFill>
        </p:spPr>
        <p:txBody>
          <a:bodyPr/>
          <a:lstStyle>
            <a:lvl1pPr>
              <a:buNone/>
              <a:defRPr sz="1400"/>
            </a:lvl1pPr>
            <a:lvl2pPr>
              <a:defRPr sz="1400"/>
            </a:lvl2pPr>
            <a:lvl3pPr>
              <a:defRPr sz="1400"/>
            </a:lvl3pPr>
            <a:lvl4pPr>
              <a:defRPr sz="1400"/>
            </a:lvl4pPr>
            <a:lvl5pPr>
              <a:defRPr sz="1400"/>
            </a:lvl5pPr>
          </a:lstStyle>
          <a:p>
            <a:pPr lvl="0"/>
            <a:r>
              <a:rPr lang="en-US"/>
              <a:t> </a:t>
            </a:r>
          </a:p>
        </p:txBody>
      </p:sp>
      <p:sp>
        <p:nvSpPr>
          <p:cNvPr id="10" name="Text Placeholder 7">
            <a:extLst>
              <a:ext uri="{FF2B5EF4-FFF2-40B4-BE49-F238E27FC236}">
                <a16:creationId xmlns:a16="http://schemas.microsoft.com/office/drawing/2014/main" id="{C4BDD6E9-FEE9-BC25-6D6D-F9FB4BF7C665}"/>
              </a:ext>
            </a:extLst>
          </p:cNvPr>
          <p:cNvSpPr>
            <a:spLocks noGrp="1"/>
          </p:cNvSpPr>
          <p:nvPr>
            <p:ph type="body" sz="quarter" idx="70" hasCustomPrompt="1"/>
          </p:nvPr>
        </p:nvSpPr>
        <p:spPr>
          <a:xfrm>
            <a:off x="4978107" y="1663663"/>
            <a:ext cx="2235784" cy="405862"/>
          </a:xfrm>
          <a:prstGeom prst="chevron">
            <a:avLst/>
          </a:prstGeom>
          <a:solidFill>
            <a:srgbClr val="3366FF"/>
          </a:solidFill>
        </p:spPr>
        <p:txBody>
          <a:bodyPr/>
          <a:lstStyle>
            <a:lvl1pPr>
              <a:buNone/>
              <a:defRPr sz="1400"/>
            </a:lvl1pPr>
            <a:lvl2pPr>
              <a:defRPr sz="1400"/>
            </a:lvl2pPr>
            <a:lvl3pPr>
              <a:defRPr sz="1400"/>
            </a:lvl3pPr>
            <a:lvl4pPr>
              <a:defRPr sz="1400"/>
            </a:lvl4pPr>
            <a:lvl5pPr>
              <a:defRPr sz="1400"/>
            </a:lvl5pPr>
          </a:lstStyle>
          <a:p>
            <a:pPr lvl="0"/>
            <a:r>
              <a:rPr lang="en-US"/>
              <a:t> </a:t>
            </a:r>
          </a:p>
        </p:txBody>
      </p:sp>
      <p:sp>
        <p:nvSpPr>
          <p:cNvPr id="11" name="Text Placeholder 7">
            <a:extLst>
              <a:ext uri="{FF2B5EF4-FFF2-40B4-BE49-F238E27FC236}">
                <a16:creationId xmlns:a16="http://schemas.microsoft.com/office/drawing/2014/main" id="{2AFCF516-5EA7-64A8-5C35-8BE36ABE3BF4}"/>
              </a:ext>
            </a:extLst>
          </p:cNvPr>
          <p:cNvSpPr>
            <a:spLocks noGrp="1"/>
          </p:cNvSpPr>
          <p:nvPr>
            <p:ph type="body" sz="quarter" idx="71" hasCustomPrompt="1"/>
          </p:nvPr>
        </p:nvSpPr>
        <p:spPr>
          <a:xfrm>
            <a:off x="7227448" y="1663663"/>
            <a:ext cx="2235784" cy="405862"/>
          </a:xfrm>
          <a:prstGeom prst="chevron">
            <a:avLst/>
          </a:prstGeom>
          <a:solidFill>
            <a:srgbClr val="3366FF"/>
          </a:solidFill>
        </p:spPr>
        <p:txBody>
          <a:bodyPr/>
          <a:lstStyle>
            <a:lvl1pPr>
              <a:buNone/>
              <a:defRPr sz="1400"/>
            </a:lvl1pPr>
            <a:lvl2pPr>
              <a:defRPr sz="1400"/>
            </a:lvl2pPr>
            <a:lvl3pPr>
              <a:defRPr sz="1400"/>
            </a:lvl3pPr>
            <a:lvl4pPr>
              <a:defRPr sz="1400"/>
            </a:lvl4pPr>
            <a:lvl5pPr>
              <a:defRPr sz="1400"/>
            </a:lvl5pPr>
          </a:lstStyle>
          <a:p>
            <a:pPr lvl="0"/>
            <a:r>
              <a:rPr lang="en-US"/>
              <a:t> </a:t>
            </a:r>
          </a:p>
        </p:txBody>
      </p:sp>
      <p:sp>
        <p:nvSpPr>
          <p:cNvPr id="14" name="Text Placeholder 7">
            <a:extLst>
              <a:ext uri="{FF2B5EF4-FFF2-40B4-BE49-F238E27FC236}">
                <a16:creationId xmlns:a16="http://schemas.microsoft.com/office/drawing/2014/main" id="{504926AF-6BDB-3D9B-D7CC-C95AA504B1D9}"/>
              </a:ext>
            </a:extLst>
          </p:cNvPr>
          <p:cNvSpPr>
            <a:spLocks noGrp="1"/>
          </p:cNvSpPr>
          <p:nvPr>
            <p:ph type="body" sz="quarter" idx="72" hasCustomPrompt="1"/>
          </p:nvPr>
        </p:nvSpPr>
        <p:spPr>
          <a:xfrm>
            <a:off x="9476790" y="1663663"/>
            <a:ext cx="2235784" cy="405862"/>
          </a:xfrm>
          <a:prstGeom prst="chevron">
            <a:avLst/>
          </a:prstGeom>
          <a:solidFill>
            <a:srgbClr val="3366FF"/>
          </a:solidFill>
        </p:spPr>
        <p:txBody>
          <a:bodyPr/>
          <a:lstStyle>
            <a:lvl1pPr>
              <a:buNone/>
              <a:defRPr sz="1400"/>
            </a:lvl1pPr>
            <a:lvl2pPr>
              <a:defRPr sz="1400"/>
            </a:lvl2pPr>
            <a:lvl3pPr>
              <a:defRPr sz="1400"/>
            </a:lvl3pPr>
            <a:lvl4pPr>
              <a:defRPr sz="1400"/>
            </a:lvl4pPr>
            <a:lvl5pPr>
              <a:defRPr sz="1400"/>
            </a:lvl5pPr>
          </a:lstStyle>
          <a:p>
            <a:pPr lvl="0"/>
            <a:r>
              <a:rPr lang="en-US"/>
              <a:t> </a:t>
            </a:r>
          </a:p>
        </p:txBody>
      </p:sp>
      <p:pic>
        <p:nvPicPr>
          <p:cNvPr id="4" name="Graphic 3">
            <a:extLst>
              <a:ext uri="{FF2B5EF4-FFF2-40B4-BE49-F238E27FC236}">
                <a16:creationId xmlns:a16="http://schemas.microsoft.com/office/drawing/2014/main" id="{91D7D7DE-3506-4FE8-CF13-EDBFF47EF6F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5" name="Footer Placeholder 4">
            <a:extLst>
              <a:ext uri="{FF2B5EF4-FFF2-40B4-BE49-F238E27FC236}">
                <a16:creationId xmlns:a16="http://schemas.microsoft.com/office/drawing/2014/main" id="{836D44D4-24E7-27A9-57CF-5865420F0BDB}"/>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6" name="Content Placeholder 21">
            <a:extLst>
              <a:ext uri="{FF2B5EF4-FFF2-40B4-BE49-F238E27FC236}">
                <a16:creationId xmlns:a16="http://schemas.microsoft.com/office/drawing/2014/main" id="{B25BD647-6B89-4F52-34A8-365E1F378C2A}"/>
              </a:ext>
            </a:extLst>
          </p:cNvPr>
          <p:cNvSpPr>
            <a:spLocks noGrp="1"/>
          </p:cNvSpPr>
          <p:nvPr>
            <p:ph sz="quarter" idx="78"/>
          </p:nvPr>
        </p:nvSpPr>
        <p:spPr>
          <a:xfrm>
            <a:off x="479425" y="2287374"/>
            <a:ext cx="2041200" cy="351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Content Placeholder 21">
            <a:extLst>
              <a:ext uri="{FF2B5EF4-FFF2-40B4-BE49-F238E27FC236}">
                <a16:creationId xmlns:a16="http://schemas.microsoft.com/office/drawing/2014/main" id="{07F533A1-7C28-A20A-ECA5-9923CA7810A7}"/>
              </a:ext>
            </a:extLst>
          </p:cNvPr>
          <p:cNvSpPr>
            <a:spLocks noGrp="1"/>
          </p:cNvSpPr>
          <p:nvPr>
            <p:ph sz="quarter" idx="79"/>
          </p:nvPr>
        </p:nvSpPr>
        <p:spPr>
          <a:xfrm>
            <a:off x="2728766" y="2287374"/>
            <a:ext cx="2041200" cy="351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Content Placeholder 21">
            <a:extLst>
              <a:ext uri="{FF2B5EF4-FFF2-40B4-BE49-F238E27FC236}">
                <a16:creationId xmlns:a16="http://schemas.microsoft.com/office/drawing/2014/main" id="{77B5DB56-6C15-6C44-C413-E2FB5EF7361F}"/>
              </a:ext>
            </a:extLst>
          </p:cNvPr>
          <p:cNvSpPr>
            <a:spLocks noGrp="1"/>
          </p:cNvSpPr>
          <p:nvPr>
            <p:ph sz="quarter" idx="80"/>
          </p:nvPr>
        </p:nvSpPr>
        <p:spPr>
          <a:xfrm>
            <a:off x="4978107" y="2287374"/>
            <a:ext cx="2041200" cy="351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1" name="Content Placeholder 21">
            <a:extLst>
              <a:ext uri="{FF2B5EF4-FFF2-40B4-BE49-F238E27FC236}">
                <a16:creationId xmlns:a16="http://schemas.microsoft.com/office/drawing/2014/main" id="{4A5C53D8-07F8-1602-BB0D-9B55EA8698DD}"/>
              </a:ext>
            </a:extLst>
          </p:cNvPr>
          <p:cNvSpPr>
            <a:spLocks noGrp="1"/>
          </p:cNvSpPr>
          <p:nvPr>
            <p:ph sz="quarter" idx="81"/>
          </p:nvPr>
        </p:nvSpPr>
        <p:spPr>
          <a:xfrm>
            <a:off x="7227448" y="2287374"/>
            <a:ext cx="2041200" cy="351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2" name="Content Placeholder 21">
            <a:extLst>
              <a:ext uri="{FF2B5EF4-FFF2-40B4-BE49-F238E27FC236}">
                <a16:creationId xmlns:a16="http://schemas.microsoft.com/office/drawing/2014/main" id="{FF76B7F1-5799-F0A4-F4C8-E4554E590A48}"/>
              </a:ext>
            </a:extLst>
          </p:cNvPr>
          <p:cNvSpPr>
            <a:spLocks noGrp="1"/>
          </p:cNvSpPr>
          <p:nvPr>
            <p:ph sz="quarter" idx="82"/>
          </p:nvPr>
        </p:nvSpPr>
        <p:spPr>
          <a:xfrm>
            <a:off x="9476789" y="2287374"/>
            <a:ext cx="2041200" cy="3517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54595421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 Column + 2 Circles">
    <p:spTree>
      <p:nvGrpSpPr>
        <p:cNvPr id="1" name=""/>
        <p:cNvGrpSpPr/>
        <p:nvPr/>
      </p:nvGrpSpPr>
      <p:grpSpPr>
        <a:xfrm>
          <a:off x="0" y="0"/>
          <a:ext cx="0" cy="0"/>
          <a:chOff x="0" y="0"/>
          <a:chExt cx="0" cy="0"/>
        </a:xfrm>
      </p:grpSpPr>
      <p:sp>
        <p:nvSpPr>
          <p:cNvPr id="24" name="Text Placeholder 23">
            <a:extLst>
              <a:ext uri="{FF2B5EF4-FFF2-40B4-BE49-F238E27FC236}">
                <a16:creationId xmlns:a16="http://schemas.microsoft.com/office/drawing/2014/main" id="{E702B7A4-38E7-23DB-3F24-0C0E2DF46ABB}"/>
              </a:ext>
            </a:extLst>
          </p:cNvPr>
          <p:cNvSpPr>
            <a:spLocks noGrp="1" noChangeAspect="1"/>
          </p:cNvSpPr>
          <p:nvPr>
            <p:ph type="body" sz="quarter" idx="82"/>
          </p:nvPr>
        </p:nvSpPr>
        <p:spPr>
          <a:xfrm>
            <a:off x="6397448" y="1828598"/>
            <a:ext cx="2743200" cy="2743200"/>
          </a:xfrm>
          <a:custGeom>
            <a:avLst/>
            <a:gdLst>
              <a:gd name="connsiteX0" fmla="*/ 1371600 w 2743200"/>
              <a:gd name="connsiteY0" fmla="*/ 0 h 2743200"/>
              <a:gd name="connsiteX1" fmla="*/ 2743200 w 2743200"/>
              <a:gd name="connsiteY1" fmla="*/ 1371600 h 2743200"/>
              <a:gd name="connsiteX2" fmla="*/ 1371600 w 2743200"/>
              <a:gd name="connsiteY2" fmla="*/ 2743200 h 2743200"/>
              <a:gd name="connsiteX3" fmla="*/ 0 w 2743200"/>
              <a:gd name="connsiteY3" fmla="*/ 1371600 h 2743200"/>
              <a:gd name="connsiteX4" fmla="*/ 1371600 w 2743200"/>
              <a:gd name="connsiteY4" fmla="*/ 0 h 274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3200" h="2743200">
                <a:moveTo>
                  <a:pt x="1371600" y="0"/>
                </a:moveTo>
                <a:cubicBezTo>
                  <a:pt x="2129114" y="0"/>
                  <a:pt x="2743200" y="614086"/>
                  <a:pt x="2743200" y="1371600"/>
                </a:cubicBezTo>
                <a:cubicBezTo>
                  <a:pt x="2743200" y="2129114"/>
                  <a:pt x="2129114" y="2743200"/>
                  <a:pt x="1371600" y="2743200"/>
                </a:cubicBezTo>
                <a:cubicBezTo>
                  <a:pt x="614086" y="2743200"/>
                  <a:pt x="0" y="2129114"/>
                  <a:pt x="0" y="1371600"/>
                </a:cubicBezTo>
                <a:cubicBezTo>
                  <a:pt x="0" y="614086"/>
                  <a:pt x="614086" y="0"/>
                  <a:pt x="1371600" y="0"/>
                </a:cubicBezTo>
                <a:close/>
              </a:path>
            </a:pathLst>
          </a:custGeom>
          <a:solidFill>
            <a:srgbClr val="3366FF"/>
          </a:solidFill>
        </p:spPr>
        <p:txBody>
          <a:bodyPr wrap="square" tIns="914400" anchor="t">
            <a:noAutofit/>
          </a:bodyPr>
          <a:lstStyle>
            <a:lvl1pPr algn="ctr">
              <a:buNone/>
              <a:defRPr sz="1800"/>
            </a:lvl1pPr>
          </a:lstStyle>
          <a:p>
            <a:pPr lvl="0"/>
            <a:endParaRPr lang="en-US"/>
          </a:p>
          <a:p>
            <a:pPr lvl="0"/>
            <a:r>
              <a:rPr lang="en-US"/>
              <a:t>Click to add text</a:t>
            </a:r>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lvl1pPr>
              <a:lnSpc>
                <a:spcPct val="100000"/>
              </a:lnSpc>
              <a:spcAft>
                <a:spcPts val="600"/>
              </a:spcAft>
              <a:defRPr>
                <a:solidFill>
                  <a:schemeClr val="tx2">
                    <a:lumMod val="10000"/>
                  </a:schemeClr>
                </a:solidFill>
              </a:defRPr>
            </a:lvl1pPr>
          </a:lstStyle>
          <a:p>
            <a:fld id="{E4C2AD82-1025-4508-97C1-6F7EE5C92734}" type="slidenum">
              <a:rPr lang="en-AU" smtClean="0"/>
              <a:pPr/>
              <a:t>‹#›</a:t>
            </a:fld>
            <a:endParaRPr lang="en-AU"/>
          </a:p>
        </p:txBody>
      </p:sp>
      <p:sp>
        <p:nvSpPr>
          <p:cNvPr id="2" name="Title 6">
            <a:extLst>
              <a:ext uri="{FF2B5EF4-FFF2-40B4-BE49-F238E27FC236}">
                <a16:creationId xmlns:a16="http://schemas.microsoft.com/office/drawing/2014/main" id="{E95DDE5E-713B-8444-9E85-611FAE8A8E53}"/>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sp>
        <p:nvSpPr>
          <p:cNvPr id="13" name="Title 6">
            <a:extLst>
              <a:ext uri="{FF2B5EF4-FFF2-40B4-BE49-F238E27FC236}">
                <a16:creationId xmlns:a16="http://schemas.microsoft.com/office/drawing/2014/main" id="{6AACB044-FE29-D3B5-A944-1FFB44C2564B}"/>
              </a:ext>
            </a:extLst>
          </p:cNvPr>
          <p:cNvSpPr>
            <a:spLocks noGrp="1"/>
          </p:cNvSpPr>
          <p:nvPr>
            <p:ph type="title" hasCustomPrompt="1"/>
          </p:nvPr>
        </p:nvSpPr>
        <p:spPr>
          <a:xfrm>
            <a:off x="479426" y="788705"/>
            <a:ext cx="11233148" cy="457200"/>
          </a:xfrm>
          <a:prstGeom prst="rect">
            <a:avLst/>
          </a:prstGeom>
        </p:spPr>
        <p:txBody>
          <a:bodyPr lIns="0" tIns="0" rIns="0" bIns="0" anchor="t"/>
          <a:lstStyle>
            <a:lvl1pPr>
              <a:lnSpc>
                <a:spcPct val="85000"/>
              </a:lnSpc>
              <a:spcAft>
                <a:spcPts val="600"/>
              </a:spcAft>
              <a:defRPr sz="2800" b="1">
                <a:solidFill>
                  <a:schemeClr val="bg1"/>
                </a:solidFill>
              </a:defRPr>
            </a:lvl1pPr>
          </a:lstStyle>
          <a:p>
            <a:r>
              <a:rPr lang="en-US"/>
              <a:t>Slide title goes here</a:t>
            </a:r>
            <a:endParaRPr lang="en-GB"/>
          </a:p>
        </p:txBody>
      </p:sp>
      <p:sp>
        <p:nvSpPr>
          <p:cNvPr id="15" name="Text Placeholder 9">
            <a:extLst>
              <a:ext uri="{FF2B5EF4-FFF2-40B4-BE49-F238E27FC236}">
                <a16:creationId xmlns:a16="http://schemas.microsoft.com/office/drawing/2014/main" id="{146FD924-25C7-CF9C-A534-FF1F4F99DA29}"/>
              </a:ext>
            </a:extLst>
          </p:cNvPr>
          <p:cNvSpPr>
            <a:spLocks noGrp="1"/>
          </p:cNvSpPr>
          <p:nvPr>
            <p:ph type="body" sz="quarter" idx="44" hasCustomPrompt="1"/>
          </p:nvPr>
        </p:nvSpPr>
        <p:spPr>
          <a:xfrm>
            <a:off x="479426" y="489600"/>
            <a:ext cx="11233148" cy="228600"/>
          </a:xfrm>
          <a:prstGeom prst="rect">
            <a:avLst/>
          </a:prstGeom>
        </p:spPr>
        <p:txBody>
          <a:bodyPr lIns="0" tIns="0" rIns="0" bIns="0" anchor="b"/>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
        <p:nvSpPr>
          <p:cNvPr id="25" name="Picture Placeholder 5">
            <a:extLst>
              <a:ext uri="{FF2B5EF4-FFF2-40B4-BE49-F238E27FC236}">
                <a16:creationId xmlns:a16="http://schemas.microsoft.com/office/drawing/2014/main" id="{47ED0572-7B63-6A23-5F61-3ED1A36B85F0}"/>
              </a:ext>
            </a:extLst>
          </p:cNvPr>
          <p:cNvSpPr>
            <a:spLocks noGrp="1"/>
          </p:cNvSpPr>
          <p:nvPr>
            <p:ph type="pic" sz="quarter" idx="42"/>
          </p:nvPr>
        </p:nvSpPr>
        <p:spPr>
          <a:xfrm>
            <a:off x="7463048" y="2161683"/>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sp>
        <p:nvSpPr>
          <p:cNvPr id="28" name="Text Placeholder 27">
            <a:extLst>
              <a:ext uri="{FF2B5EF4-FFF2-40B4-BE49-F238E27FC236}">
                <a16:creationId xmlns:a16="http://schemas.microsoft.com/office/drawing/2014/main" id="{E565726B-F0B2-F97A-0A94-78E22C732A91}"/>
              </a:ext>
            </a:extLst>
          </p:cNvPr>
          <p:cNvSpPr>
            <a:spLocks noGrp="1"/>
          </p:cNvSpPr>
          <p:nvPr>
            <p:ph type="body" sz="quarter" idx="83" hasCustomPrompt="1"/>
          </p:nvPr>
        </p:nvSpPr>
        <p:spPr>
          <a:xfrm>
            <a:off x="8683201" y="3965472"/>
            <a:ext cx="2016000" cy="2016000"/>
          </a:xfrm>
          <a:custGeom>
            <a:avLst/>
            <a:gdLst>
              <a:gd name="connsiteX0" fmla="*/ 1008000 w 2016000"/>
              <a:gd name="connsiteY0" fmla="*/ 0 h 2016000"/>
              <a:gd name="connsiteX1" fmla="*/ 2016000 w 2016000"/>
              <a:gd name="connsiteY1" fmla="*/ 1008000 h 2016000"/>
              <a:gd name="connsiteX2" fmla="*/ 1008000 w 2016000"/>
              <a:gd name="connsiteY2" fmla="*/ 2016000 h 2016000"/>
              <a:gd name="connsiteX3" fmla="*/ 0 w 2016000"/>
              <a:gd name="connsiteY3" fmla="*/ 1008000 h 2016000"/>
              <a:gd name="connsiteX4" fmla="*/ 1008000 w 2016000"/>
              <a:gd name="connsiteY4" fmla="*/ 0 h 201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6000" h="2016000">
                <a:moveTo>
                  <a:pt x="1008000" y="0"/>
                </a:moveTo>
                <a:cubicBezTo>
                  <a:pt x="1564703" y="0"/>
                  <a:pt x="2016000" y="451297"/>
                  <a:pt x="2016000" y="1008000"/>
                </a:cubicBezTo>
                <a:cubicBezTo>
                  <a:pt x="2016000" y="1564703"/>
                  <a:pt x="1564703" y="2016000"/>
                  <a:pt x="1008000" y="2016000"/>
                </a:cubicBezTo>
                <a:cubicBezTo>
                  <a:pt x="451297" y="2016000"/>
                  <a:pt x="0" y="1564703"/>
                  <a:pt x="0" y="1008000"/>
                </a:cubicBezTo>
                <a:cubicBezTo>
                  <a:pt x="0" y="451297"/>
                  <a:pt x="451297" y="0"/>
                  <a:pt x="1008000" y="0"/>
                </a:cubicBezTo>
                <a:close/>
              </a:path>
            </a:pathLst>
          </a:custGeom>
          <a:solidFill>
            <a:schemeClr val="accent1"/>
          </a:solidFill>
        </p:spPr>
        <p:txBody>
          <a:bodyPr wrap="square" tIns="914400">
            <a:noAutofit/>
          </a:bodyPr>
          <a:lstStyle>
            <a:lvl1pPr marL="12700" indent="-12700" algn="ctr">
              <a:buNone/>
              <a:tabLst/>
              <a:defRPr sz="1800"/>
            </a:lvl1pPr>
          </a:lstStyle>
          <a:p>
            <a:pPr lvl="0"/>
            <a:r>
              <a:rPr lang="en-US"/>
              <a:t>Click to add text</a:t>
            </a:r>
          </a:p>
        </p:txBody>
      </p:sp>
      <p:sp>
        <p:nvSpPr>
          <p:cNvPr id="29" name="Picture Placeholder 5">
            <a:extLst>
              <a:ext uri="{FF2B5EF4-FFF2-40B4-BE49-F238E27FC236}">
                <a16:creationId xmlns:a16="http://schemas.microsoft.com/office/drawing/2014/main" id="{F56537DC-1830-955B-C89C-78E797BF0567}"/>
              </a:ext>
            </a:extLst>
          </p:cNvPr>
          <p:cNvSpPr>
            <a:spLocks noGrp="1"/>
          </p:cNvSpPr>
          <p:nvPr>
            <p:ph type="pic" sz="quarter" idx="84"/>
          </p:nvPr>
        </p:nvSpPr>
        <p:spPr>
          <a:xfrm>
            <a:off x="9385201" y="4156136"/>
            <a:ext cx="612000" cy="612000"/>
          </a:xfrm>
          <a:prstGeom prst="rect">
            <a:avLst/>
          </a:prstGeom>
        </p:spPr>
        <p:txBody>
          <a:bodyPr/>
          <a:lstStyle>
            <a:lvl1pPr marL="0" indent="0">
              <a:lnSpc>
                <a:spcPct val="100000"/>
              </a:lnSpc>
              <a:spcAft>
                <a:spcPts val="600"/>
              </a:spcAft>
              <a:buNone/>
              <a:defRPr sz="800">
                <a:solidFill>
                  <a:schemeClr val="tx1"/>
                </a:solidFill>
              </a:defRPr>
            </a:lvl1pPr>
          </a:lstStyle>
          <a:p>
            <a:r>
              <a:rPr lang="en-US"/>
              <a:t>Click icon to add picture</a:t>
            </a:r>
            <a:endParaRPr lang="en-GB"/>
          </a:p>
        </p:txBody>
      </p:sp>
      <p:pic>
        <p:nvPicPr>
          <p:cNvPr id="4" name="Graphic 3">
            <a:extLst>
              <a:ext uri="{FF2B5EF4-FFF2-40B4-BE49-F238E27FC236}">
                <a16:creationId xmlns:a16="http://schemas.microsoft.com/office/drawing/2014/main" id="{D4CA897A-E8F8-9859-606B-DDD5FBCB1AB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0901099" y="6173769"/>
            <a:ext cx="830400" cy="291600"/>
          </a:xfrm>
          <a:prstGeom prst="rect">
            <a:avLst/>
          </a:prstGeom>
        </p:spPr>
      </p:pic>
      <p:sp>
        <p:nvSpPr>
          <p:cNvPr id="5" name="Footer Placeholder 4">
            <a:extLst>
              <a:ext uri="{FF2B5EF4-FFF2-40B4-BE49-F238E27FC236}">
                <a16:creationId xmlns:a16="http://schemas.microsoft.com/office/drawing/2014/main" id="{DB0B388A-4AC4-1074-165D-4ED7AE38CBF7}"/>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7" name="Content Placeholder 10">
            <a:extLst>
              <a:ext uri="{FF2B5EF4-FFF2-40B4-BE49-F238E27FC236}">
                <a16:creationId xmlns:a16="http://schemas.microsoft.com/office/drawing/2014/main" id="{BDEC44B7-5C14-5A45-6582-B01C334F098B}"/>
              </a:ext>
            </a:extLst>
          </p:cNvPr>
          <p:cNvSpPr>
            <a:spLocks noGrp="1"/>
          </p:cNvSpPr>
          <p:nvPr>
            <p:ph sz="quarter" idx="85"/>
          </p:nvPr>
        </p:nvSpPr>
        <p:spPr>
          <a:xfrm>
            <a:off x="479425" y="1575795"/>
            <a:ext cx="54252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95381780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ank you 1">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370335FF-165D-B1E6-9A9F-D0E063656EB1}"/>
              </a:ext>
            </a:extLst>
          </p:cNvPr>
          <p:cNvSpPr>
            <a:spLocks noGrp="1" noRot="1" noMove="1" noResize="1" noEditPoints="1" noAdjustHandles="1" noChangeArrowheads="1" noChangeShapeType="1"/>
          </p:cNvSpPr>
          <p:nvPr>
            <p:ph type="pic" sz="quarter" idx="25" hasCustomPrompt="1"/>
          </p:nvPr>
        </p:nvSpPr>
        <p:spPr>
          <a:xfrm>
            <a:off x="0" y="16849"/>
            <a:ext cx="12192000" cy="6858000"/>
          </a:xfrm>
          <a:prstGeom prst="rect">
            <a:avLst/>
          </a:prstGeom>
          <a:solidFill>
            <a:schemeClr val="tx2"/>
          </a:solidFill>
        </p:spPr>
        <p:txBody>
          <a:bodyPr wrap="square">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6" name="Title 1">
            <a:extLst>
              <a:ext uri="{FF2B5EF4-FFF2-40B4-BE49-F238E27FC236}">
                <a16:creationId xmlns:a16="http://schemas.microsoft.com/office/drawing/2014/main" id="{C591F5DE-EFB2-AC95-6870-79D8421AD64D}"/>
              </a:ext>
            </a:extLst>
          </p:cNvPr>
          <p:cNvSpPr>
            <a:spLocks noGrp="1"/>
          </p:cNvSpPr>
          <p:nvPr>
            <p:ph type="title" hasCustomPrompt="1"/>
          </p:nvPr>
        </p:nvSpPr>
        <p:spPr>
          <a:xfrm>
            <a:off x="479425" y="4624957"/>
            <a:ext cx="7460615" cy="835026"/>
          </a:xfrm>
          <a:prstGeom prst="rect">
            <a:avLst/>
          </a:prstGeom>
        </p:spPr>
        <p:txBody>
          <a:bodyPr lIns="0" tIns="0" rIns="0" bIns="0" anchor="t"/>
          <a:lstStyle>
            <a:lvl1pPr algn="l">
              <a:lnSpc>
                <a:spcPct val="85000"/>
              </a:lnSpc>
              <a:tabLst>
                <a:tab pos="896938" algn="l"/>
              </a:tabLst>
              <a:defRPr sz="7200" b="1">
                <a:solidFill>
                  <a:schemeClr val="bg1"/>
                </a:solidFill>
              </a:defRPr>
            </a:lvl1pPr>
          </a:lstStyle>
          <a:p>
            <a:r>
              <a:rPr lang="en-US"/>
              <a:t>Thank you!</a:t>
            </a:r>
            <a:endParaRPr lang="en-AU"/>
          </a:p>
        </p:txBody>
      </p:sp>
      <p:sp>
        <p:nvSpPr>
          <p:cNvPr id="8" name="Text Placeholder 5">
            <a:extLst>
              <a:ext uri="{FF2B5EF4-FFF2-40B4-BE49-F238E27FC236}">
                <a16:creationId xmlns:a16="http://schemas.microsoft.com/office/drawing/2014/main" id="{B414203A-770E-0CD4-312D-5FEC373F91D4}"/>
              </a:ext>
            </a:extLst>
          </p:cNvPr>
          <p:cNvSpPr>
            <a:spLocks noGrp="1"/>
          </p:cNvSpPr>
          <p:nvPr>
            <p:ph type="body" sz="quarter" idx="10" hasCustomPrompt="1"/>
          </p:nvPr>
        </p:nvSpPr>
        <p:spPr>
          <a:xfrm>
            <a:off x="479984" y="5628842"/>
            <a:ext cx="7460055" cy="835026"/>
          </a:xfrm>
          <a:prstGeom prst="rect">
            <a:avLst/>
          </a:prstGeom>
        </p:spPr>
        <p:txBody>
          <a:bodyPr lIns="0" tIns="0" rIns="0" bIns="0"/>
          <a:lstStyle>
            <a:lvl1pPr marL="0" indent="0">
              <a:lnSpc>
                <a:spcPct val="85000"/>
              </a:lnSpc>
              <a:buNone/>
              <a:defRPr sz="1800">
                <a:solidFill>
                  <a:schemeClr val="tx2">
                    <a:lumMod val="10000"/>
                  </a:schemeClr>
                </a:solidFill>
              </a:defRPr>
            </a:lvl1pPr>
            <a:lvl2pPr marL="252000" indent="0">
              <a:buNone/>
              <a:defRPr/>
            </a:lvl2pPr>
            <a:lvl3pPr marL="504000" indent="0">
              <a:buNone/>
              <a:defRPr/>
            </a:lvl3pPr>
            <a:lvl4pPr marL="756000" indent="0">
              <a:buNone/>
              <a:defRPr/>
            </a:lvl4pPr>
            <a:lvl5pPr marL="1008000" indent="0">
              <a:buNone/>
              <a:defRPr/>
            </a:lvl5pPr>
          </a:lstStyle>
          <a:p>
            <a:pPr lvl="0"/>
            <a:r>
              <a:rPr lang="en-US"/>
              <a:t>Insert contact information here</a:t>
            </a:r>
          </a:p>
        </p:txBody>
      </p:sp>
      <p:sp>
        <p:nvSpPr>
          <p:cNvPr id="2" name="Text Placeholder 9">
            <a:extLst>
              <a:ext uri="{FF2B5EF4-FFF2-40B4-BE49-F238E27FC236}">
                <a16:creationId xmlns:a16="http://schemas.microsoft.com/office/drawing/2014/main" id="{576CAB0F-22FA-BC66-CCC1-544E9F5E241D}"/>
              </a:ext>
            </a:extLst>
          </p:cNvPr>
          <p:cNvSpPr>
            <a:spLocks noGrp="1" noChangeAspect="1"/>
          </p:cNvSpPr>
          <p:nvPr>
            <p:ph type="body" sz="quarter" idx="52"/>
          </p:nvPr>
        </p:nvSpPr>
        <p:spPr>
          <a:xfrm>
            <a:off x="10899797" y="6167885"/>
            <a:ext cx="829301" cy="290983"/>
          </a:xfrm>
          <a:prstGeom prst="rect">
            <a:avLst/>
          </a:prstGeom>
          <a:blipFill>
            <a:blip>
              <a:extLst>
                <a:ext uri="{96DAC541-7B7A-43D3-8B79-37D633B846F1}">
                  <asvg:svgBlip xmlns:asvg="http://schemas.microsoft.com/office/drawing/2016/SVG/main" r:embed="rId2"/>
                </a:ext>
              </a:extLst>
            </a:blip>
            <a:stretch>
              <a:fillRect/>
            </a:stretch>
          </a:blipFill>
        </p:spPr>
        <p:txBody>
          <a:bodyPr/>
          <a:lstStyle>
            <a:lvl1pPr>
              <a:buNone/>
              <a:defRPr sz="100">
                <a:solidFill>
                  <a:schemeClr val="tx1">
                    <a:alpha val="0"/>
                  </a:schemeClr>
                </a:solidFill>
              </a:defRPr>
            </a:lvl1pPr>
          </a:lstStyle>
          <a:p>
            <a:pPr lvl="0"/>
            <a:endParaRPr lang="en-US"/>
          </a:p>
        </p:txBody>
      </p:sp>
    </p:spTree>
    <p:extLst>
      <p:ext uri="{BB962C8B-B14F-4D97-AF65-F5344CB8AC3E}">
        <p14:creationId xmlns:p14="http://schemas.microsoft.com/office/powerpoint/2010/main" val="33039903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hank you 2">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9177D7A-9655-079E-C215-E5CE1E052D0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92124" y="4042072"/>
            <a:ext cx="1301985" cy="457200"/>
          </a:xfrm>
          <a:prstGeom prst="rect">
            <a:avLst/>
          </a:prstGeom>
        </p:spPr>
      </p:pic>
      <p:sp>
        <p:nvSpPr>
          <p:cNvPr id="3" name="Picture Placeholder 3">
            <a:extLst>
              <a:ext uri="{FF2B5EF4-FFF2-40B4-BE49-F238E27FC236}">
                <a16:creationId xmlns:a16="http://schemas.microsoft.com/office/drawing/2014/main" id="{370335FF-165D-B1E6-9A9F-D0E063656EB1}"/>
              </a:ext>
            </a:extLst>
          </p:cNvPr>
          <p:cNvSpPr>
            <a:spLocks noGrp="1" noRot="1" noMove="1" noResize="1" noEditPoints="1" noAdjustHandles="1" noChangeArrowheads="1" noChangeShapeType="1"/>
          </p:cNvSpPr>
          <p:nvPr>
            <p:ph type="pic" sz="quarter" idx="25" hasCustomPrompt="1"/>
          </p:nvPr>
        </p:nvSpPr>
        <p:spPr>
          <a:xfrm>
            <a:off x="6096000" y="1"/>
            <a:ext cx="6096000" cy="6858000"/>
          </a:xfrm>
          <a:prstGeom prst="rect">
            <a:avLst/>
          </a:prstGeom>
          <a:solidFill>
            <a:schemeClr val="tx2"/>
          </a:solidFill>
        </p:spPr>
        <p:txBody>
          <a:bodyPr wrap="square">
            <a:noAutofit/>
          </a:bodyPr>
          <a:lstStyle>
            <a:lvl1pPr marL="0" indent="0" algn="ctr">
              <a:lnSpc>
                <a:spcPct val="100000"/>
              </a:lnSpc>
              <a:spcAft>
                <a:spcPts val="600"/>
              </a:spcAft>
              <a:buNone/>
              <a:defRPr sz="1200">
                <a:solidFill>
                  <a:schemeClr val="bg1"/>
                </a:solidFill>
              </a:defRPr>
            </a:lvl1pPr>
          </a:lstStyle>
          <a:p>
            <a:r>
              <a:rPr lang="en-AU"/>
              <a:t>Click on icon to insert image and send to back</a:t>
            </a:r>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92125" y="1791731"/>
            <a:ext cx="4892675" cy="2107170"/>
          </a:xfrm>
          <a:prstGeom prst="rect">
            <a:avLst/>
          </a:prstGeom>
        </p:spPr>
        <p:txBody>
          <a:bodyPr lIns="0" tIns="0" rIns="0" bIns="0" anchor="t"/>
          <a:lstStyle>
            <a:lvl1pPr algn="l">
              <a:lnSpc>
                <a:spcPct val="100000"/>
              </a:lnSpc>
              <a:tabLst>
                <a:tab pos="896938" algn="l"/>
              </a:tabLst>
              <a:defRPr sz="7200" b="1" spc="0">
                <a:solidFill>
                  <a:schemeClr val="bg1"/>
                </a:solidFill>
              </a:defRPr>
            </a:lvl1pPr>
          </a:lstStyle>
          <a:p>
            <a:r>
              <a:rPr lang="en-US"/>
              <a:t>Thank you!</a:t>
            </a:r>
            <a:br>
              <a:rPr lang="en-US"/>
            </a:br>
            <a:endParaRPr lang="en-AU"/>
          </a:p>
        </p:txBody>
      </p:sp>
      <p:sp>
        <p:nvSpPr>
          <p:cNvPr id="4" name="Text Placeholder 9">
            <a:extLst>
              <a:ext uri="{FF2B5EF4-FFF2-40B4-BE49-F238E27FC236}">
                <a16:creationId xmlns:a16="http://schemas.microsoft.com/office/drawing/2014/main" id="{933ACD2D-A245-561C-C072-D4BBB2409073}"/>
              </a:ext>
            </a:extLst>
          </p:cNvPr>
          <p:cNvSpPr>
            <a:spLocks noGrp="1"/>
          </p:cNvSpPr>
          <p:nvPr>
            <p:ph type="body" sz="quarter" idx="44" hasCustomPrompt="1"/>
          </p:nvPr>
        </p:nvSpPr>
        <p:spPr>
          <a:xfrm>
            <a:off x="479426" y="1462722"/>
            <a:ext cx="4905374" cy="228600"/>
          </a:xfrm>
          <a:prstGeom prst="rect">
            <a:avLst/>
          </a:prstGeom>
        </p:spPr>
        <p:txBody>
          <a:bodyPr lIns="0" tIns="0" rIns="0" bIns="0" anchor="b">
            <a:normAutofit/>
          </a:bodyPr>
          <a:lstStyle>
            <a:lvl1pPr marL="0" indent="0">
              <a:lnSpc>
                <a:spcPct val="85000"/>
              </a:lnSpc>
              <a:spcAft>
                <a:spcPts val="600"/>
              </a:spcAft>
              <a:buNone/>
              <a:defRPr lang="en-DE" sz="1200" b="0" kern="1200" cap="all" baseline="0" dirty="0">
                <a:solidFill>
                  <a:schemeClr val="accent1"/>
                </a:solidFill>
                <a:latin typeface="+mn-lt"/>
                <a:ea typeface="+mn-ea"/>
                <a:cs typeface="+mn-cs"/>
              </a:defRPr>
            </a:lvl1pPr>
          </a:lstStyle>
          <a:p>
            <a:pPr marL="0" lvl="0" indent="0" algn="l" defTabSz="914400" rtl="0" eaLnBrk="1" latinLnBrk="0" hangingPunct="1">
              <a:lnSpc>
                <a:spcPct val="85000"/>
              </a:lnSpc>
              <a:spcBef>
                <a:spcPts val="1000"/>
              </a:spcBef>
              <a:spcAft>
                <a:spcPts val="600"/>
              </a:spcAft>
              <a:buFont typeface="Arial" panose="020B0604020202020204" pitchFamily="34" charset="0"/>
              <a:buNone/>
            </a:pPr>
            <a:r>
              <a:rPr lang="en-US"/>
              <a:t>Subheading goes here</a:t>
            </a:r>
            <a:endParaRPr lang="en-DE"/>
          </a:p>
        </p:txBody>
      </p:sp>
    </p:spTree>
    <p:extLst>
      <p:ext uri="{BB962C8B-B14F-4D97-AF65-F5344CB8AC3E}">
        <p14:creationId xmlns:p14="http://schemas.microsoft.com/office/powerpoint/2010/main" val="13035410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Blank Light">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69175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596202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userDrawn="1">
  <p:cSld name="1_Thank you 1">
    <p:spTree>
      <p:nvGrpSpPr>
        <p:cNvPr id="1" name=""/>
        <p:cNvGrpSpPr/>
        <p:nvPr/>
      </p:nvGrpSpPr>
      <p:grpSpPr>
        <a:xfrm>
          <a:off x="0" y="0"/>
          <a:ext cx="0" cy="0"/>
          <a:chOff x="0" y="0"/>
          <a:chExt cx="0" cy="0"/>
        </a:xfrm>
      </p:grpSpPr>
      <p:sp>
        <p:nvSpPr>
          <p:cNvPr id="3" name="Picture Placeholder 3">
            <a:extLst>
              <a:ext uri="{FF2B5EF4-FFF2-40B4-BE49-F238E27FC236}">
                <a16:creationId xmlns:a16="http://schemas.microsoft.com/office/drawing/2014/main" id="{370335FF-165D-B1E6-9A9F-D0E063656EB1}"/>
              </a:ext>
            </a:extLst>
          </p:cNvPr>
          <p:cNvSpPr>
            <a:spLocks noGrp="1" noRot="1" noMove="1" noResize="1" noEditPoints="1" noAdjustHandles="1" noChangeArrowheads="1" noChangeShapeType="1"/>
          </p:cNvSpPr>
          <p:nvPr>
            <p:ph type="pic" sz="quarter" idx="25" hasCustomPrompt="1"/>
          </p:nvPr>
        </p:nvSpPr>
        <p:spPr>
          <a:xfrm>
            <a:off x="0" y="16849"/>
            <a:ext cx="12192000" cy="6858000"/>
          </a:xfrm>
          <a:prstGeom prst="rect">
            <a:avLst/>
          </a:prstGeom>
          <a:solidFill>
            <a:schemeClr val="tx1"/>
          </a:solidFill>
        </p:spPr>
        <p:txBody>
          <a:bodyPr wrap="square">
            <a:noAutofit/>
          </a:bodyPr>
          <a:lstStyle>
            <a:lvl1pPr marL="0" indent="0" algn="ctr">
              <a:lnSpc>
                <a:spcPct val="100000"/>
              </a:lnSpc>
              <a:spcAft>
                <a:spcPts val="600"/>
              </a:spcAft>
              <a:buNone/>
              <a:defRPr sz="1200">
                <a:solidFill>
                  <a:schemeClr val="tx1"/>
                </a:solidFill>
              </a:defRPr>
            </a:lvl1pPr>
          </a:lstStyle>
          <a:p>
            <a:r>
              <a:rPr lang="en-AU"/>
              <a:t>Click on icon to insert image and send to back</a:t>
            </a:r>
          </a:p>
        </p:txBody>
      </p:sp>
      <p:sp>
        <p:nvSpPr>
          <p:cNvPr id="2" name="Text Placeholder 9">
            <a:extLst>
              <a:ext uri="{FF2B5EF4-FFF2-40B4-BE49-F238E27FC236}">
                <a16:creationId xmlns:a16="http://schemas.microsoft.com/office/drawing/2014/main" id="{C3650DFD-AA06-FB04-462B-D6A975FFB1BD}"/>
              </a:ext>
            </a:extLst>
          </p:cNvPr>
          <p:cNvSpPr>
            <a:spLocks noGrp="1" noChangeAspect="1"/>
          </p:cNvSpPr>
          <p:nvPr>
            <p:ph type="body" sz="quarter" idx="52"/>
          </p:nvPr>
        </p:nvSpPr>
        <p:spPr>
          <a:xfrm>
            <a:off x="10426077" y="6001667"/>
            <a:ext cx="1303021" cy="457201"/>
          </a:xfrm>
          <a:prstGeom prst="rect">
            <a:avLst/>
          </a:prstGeom>
          <a:blipFill>
            <a:blip>
              <a:extLst>
                <a:ext uri="{96DAC541-7B7A-43D3-8B79-37D633B846F1}">
                  <asvg:svgBlip xmlns:asvg="http://schemas.microsoft.com/office/drawing/2016/SVG/main" r:embed="rId3"/>
                </a:ext>
              </a:extLst>
            </a:blip>
            <a:stretch>
              <a:fillRect/>
            </a:stretch>
          </a:blipFill>
        </p:spPr>
        <p:txBody>
          <a:bodyPr/>
          <a:lstStyle>
            <a:lvl1pPr>
              <a:buNone/>
              <a:defRPr sz="100">
                <a:solidFill>
                  <a:schemeClr val="tx1">
                    <a:alpha val="0"/>
                  </a:schemeClr>
                </a:solidFill>
              </a:defRPr>
            </a:lvl1pPr>
          </a:lstStyle>
          <a:p>
            <a:pPr lvl="0"/>
            <a:endParaRPr lang="en-US"/>
          </a:p>
        </p:txBody>
      </p:sp>
      <p:graphicFrame>
        <p:nvGraphicFramePr>
          <p:cNvPr id="7" name="think-cell data - do not delete" hidden="1">
            <a:extLst>
              <a:ext uri="{FF2B5EF4-FFF2-40B4-BE49-F238E27FC236}">
                <a16:creationId xmlns:a16="http://schemas.microsoft.com/office/drawing/2014/main" id="{9DD6E311-D848-60BF-3F44-4F40C4D45F2D}"/>
              </a:ext>
            </a:extLst>
          </p:cNvPr>
          <p:cNvGraphicFramePr>
            <a:graphicFrameLocks noChangeAspect="1"/>
          </p:cNvGraphicFramePr>
          <p:nvPr userDrawn="1">
            <p:custDataLst>
              <p:tags r:id="rId1"/>
            </p:custDataLst>
            <p:extLst>
              <p:ext uri="{D42A27DB-BD31-4B8C-83A1-F6EECF244321}">
                <p14:modId xmlns:p14="http://schemas.microsoft.com/office/powerpoint/2010/main" val="35478207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327" imgH="327" progId="TCLayout.ActiveDocument.1">
                  <p:embed/>
                </p:oleObj>
              </mc:Choice>
              <mc:Fallback>
                <p:oleObj name="think-cell Slide" r:id="rId4" imgW="327" imgH="327" progId="TCLayout.ActiveDocument.1">
                  <p:embed/>
                  <p:pic>
                    <p:nvPicPr>
                      <p:cNvPr id="7" name="think-cell data - do not delete" hidden="1">
                        <a:extLst>
                          <a:ext uri="{FF2B5EF4-FFF2-40B4-BE49-F238E27FC236}">
                            <a16:creationId xmlns:a16="http://schemas.microsoft.com/office/drawing/2014/main" id="{9DD6E311-D848-60BF-3F44-4F40C4D45F2D}"/>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6" name="Title 1">
            <a:extLst>
              <a:ext uri="{FF2B5EF4-FFF2-40B4-BE49-F238E27FC236}">
                <a16:creationId xmlns:a16="http://schemas.microsoft.com/office/drawing/2014/main" id="{C591F5DE-EFB2-AC95-6870-79D8421AD64D}"/>
              </a:ext>
            </a:extLst>
          </p:cNvPr>
          <p:cNvSpPr>
            <a:spLocks noGrp="1"/>
          </p:cNvSpPr>
          <p:nvPr>
            <p:ph type="title" hasCustomPrompt="1"/>
          </p:nvPr>
        </p:nvSpPr>
        <p:spPr>
          <a:xfrm>
            <a:off x="479425" y="510157"/>
            <a:ext cx="7460615" cy="835026"/>
          </a:xfrm>
          <a:prstGeom prst="rect">
            <a:avLst/>
          </a:prstGeom>
        </p:spPr>
        <p:txBody>
          <a:bodyPr vert="horz" lIns="0" tIns="0" rIns="0" bIns="0" anchor="t"/>
          <a:lstStyle>
            <a:lvl1pPr algn="l">
              <a:lnSpc>
                <a:spcPct val="85000"/>
              </a:lnSpc>
              <a:tabLst>
                <a:tab pos="896938" algn="l"/>
              </a:tabLst>
              <a:defRPr sz="7200" b="1">
                <a:solidFill>
                  <a:schemeClr val="bg1"/>
                </a:solidFill>
              </a:defRPr>
            </a:lvl1pPr>
          </a:lstStyle>
          <a:p>
            <a:r>
              <a:rPr lang="en-US"/>
              <a:t>Thank you!</a:t>
            </a:r>
            <a:endParaRPr lang="en-AU"/>
          </a:p>
        </p:txBody>
      </p:sp>
      <p:sp>
        <p:nvSpPr>
          <p:cNvPr id="8" name="Text Placeholder 5">
            <a:extLst>
              <a:ext uri="{FF2B5EF4-FFF2-40B4-BE49-F238E27FC236}">
                <a16:creationId xmlns:a16="http://schemas.microsoft.com/office/drawing/2014/main" id="{B414203A-770E-0CD4-312D-5FEC373F91D4}"/>
              </a:ext>
            </a:extLst>
          </p:cNvPr>
          <p:cNvSpPr>
            <a:spLocks noGrp="1"/>
          </p:cNvSpPr>
          <p:nvPr>
            <p:ph type="body" sz="quarter" idx="10" hasCustomPrompt="1"/>
          </p:nvPr>
        </p:nvSpPr>
        <p:spPr>
          <a:xfrm>
            <a:off x="479984" y="1514042"/>
            <a:ext cx="7460055" cy="835026"/>
          </a:xfrm>
          <a:prstGeom prst="rect">
            <a:avLst/>
          </a:prstGeom>
        </p:spPr>
        <p:txBody>
          <a:bodyPr lIns="0" tIns="0" rIns="0" bIns="0"/>
          <a:lstStyle>
            <a:lvl1pPr marL="0" indent="0">
              <a:lnSpc>
                <a:spcPct val="85000"/>
              </a:lnSpc>
              <a:buNone/>
              <a:defRPr sz="1800"/>
            </a:lvl1pPr>
            <a:lvl2pPr marL="252000" indent="0">
              <a:buNone/>
              <a:defRPr/>
            </a:lvl2pPr>
            <a:lvl3pPr marL="504000" indent="0">
              <a:buNone/>
              <a:defRPr/>
            </a:lvl3pPr>
            <a:lvl4pPr marL="756000" indent="0">
              <a:buNone/>
              <a:defRPr/>
            </a:lvl4pPr>
            <a:lvl5pPr marL="1008000" indent="0">
              <a:buNone/>
              <a:defRPr/>
            </a:lvl5pPr>
          </a:lstStyle>
          <a:p>
            <a:pPr lvl="0"/>
            <a:r>
              <a:rPr lang="en-US"/>
              <a:t>Insert contact information here</a:t>
            </a:r>
          </a:p>
        </p:txBody>
      </p:sp>
    </p:spTree>
    <p:extLst>
      <p:ext uri="{BB962C8B-B14F-4D97-AF65-F5344CB8AC3E}">
        <p14:creationId xmlns:p14="http://schemas.microsoft.com/office/powerpoint/2010/main" val="389500979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tags" Target="../tags/tag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image" Target="../media/image1.emf"/><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oleObject" Target="../embeddings/oleObject1.bin"/><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7F7"/>
        </a:solidFill>
        <a:effectLst/>
      </p:bgPr>
    </p:bg>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15EC4A82-6080-6219-8BBC-845D3B455642}"/>
              </a:ext>
            </a:extLst>
          </p:cNvPr>
          <p:cNvGraphicFramePr>
            <a:graphicFrameLocks noChangeAspect="1"/>
          </p:cNvGraphicFramePr>
          <p:nvPr userDrawn="1">
            <p:custDataLst>
              <p:tags r:id="rId5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6" imgW="327" imgH="327" progId="TCLayout.ActiveDocument.1">
                  <p:embed/>
                </p:oleObj>
              </mc:Choice>
              <mc:Fallback>
                <p:oleObj name="think-cell Slide" r:id="rId56" imgW="327" imgH="327" progId="TCLayout.ActiveDocument.1">
                  <p:embed/>
                  <p:pic>
                    <p:nvPicPr>
                      <p:cNvPr id="2" name="think-cell data - do not delete" hidden="1">
                        <a:extLst>
                          <a:ext uri="{FF2B5EF4-FFF2-40B4-BE49-F238E27FC236}">
                            <a16:creationId xmlns:a16="http://schemas.microsoft.com/office/drawing/2014/main" id="{15EC4A82-6080-6219-8BBC-845D3B455642}"/>
                          </a:ext>
                        </a:extLst>
                      </p:cNvPr>
                      <p:cNvPicPr/>
                      <p:nvPr/>
                    </p:nvPicPr>
                    <p:blipFill>
                      <a:blip r:embed="rId57"/>
                      <a:stretch>
                        <a:fillRect/>
                      </a:stretch>
                    </p:blipFill>
                    <p:spPr>
                      <a:xfrm>
                        <a:off x="1588" y="1588"/>
                        <a:ext cx="1588" cy="1588"/>
                      </a:xfrm>
                      <a:prstGeom prst="rect">
                        <a:avLst/>
                      </a:prstGeom>
                    </p:spPr>
                  </p:pic>
                </p:oleObj>
              </mc:Fallback>
            </mc:AlternateContent>
          </a:graphicData>
        </a:graphic>
      </p:graphicFrame>
      <p:sp>
        <p:nvSpPr>
          <p:cNvPr id="8" name="Slide Number Placeholder 8">
            <a:extLst>
              <a:ext uri="{FF2B5EF4-FFF2-40B4-BE49-F238E27FC236}">
                <a16:creationId xmlns:a16="http://schemas.microsoft.com/office/drawing/2014/main" id="{B9EEC6D5-7F62-2BEC-7536-4E90BE36D6F2}"/>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b="1">
                <a:solidFill>
                  <a:schemeClr val="bg1"/>
                </a:solidFill>
              </a:defRPr>
            </a:lvl1pPr>
          </a:lstStyle>
          <a:p>
            <a:fld id="{E4C2AD82-1025-4508-97C1-6F7EE5C92734}" type="slidenum">
              <a:rPr lang="en-AU" smtClean="0"/>
              <a:pPr/>
              <a:t>‹#›</a:t>
            </a:fld>
            <a:endParaRPr lang="en-AU"/>
          </a:p>
        </p:txBody>
      </p:sp>
      <p:sp>
        <p:nvSpPr>
          <p:cNvPr id="3" name="TextBox 2">
            <a:extLst>
              <a:ext uri="{FF2B5EF4-FFF2-40B4-BE49-F238E27FC236}">
                <a16:creationId xmlns:a16="http://schemas.microsoft.com/office/drawing/2014/main" id="{588B4CD4-22E7-D1C5-6F57-C9317E1AAF38}"/>
              </a:ext>
            </a:extLst>
          </p:cNvPr>
          <p:cNvSpPr txBox="1"/>
          <p:nvPr>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
        <p:nvSpPr>
          <p:cNvPr id="6" name="Footer Placeholder 4">
            <a:extLst>
              <a:ext uri="{FF2B5EF4-FFF2-40B4-BE49-F238E27FC236}">
                <a16:creationId xmlns:a16="http://schemas.microsoft.com/office/drawing/2014/main" id="{00EB424E-5035-4A49-6B69-EA907A1D1D15}"/>
              </a:ext>
            </a:extLst>
          </p:cNvPr>
          <p:cNvSpPr>
            <a:spLocks noGrp="1"/>
          </p:cNvSpPr>
          <p:nvPr>
            <p:ph type="ftr" sz="quarter" idx="3"/>
          </p:nvPr>
        </p:nvSpPr>
        <p:spPr>
          <a:xfrm>
            <a:off x="653782" y="6341508"/>
            <a:ext cx="3787785" cy="167640"/>
          </a:xfrm>
          <a:prstGeom prst="rect">
            <a:avLst/>
          </a:prstGeom>
        </p:spPr>
        <p:txBody>
          <a:bodyPr lIns="0" tIns="0" rIns="0" bIns="0" anchor="ctr" anchorCtr="0"/>
          <a:lstStyle>
            <a:lvl1pPr>
              <a:lnSpc>
                <a:spcPct val="100000"/>
              </a:lnSpc>
              <a:spcAft>
                <a:spcPts val="600"/>
              </a:spcAft>
              <a:defRPr sz="800">
                <a:solidFill>
                  <a:schemeClr val="bg1"/>
                </a:solidFill>
              </a:defRPr>
            </a:lvl1pPr>
          </a:lstStyle>
          <a:p>
            <a:endParaRPr lang="en-AU">
              <a:solidFill>
                <a:schemeClr val="bg1"/>
              </a:solidFill>
            </a:endParaRPr>
          </a:p>
        </p:txBody>
      </p:sp>
      <p:sp>
        <p:nvSpPr>
          <p:cNvPr id="12" name="Title Placeholder 11">
            <a:extLst>
              <a:ext uri="{FF2B5EF4-FFF2-40B4-BE49-F238E27FC236}">
                <a16:creationId xmlns:a16="http://schemas.microsoft.com/office/drawing/2014/main" id="{10FB7BF8-CDBC-3510-B585-2E43C9A866D4}"/>
              </a:ext>
            </a:extLst>
          </p:cNvPr>
          <p:cNvSpPr>
            <a:spLocks noGrp="1"/>
          </p:cNvSpPr>
          <p:nvPr>
            <p:ph type="title"/>
          </p:nvPr>
        </p:nvSpPr>
        <p:spPr>
          <a:xfrm>
            <a:off x="480575" y="780139"/>
            <a:ext cx="11248524" cy="449774"/>
          </a:xfrm>
          <a:prstGeom prst="rect">
            <a:avLst/>
          </a:prstGeom>
        </p:spPr>
        <p:txBody>
          <a:bodyPr vert="horz" lIns="0" tIns="0" rIns="0" bIns="0" rtlCol="0" anchor="t">
            <a:noAutofit/>
          </a:bodyPr>
          <a:lstStyle/>
          <a:p>
            <a:r>
              <a:rPr lang="en-US"/>
              <a:t>Click to edit Master title style</a:t>
            </a:r>
            <a:endParaRPr lang="en-DE"/>
          </a:p>
        </p:txBody>
      </p:sp>
      <p:sp>
        <p:nvSpPr>
          <p:cNvPr id="14" name="Title 6">
            <a:extLst>
              <a:ext uri="{FF2B5EF4-FFF2-40B4-BE49-F238E27FC236}">
                <a16:creationId xmlns:a16="http://schemas.microsoft.com/office/drawing/2014/main" id="{82BE3519-68E6-B095-4EB7-5E5A28B4AB3C}"/>
              </a:ext>
            </a:extLst>
          </p:cNvPr>
          <p:cNvSpPr txBox="1">
            <a:spLocks/>
          </p:cNvSpPr>
          <p:nvPr userDrawn="1"/>
        </p:nvSpPr>
        <p:spPr>
          <a:xfrm>
            <a:off x="479426" y="784422"/>
            <a:ext cx="11233148" cy="457200"/>
          </a:xfrm>
          <a:prstGeom prst="rect">
            <a:avLst/>
          </a:prstGeom>
        </p:spPr>
        <p:txBody>
          <a:bodyPr lIns="0" tIns="0" rIns="0" bIns="0"/>
          <a:lstStyle>
            <a:lvl1pPr algn="l" defTabSz="914400" rtl="0" eaLnBrk="1" latinLnBrk="0" hangingPunct="1">
              <a:lnSpc>
                <a:spcPct val="85000"/>
              </a:lnSpc>
              <a:spcBef>
                <a:spcPct val="0"/>
              </a:spcBef>
              <a:spcAft>
                <a:spcPts val="600"/>
              </a:spcAft>
              <a:buNone/>
              <a:defRPr sz="3200" b="1"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endParaRPr lang="en-GB"/>
          </a:p>
        </p:txBody>
      </p:sp>
      <p:grpSp>
        <p:nvGrpSpPr>
          <p:cNvPr id="4" name="Group 3">
            <a:extLst>
              <a:ext uri="{FF2B5EF4-FFF2-40B4-BE49-F238E27FC236}">
                <a16:creationId xmlns:a16="http://schemas.microsoft.com/office/drawing/2014/main" id="{28480673-E314-8EC9-8932-15AC2A91631D}"/>
              </a:ext>
            </a:extLst>
          </p:cNvPr>
          <p:cNvGrpSpPr>
            <a:grpSpLocks/>
          </p:cNvGrpSpPr>
          <p:nvPr userDrawn="1"/>
        </p:nvGrpSpPr>
        <p:grpSpPr>
          <a:xfrm>
            <a:off x="12388945" y="0"/>
            <a:ext cx="529282" cy="4240490"/>
            <a:chOff x="12692413" y="0"/>
            <a:chExt cx="529282" cy="4240490"/>
          </a:xfrm>
        </p:grpSpPr>
        <p:sp>
          <p:nvSpPr>
            <p:cNvPr id="5" name="Rectangle 4">
              <a:extLst>
                <a:ext uri="{FF2B5EF4-FFF2-40B4-BE49-F238E27FC236}">
                  <a16:creationId xmlns:a16="http://schemas.microsoft.com/office/drawing/2014/main" id="{410D6EBF-7C94-C0A7-F5A7-16577537A251}"/>
                </a:ext>
              </a:extLst>
            </p:cNvPr>
            <p:cNvSpPr>
              <a:spLocks/>
            </p:cNvSpPr>
            <p:nvPr/>
          </p:nvSpPr>
          <p:spPr>
            <a:xfrm>
              <a:off x="12696629" y="1238934"/>
              <a:ext cx="525066" cy="525066"/>
            </a:xfrm>
            <a:prstGeom prst="rect">
              <a:avLst/>
            </a:prstGeom>
            <a:solidFill>
              <a:schemeClr val="accent1"/>
            </a:solidFill>
            <a:ln w="12748" cap="flat">
              <a:noFill/>
              <a:prstDash val="solid"/>
              <a:miter/>
            </a:ln>
          </p:spPr>
          <p:txBody>
            <a:bodyPr wrap="square" rtlCol="0" anchor="ctr">
              <a:noAutofit/>
            </a:bodyPr>
            <a:lstStyle/>
            <a:p>
              <a:pPr algn="ctr"/>
              <a:endParaRPr lang="en-US"/>
            </a:p>
          </p:txBody>
        </p:sp>
        <p:sp>
          <p:nvSpPr>
            <p:cNvPr id="7" name="Rectangle 6">
              <a:extLst>
                <a:ext uri="{FF2B5EF4-FFF2-40B4-BE49-F238E27FC236}">
                  <a16:creationId xmlns:a16="http://schemas.microsoft.com/office/drawing/2014/main" id="{C090F0E7-13FB-13A9-A37D-ECDCD9C3234E}"/>
                </a:ext>
              </a:extLst>
            </p:cNvPr>
            <p:cNvSpPr>
              <a:spLocks/>
            </p:cNvSpPr>
            <p:nvPr/>
          </p:nvSpPr>
          <p:spPr>
            <a:xfrm>
              <a:off x="12696629" y="1858056"/>
              <a:ext cx="525066" cy="525066"/>
            </a:xfrm>
            <a:prstGeom prst="rect">
              <a:avLst/>
            </a:prstGeom>
            <a:solidFill>
              <a:schemeClr val="accent2"/>
            </a:solidFill>
            <a:ln w="12748" cap="flat">
              <a:noFill/>
              <a:prstDash val="solid"/>
              <a:miter/>
            </a:ln>
          </p:spPr>
          <p:txBody>
            <a:bodyPr wrap="square" rtlCol="0" anchor="ctr">
              <a:noAutofit/>
            </a:bodyPr>
            <a:lstStyle/>
            <a:p>
              <a:pPr algn="ctr"/>
              <a:endParaRPr lang="en-US"/>
            </a:p>
          </p:txBody>
        </p:sp>
        <p:sp>
          <p:nvSpPr>
            <p:cNvPr id="9" name="Rectangle 8">
              <a:extLst>
                <a:ext uri="{FF2B5EF4-FFF2-40B4-BE49-F238E27FC236}">
                  <a16:creationId xmlns:a16="http://schemas.microsoft.com/office/drawing/2014/main" id="{E232D5CA-1C19-24AA-81C5-66F780D06690}"/>
                </a:ext>
              </a:extLst>
            </p:cNvPr>
            <p:cNvSpPr>
              <a:spLocks/>
            </p:cNvSpPr>
            <p:nvPr/>
          </p:nvSpPr>
          <p:spPr>
            <a:xfrm>
              <a:off x="12696629" y="2477178"/>
              <a:ext cx="525066" cy="525066"/>
            </a:xfrm>
            <a:prstGeom prst="rect">
              <a:avLst/>
            </a:prstGeom>
            <a:solidFill>
              <a:schemeClr val="accent3"/>
            </a:solidFill>
            <a:ln w="12748" cap="flat">
              <a:noFill/>
              <a:prstDash val="solid"/>
              <a:miter/>
            </a:ln>
          </p:spPr>
          <p:txBody>
            <a:bodyPr wrap="square" rtlCol="0" anchor="ctr">
              <a:noAutofit/>
            </a:bodyPr>
            <a:lstStyle/>
            <a:p>
              <a:pPr algn="ctr"/>
              <a:endParaRPr lang="en-US"/>
            </a:p>
          </p:txBody>
        </p:sp>
        <p:sp>
          <p:nvSpPr>
            <p:cNvPr id="10" name="Rectangle 9">
              <a:extLst>
                <a:ext uri="{FF2B5EF4-FFF2-40B4-BE49-F238E27FC236}">
                  <a16:creationId xmlns:a16="http://schemas.microsoft.com/office/drawing/2014/main" id="{A5E020B5-AE8D-0505-D5A5-FBEDE5A0F22A}"/>
                </a:ext>
              </a:extLst>
            </p:cNvPr>
            <p:cNvSpPr>
              <a:spLocks/>
            </p:cNvSpPr>
            <p:nvPr/>
          </p:nvSpPr>
          <p:spPr>
            <a:xfrm>
              <a:off x="12696629" y="3096300"/>
              <a:ext cx="525066" cy="525066"/>
            </a:xfrm>
            <a:prstGeom prst="rect">
              <a:avLst/>
            </a:prstGeom>
            <a:solidFill>
              <a:schemeClr val="accent4"/>
            </a:solidFill>
            <a:ln w="12748" cap="flat">
              <a:noFill/>
              <a:prstDash val="solid"/>
              <a:miter/>
            </a:ln>
          </p:spPr>
          <p:txBody>
            <a:bodyPr wrap="square" rtlCol="0" anchor="ctr">
              <a:noAutofit/>
            </a:bodyPr>
            <a:lstStyle/>
            <a:p>
              <a:pPr algn="ctr"/>
              <a:endParaRPr lang="en-US"/>
            </a:p>
          </p:txBody>
        </p:sp>
        <p:sp>
          <p:nvSpPr>
            <p:cNvPr id="11" name="Rectangle 10">
              <a:extLst>
                <a:ext uri="{FF2B5EF4-FFF2-40B4-BE49-F238E27FC236}">
                  <a16:creationId xmlns:a16="http://schemas.microsoft.com/office/drawing/2014/main" id="{DC1B579D-EC39-DFF0-AC03-4CC8CD908E71}"/>
                </a:ext>
              </a:extLst>
            </p:cNvPr>
            <p:cNvSpPr>
              <a:spLocks/>
            </p:cNvSpPr>
            <p:nvPr/>
          </p:nvSpPr>
          <p:spPr>
            <a:xfrm>
              <a:off x="12696629" y="3715424"/>
              <a:ext cx="525066" cy="525066"/>
            </a:xfrm>
            <a:prstGeom prst="rect">
              <a:avLst/>
            </a:prstGeom>
            <a:solidFill>
              <a:schemeClr val="accent5"/>
            </a:solidFill>
            <a:ln w="12748" cap="flat">
              <a:noFill/>
              <a:prstDash val="solid"/>
              <a:miter/>
            </a:ln>
          </p:spPr>
          <p:txBody>
            <a:bodyPr wrap="square" rtlCol="0" anchor="ctr">
              <a:noAutofit/>
            </a:bodyPr>
            <a:lstStyle/>
            <a:p>
              <a:pPr algn="ctr"/>
              <a:endParaRPr lang="en-US"/>
            </a:p>
          </p:txBody>
        </p:sp>
        <p:sp>
          <p:nvSpPr>
            <p:cNvPr id="15" name="Rectangle 14">
              <a:extLst>
                <a:ext uri="{FF2B5EF4-FFF2-40B4-BE49-F238E27FC236}">
                  <a16:creationId xmlns:a16="http://schemas.microsoft.com/office/drawing/2014/main" id="{D16F9E0C-5C4D-705A-15AF-1E5952DDA58E}"/>
                </a:ext>
              </a:extLst>
            </p:cNvPr>
            <p:cNvSpPr>
              <a:spLocks/>
            </p:cNvSpPr>
            <p:nvPr/>
          </p:nvSpPr>
          <p:spPr>
            <a:xfrm>
              <a:off x="12696629" y="619467"/>
              <a:ext cx="525066" cy="525066"/>
            </a:xfrm>
            <a:prstGeom prst="rect">
              <a:avLst/>
            </a:prstGeom>
            <a:solidFill>
              <a:schemeClr val="accent6"/>
            </a:solidFill>
            <a:ln w="12748" cap="flat">
              <a:noFill/>
              <a:prstDash val="solid"/>
              <a:miter/>
            </a:ln>
          </p:spPr>
          <p:txBody>
            <a:bodyPr wrap="square" rtlCol="0" anchor="ctr">
              <a:noAutofit/>
            </a:bodyPr>
            <a:lstStyle/>
            <a:p>
              <a:pPr algn="ctr"/>
              <a:endParaRPr lang="en-US"/>
            </a:p>
          </p:txBody>
        </p:sp>
        <p:sp>
          <p:nvSpPr>
            <p:cNvPr id="16" name="Rectangle 15">
              <a:extLst>
                <a:ext uri="{FF2B5EF4-FFF2-40B4-BE49-F238E27FC236}">
                  <a16:creationId xmlns:a16="http://schemas.microsoft.com/office/drawing/2014/main" id="{FCCD8134-023F-7076-B5E8-49FD0B8A837F}"/>
                </a:ext>
              </a:extLst>
            </p:cNvPr>
            <p:cNvSpPr>
              <a:spLocks/>
            </p:cNvSpPr>
            <p:nvPr/>
          </p:nvSpPr>
          <p:spPr>
            <a:xfrm>
              <a:off x="12692413" y="0"/>
              <a:ext cx="525066" cy="525066"/>
            </a:xfrm>
            <a:prstGeom prst="rect">
              <a:avLst/>
            </a:prstGeom>
            <a:solidFill>
              <a:schemeClr val="bg2"/>
            </a:solidFill>
            <a:ln w="12748" cap="flat">
              <a:noFill/>
              <a:prstDash val="solid"/>
              <a:miter/>
            </a:ln>
          </p:spPr>
          <p:txBody>
            <a:bodyPr wrap="square" rtlCol="0" anchor="ctr">
              <a:noAutofit/>
            </a:bodyPr>
            <a:lstStyle/>
            <a:p>
              <a:pPr algn="ctr"/>
              <a:endParaRPr lang="en-US"/>
            </a:p>
          </p:txBody>
        </p:sp>
      </p:grpSp>
      <p:sp>
        <p:nvSpPr>
          <p:cNvPr id="17" name="Text Placeholder 6">
            <a:extLst>
              <a:ext uri="{FF2B5EF4-FFF2-40B4-BE49-F238E27FC236}">
                <a16:creationId xmlns:a16="http://schemas.microsoft.com/office/drawing/2014/main" id="{BAF3E9A0-9DC3-BC6C-788F-9CA3AD965C59}"/>
              </a:ext>
            </a:extLst>
          </p:cNvPr>
          <p:cNvSpPr>
            <a:spLocks noGrp="1"/>
          </p:cNvSpPr>
          <p:nvPr>
            <p:ph type="body" idx="1"/>
          </p:nvPr>
        </p:nvSpPr>
        <p:spPr>
          <a:xfrm>
            <a:off x="479424" y="1609331"/>
            <a:ext cx="11233147"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Tree>
    <p:extLst>
      <p:ext uri="{BB962C8B-B14F-4D97-AF65-F5344CB8AC3E}">
        <p14:creationId xmlns:p14="http://schemas.microsoft.com/office/powerpoint/2010/main" val="2369766979"/>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4" r:id="rId52"/>
    <p:sldLayoutId id="2147483715" r:id="rId53"/>
  </p:sldLayoutIdLst>
  <p:hf hd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24000" indent="-324000" algn="l" defTabSz="457200" rtl="0" eaLnBrk="1" latinLnBrk="0" hangingPunct="1">
        <a:lnSpc>
          <a:spcPct val="90000"/>
        </a:lnSpc>
        <a:spcBef>
          <a:spcPts val="600"/>
        </a:spcBef>
        <a:spcAft>
          <a:spcPts val="0"/>
        </a:spcAft>
        <a:buFont typeface="Arial" panose="020B0604020202020204" pitchFamily="34" charset="0"/>
        <a:buChar char="•"/>
        <a:defRPr sz="1600" kern="1200">
          <a:solidFill>
            <a:schemeClr val="bg1"/>
          </a:solidFill>
          <a:latin typeface="+mn-lt"/>
          <a:ea typeface="+mn-ea"/>
          <a:cs typeface="+mn-cs"/>
        </a:defRPr>
      </a:lvl1pPr>
      <a:lvl2pPr marL="648000" indent="-324000" algn="l" defTabSz="684000" rtl="0" eaLnBrk="1" latinLnBrk="0" hangingPunct="1">
        <a:lnSpc>
          <a:spcPct val="90000"/>
        </a:lnSpc>
        <a:spcBef>
          <a:spcPts val="600"/>
        </a:spcBef>
        <a:spcAft>
          <a:spcPts val="0"/>
        </a:spcAft>
        <a:buFont typeface="Arial" panose="020B0604020202020204" pitchFamily="34" charset="0"/>
        <a:buChar char="•"/>
        <a:tabLst/>
        <a:defRPr sz="1400" kern="1200">
          <a:solidFill>
            <a:schemeClr val="bg1"/>
          </a:solidFill>
          <a:latin typeface="+mn-lt"/>
          <a:ea typeface="+mn-ea"/>
          <a:cs typeface="+mn-cs"/>
        </a:defRPr>
      </a:lvl2pPr>
      <a:lvl3pPr marL="972000" indent="-324000" algn="l" defTabSz="1029600" rtl="0" eaLnBrk="1" latinLnBrk="0" hangingPunct="1">
        <a:lnSpc>
          <a:spcPct val="90000"/>
        </a:lnSpc>
        <a:spcBef>
          <a:spcPts val="600"/>
        </a:spcBef>
        <a:spcAft>
          <a:spcPts val="0"/>
        </a:spcAft>
        <a:buFont typeface="Arial" panose="020B0604020202020204" pitchFamily="34" charset="0"/>
        <a:buChar char="•"/>
        <a:defRPr sz="1200" kern="1200">
          <a:solidFill>
            <a:schemeClr val="bg1"/>
          </a:solidFill>
          <a:latin typeface="+mn-lt"/>
          <a:ea typeface="+mn-ea"/>
          <a:cs typeface="+mn-cs"/>
        </a:defRPr>
      </a:lvl3pPr>
      <a:lvl4pPr marL="1296000" indent="-324000" algn="l" defTabSz="1371600" rtl="0" eaLnBrk="1" latinLnBrk="0" hangingPunct="1">
        <a:lnSpc>
          <a:spcPct val="90000"/>
        </a:lnSpc>
        <a:spcBef>
          <a:spcPts val="600"/>
        </a:spcBef>
        <a:spcAft>
          <a:spcPts val="0"/>
        </a:spcAft>
        <a:buFont typeface="Arial" panose="020B0604020202020204" pitchFamily="34" charset="0"/>
        <a:buChar char="•"/>
        <a:defRPr sz="1200" i="1" kern="1200">
          <a:solidFill>
            <a:schemeClr val="bg1"/>
          </a:solidFill>
          <a:latin typeface="+mn-lt"/>
          <a:ea typeface="+mn-ea"/>
          <a:cs typeface="+mn-cs"/>
        </a:defRPr>
      </a:lvl4pPr>
      <a:lvl5pPr marL="1620000" indent="-324000" algn="l" defTabSz="1713600" rtl="0" eaLnBrk="1" latinLnBrk="0" hangingPunct="1">
        <a:lnSpc>
          <a:spcPct val="90000"/>
        </a:lnSpc>
        <a:spcBef>
          <a:spcPts val="600"/>
        </a:spcBef>
        <a:spcAft>
          <a:spcPts val="0"/>
        </a:spcAft>
        <a:buFont typeface="Arial" panose="020B0604020202020204" pitchFamily="34" charset="0"/>
        <a:buChar char="•"/>
        <a:defRPr sz="1100" kern="1200">
          <a:solidFill>
            <a:schemeClr val="bg1"/>
          </a:solidFill>
          <a:latin typeface="+mn-lt"/>
          <a:ea typeface="+mn-ea"/>
          <a:cs typeface="+mn-cs"/>
        </a:defRPr>
      </a:lvl5pPr>
      <a:lvl6pPr marL="893763" indent="-184150" algn="l" defTabSz="914400" rtl="0" eaLnBrk="1" latinLnBrk="0" hangingPunct="1">
        <a:lnSpc>
          <a:spcPct val="90000"/>
        </a:lnSpc>
        <a:spcBef>
          <a:spcPts val="500"/>
        </a:spcBef>
        <a:buFont typeface="Arial" panose="020B0604020202020204" pitchFamily="34" charset="0"/>
        <a:buChar char="•"/>
        <a:defRPr sz="1000" kern="1200">
          <a:solidFill>
            <a:schemeClr val="bg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p15:clr>
            <a:srgbClr val="F26B43"/>
          </p15:clr>
        </p15:guide>
        <p15:guide id="4"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5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5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5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5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2.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5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8.xml"/><Relationship Id="rId1" Type="http://schemas.openxmlformats.org/officeDocument/2006/relationships/slideLayout" Target="../slideLayouts/slideLayout5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2.xml"/></Relationships>
</file>

<file path=ppt/slides/_rels/slide4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42.xml"/><Relationship Id="rId1" Type="http://schemas.openxmlformats.org/officeDocument/2006/relationships/slideLayout" Target="../slideLayouts/slideLayout53.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Placeholder 19">
            <a:extLst>
              <a:ext uri="{FF2B5EF4-FFF2-40B4-BE49-F238E27FC236}">
                <a16:creationId xmlns:a16="http://schemas.microsoft.com/office/drawing/2014/main" id="{FD5B963F-EAB4-687B-64CD-1ABFAB79C2E9}"/>
              </a:ext>
            </a:extLst>
          </p:cNvPr>
          <p:cNvPicPr>
            <a:picLocks noGrp="1" noChangeAspect="1"/>
          </p:cNvPicPr>
          <p:nvPr>
            <p:ph type="pic" sz="quarter" idx="47"/>
          </p:nvPr>
        </p:nvPicPr>
        <p:blipFill>
          <a:blip r:embed="rId3"/>
          <a:srcRect l="10851" r="10851"/>
          <a:stretch>
            <a:fillRect/>
          </a:stretch>
        </p:blipFill>
        <p:spPr/>
      </p:pic>
      <p:sp>
        <p:nvSpPr>
          <p:cNvPr id="3" name="Text Placeholder 2">
            <a:extLst>
              <a:ext uri="{FF2B5EF4-FFF2-40B4-BE49-F238E27FC236}">
                <a16:creationId xmlns:a16="http://schemas.microsoft.com/office/drawing/2014/main" id="{A89CBF54-FAC7-34AC-1381-524F090F19F6}"/>
              </a:ext>
            </a:extLst>
          </p:cNvPr>
          <p:cNvSpPr>
            <a:spLocks noGrp="1" noRot="1" noMove="1" noResize="1" noEditPoints="1" noAdjustHandles="1" noChangeArrowheads="1" noChangeShapeType="1"/>
          </p:cNvSpPr>
          <p:nvPr>
            <p:ph type="body" sz="quarter" idx="50"/>
          </p:nvPr>
        </p:nvSpPr>
        <p:spPr>
          <a:xfrm>
            <a:off x="3600000" y="0"/>
            <a:ext cx="8591999" cy="6858000"/>
          </a:xfrm>
        </p:spPr>
        <p:txBody>
          <a:bodyPr/>
          <a:lstStyle/>
          <a:p>
            <a:r>
              <a:rPr lang="en-US"/>
              <a:t> </a:t>
            </a:r>
          </a:p>
        </p:txBody>
      </p:sp>
      <p:sp>
        <p:nvSpPr>
          <p:cNvPr id="4" name="Subtitle 3">
            <a:extLst>
              <a:ext uri="{FF2B5EF4-FFF2-40B4-BE49-F238E27FC236}">
                <a16:creationId xmlns:a16="http://schemas.microsoft.com/office/drawing/2014/main" id="{95043043-3526-056D-172A-A5AFE97EC3FB}"/>
              </a:ext>
            </a:extLst>
          </p:cNvPr>
          <p:cNvSpPr>
            <a:spLocks noGrp="1"/>
          </p:cNvSpPr>
          <p:nvPr>
            <p:ph type="subTitle" idx="1"/>
          </p:nvPr>
        </p:nvSpPr>
        <p:spPr/>
        <p:txBody>
          <a:bodyPr/>
          <a:lstStyle/>
          <a:p>
            <a:r>
              <a:rPr lang="en-US" dirty="0"/>
              <a:t>Senior Consultant</a:t>
            </a:r>
          </a:p>
        </p:txBody>
      </p:sp>
      <p:sp>
        <p:nvSpPr>
          <p:cNvPr id="5" name="Text Placeholder 4">
            <a:extLst>
              <a:ext uri="{FF2B5EF4-FFF2-40B4-BE49-F238E27FC236}">
                <a16:creationId xmlns:a16="http://schemas.microsoft.com/office/drawing/2014/main" id="{52B16033-4841-5904-7456-16E3FC240A17}"/>
              </a:ext>
            </a:extLst>
          </p:cNvPr>
          <p:cNvSpPr>
            <a:spLocks noGrp="1"/>
          </p:cNvSpPr>
          <p:nvPr>
            <p:ph type="body" sz="quarter" idx="12"/>
          </p:nvPr>
        </p:nvSpPr>
        <p:spPr/>
        <p:txBody>
          <a:bodyPr/>
          <a:lstStyle/>
          <a:p>
            <a:r>
              <a:rPr lang="en-US" dirty="0"/>
              <a:t>Devlin Duldulao</a:t>
            </a:r>
          </a:p>
        </p:txBody>
      </p:sp>
      <p:sp>
        <p:nvSpPr>
          <p:cNvPr id="7" name="Title 6">
            <a:extLst>
              <a:ext uri="{FF2B5EF4-FFF2-40B4-BE49-F238E27FC236}">
                <a16:creationId xmlns:a16="http://schemas.microsoft.com/office/drawing/2014/main" id="{91E1D5C4-F8B6-E1B8-B3F8-2C1B72FB4F40}"/>
              </a:ext>
            </a:extLst>
          </p:cNvPr>
          <p:cNvSpPr>
            <a:spLocks noGrp="1"/>
          </p:cNvSpPr>
          <p:nvPr>
            <p:ph type="ctrTitle"/>
          </p:nvPr>
        </p:nvSpPr>
        <p:spPr/>
        <p:txBody>
          <a:bodyPr>
            <a:normAutofit/>
          </a:bodyPr>
          <a:lstStyle/>
          <a:p>
            <a:r>
              <a:rPr lang="en-GB" dirty="0">
                <a:solidFill>
                  <a:srgbClr val="000000"/>
                </a:solidFill>
              </a:rPr>
              <a:t>5 AI Agent Terms You Need to Know</a:t>
            </a:r>
            <a:endParaRPr lang="en-US" dirty="0">
              <a:solidFill>
                <a:schemeClr val="bg2"/>
              </a:solidFill>
            </a:endParaRPr>
          </a:p>
        </p:txBody>
      </p:sp>
    </p:spTree>
    <p:extLst>
      <p:ext uri="{BB962C8B-B14F-4D97-AF65-F5344CB8AC3E}">
        <p14:creationId xmlns:p14="http://schemas.microsoft.com/office/powerpoint/2010/main" val="2321392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E1A153-E74E-EBD0-8363-E390347C20F0}"/>
              </a:ext>
            </a:extLst>
          </p:cNvPr>
          <p:cNvPicPr>
            <a:picLocks noChangeAspect="1"/>
          </p:cNvPicPr>
          <p:nvPr/>
        </p:nvPicPr>
        <p:blipFill>
          <a:blip r:embed="rId3"/>
          <a:stretch>
            <a:fillRect/>
          </a:stretch>
        </p:blipFill>
        <p:spPr>
          <a:xfrm>
            <a:off x="1123519" y="49237"/>
            <a:ext cx="9944962" cy="6759526"/>
          </a:xfrm>
          <a:prstGeom prst="rect">
            <a:avLst/>
          </a:prstGeom>
        </p:spPr>
      </p:pic>
    </p:spTree>
    <p:extLst>
      <p:ext uri="{BB962C8B-B14F-4D97-AF65-F5344CB8AC3E}">
        <p14:creationId xmlns:p14="http://schemas.microsoft.com/office/powerpoint/2010/main" val="856620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959E2-4E7B-8CAD-F658-0623B087FECD}"/>
              </a:ext>
            </a:extLst>
          </p:cNvPr>
          <p:cNvPicPr>
            <a:picLocks noChangeAspect="1"/>
          </p:cNvPicPr>
          <p:nvPr/>
        </p:nvPicPr>
        <p:blipFill>
          <a:blip r:embed="rId3"/>
          <a:stretch>
            <a:fillRect/>
          </a:stretch>
        </p:blipFill>
        <p:spPr>
          <a:xfrm>
            <a:off x="1442614" y="0"/>
            <a:ext cx="9306772" cy="6858000"/>
          </a:xfrm>
          <a:prstGeom prst="rect">
            <a:avLst/>
          </a:prstGeom>
        </p:spPr>
      </p:pic>
    </p:spTree>
    <p:extLst>
      <p:ext uri="{BB962C8B-B14F-4D97-AF65-F5344CB8AC3E}">
        <p14:creationId xmlns:p14="http://schemas.microsoft.com/office/powerpoint/2010/main" val="27541442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FACED-CD36-0012-D26C-16E9BA423BFA}"/>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CC2309D-0981-3663-21B1-5CA890A5F590}"/>
              </a:ext>
            </a:extLst>
          </p:cNvPr>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2023</a:t>
            </a:r>
          </a:p>
        </p:txBody>
      </p:sp>
      <p:sp>
        <p:nvSpPr>
          <p:cNvPr id="103" name="TextBox 104">
            <a:extLst>
              <a:ext uri="{FF2B5EF4-FFF2-40B4-BE49-F238E27FC236}">
                <a16:creationId xmlns:a16="http://schemas.microsoft.com/office/drawing/2014/main" id="{95748A36-7DEB-3992-69BB-283DE2F977E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answer was: train your own.</a:t>
            </a:r>
          </a:p>
        </p:txBody>
      </p:sp>
      <p:sp>
        <p:nvSpPr>
          <p:cNvPr id="105" name="TextBox 106">
            <a:extLst>
              <a:ext uri="{FF2B5EF4-FFF2-40B4-BE49-F238E27FC236}">
                <a16:creationId xmlns:a16="http://schemas.microsoft.com/office/drawing/2014/main" id="{9D947D24-9F8F-E300-6D1E-3178322F7B2C}"/>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9" name="TextBox 110">
            <a:extLst>
              <a:ext uri="{FF2B5EF4-FFF2-40B4-BE49-F238E27FC236}">
                <a16:creationId xmlns:a16="http://schemas.microsoft.com/office/drawing/2014/main" id="{042F8D90-048D-C428-5D97-30D96B462A68}"/>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97%</a:t>
            </a:r>
          </a:p>
        </p:txBody>
      </p:sp>
      <p:sp>
        <p:nvSpPr>
          <p:cNvPr id="111" name="Rectangle 112">
            <a:extLst>
              <a:ext uri="{FF2B5EF4-FFF2-40B4-BE49-F238E27FC236}">
                <a16:creationId xmlns:a16="http://schemas.microsoft.com/office/drawing/2014/main" id="{6AF16F51-BE93-798C-E98B-CCA53A6FE12B}"/>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a:extLst>
              <a:ext uri="{FF2B5EF4-FFF2-40B4-BE49-F238E27FC236}">
                <a16:creationId xmlns:a16="http://schemas.microsoft.com/office/drawing/2014/main" id="{0C98D331-DBD2-5A81-4F71-E504F87BA176}"/>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of blind comparisons preferred a fine-tuned legal model over GPT-4</a:t>
            </a:r>
          </a:p>
        </p:txBody>
      </p:sp>
    </p:spTree>
    <p:extLst>
      <p:ext uri="{BB962C8B-B14F-4D97-AF65-F5344CB8AC3E}">
        <p14:creationId xmlns:p14="http://schemas.microsoft.com/office/powerpoint/2010/main" val="26960101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320000"/>
            <a:ext cx="11391900" cy="300000"/>
          </a:xfrm>
          <a:prstGeom prst="rect">
            <a:avLst/>
          </a:prstGeom>
          <a:noFill/>
        </p:spPr>
        <p:txBody>
          <a:bodyPr wrap="square" lIns="0" tIns="0" rIns="0" bIns="0" anchor="t">
            <a:noAutofit/>
          </a:bodyPr>
          <a:lstStyle/>
          <a:p>
            <a:pPr algn="l">
              <a:buNone/>
              <a:defRPr sz="1800" b="1">
                <a:solidFill>
                  <a:srgbClr val="555555"/>
                </a:solidFill>
              </a:defRPr>
            </a:pPr>
            <a:r>
              <a:rPr lang="en-GB" sz="1800" b="1" dirty="0">
                <a:solidFill>
                  <a:srgbClr val="555555"/>
                </a:solidFill>
              </a:rPr>
              <a:t>2025</a:t>
            </a:r>
          </a:p>
        </p:txBody>
      </p:sp>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Two years later, seven models beat it.</a:t>
            </a:r>
          </a:p>
        </p:txBody>
      </p:sp>
      <p:sp>
        <p:nvSpPr>
          <p:cNvPr id="105" name="TextBox 106"/>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9" name="TextBox 110"/>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7</a:t>
            </a:r>
          </a:p>
        </p:txBody>
      </p:sp>
      <p:sp>
        <p:nvSpPr>
          <p:cNvPr id="111" name="Rectangle 112"/>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3" name="TextBox 114"/>
          <p:cNvSpPr txBox="1"/>
          <p:nvPr/>
        </p:nvSpPr>
        <p:spPr>
          <a:xfrm>
            <a:off x="400050" y="4320000"/>
            <a:ext cx="10200000" cy="1100000"/>
          </a:xfrm>
          <a:prstGeom prst="rect">
            <a:avLst/>
          </a:prstGeom>
          <a:noFill/>
        </p:spPr>
        <p:txBody>
          <a:bodyPr wrap="square" lIns="0" tIns="0" rIns="0" bIns="0" anchor="t">
            <a:noAutofit/>
          </a:bodyPr>
          <a:lstStyle/>
          <a:p>
            <a:pPr>
              <a:lnSpc>
                <a:spcPct val="104000"/>
              </a:lnSpc>
              <a:defRPr sz="3200" b="0">
                <a:solidFill>
                  <a:srgbClr val="222222"/>
                </a:solidFill>
              </a:defRPr>
            </a:pPr>
            <a:r>
              <a:rPr lang="en-GB" sz="3200" b="0" dirty="0">
                <a:solidFill>
                  <a:srgbClr val="222222"/>
                </a:solidFill>
              </a:rPr>
              <a:t>none of </a:t>
            </a:r>
            <a:r>
              <a:rPr lang="en-GB" sz="3200" dirty="0">
                <a:solidFill>
                  <a:srgbClr val="222222"/>
                </a:solidFill>
              </a:rPr>
              <a:t>the general-purpose models were</a:t>
            </a:r>
            <a:r>
              <a:rPr lang="en-GB" sz="3200" b="0" dirty="0">
                <a:solidFill>
                  <a:srgbClr val="222222"/>
                </a:solidFill>
              </a:rPr>
              <a:t> trained on a single contract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21B2F3E-CB1E-19FA-4843-0D3699294F02}"/>
              </a:ext>
            </a:extLst>
          </p:cNvPr>
          <p:cNvPicPr>
            <a:picLocks noChangeAspect="1"/>
          </p:cNvPicPr>
          <p:nvPr/>
        </p:nvPicPr>
        <p:blipFill>
          <a:blip r:embed="rId3"/>
          <a:stretch>
            <a:fillRect/>
          </a:stretch>
        </p:blipFill>
        <p:spPr>
          <a:xfrm>
            <a:off x="1452338" y="0"/>
            <a:ext cx="9287323" cy="6858000"/>
          </a:xfrm>
          <a:prstGeom prst="rect">
            <a:avLst/>
          </a:prstGeom>
        </p:spPr>
      </p:pic>
    </p:spTree>
    <p:extLst>
      <p:ext uri="{BB962C8B-B14F-4D97-AF65-F5344CB8AC3E}">
        <p14:creationId xmlns:p14="http://schemas.microsoft.com/office/powerpoint/2010/main" val="26200358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F302E5-2992-1478-7763-07F52C3A8181}"/>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E1DE1662-AE40-EC1F-FE7A-F19BAC5F154A}"/>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10D25052-6AA9-11ED-29FF-5E7AF225C1EC}"/>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849D3DA9-A5B3-1BC5-02E3-C523E254CD79}"/>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27C9C381-3759-FF4D-13E7-22AF8F1ED35B}"/>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7E7BD0F2-F7EE-FCF6-7990-7E81E3463ED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Tree>
    <p:extLst>
      <p:ext uri="{BB962C8B-B14F-4D97-AF65-F5344CB8AC3E}">
        <p14:creationId xmlns:p14="http://schemas.microsoft.com/office/powerpoint/2010/main" val="2026856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49643-59DD-8F06-4F40-11437E881583}"/>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6F854ED5-9A62-19C3-0634-8F754A80D3B0}"/>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66CEA25A-5581-75CB-47B5-191A7910358D}"/>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ACFE8352-29E6-E6CC-55D3-A24196EC6FBB}"/>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A321685-AAF8-06D6-31A2-FC61BF0C4A10}"/>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9348BF28-283B-4C6A-D81E-F4C0ACF90A3A}"/>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AF05AA10-3C0B-A3C8-C7C6-7F5DE66EA6AA}"/>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7B0C2E19-1A49-7302-0A4D-10AB83D75117}"/>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20C0D0A-30B7-9B8B-0595-B77E5DB1F1FC}"/>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E7AC3411-3D73-652B-E645-AEC5B4625B0C}"/>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5F3B5078-251F-3A44-EE85-345928D5540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Tree>
    <p:extLst>
      <p:ext uri="{BB962C8B-B14F-4D97-AF65-F5344CB8AC3E}">
        <p14:creationId xmlns:p14="http://schemas.microsoft.com/office/powerpoint/2010/main" val="3274339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F2A9EC-42AD-2772-0861-665136D927D2}"/>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B896AFDA-17A6-A927-D18B-F94E8E1A9EB5}"/>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B184684A-49FE-F00D-B951-153DFE41DE01}"/>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2A10C804-5567-3B64-9DD4-E5E167AE1F7C}"/>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C041DE6D-7ED0-D5E3-18E6-9CEF6F155829}"/>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F784A724-7629-F643-1A80-E5C39498EA6F}"/>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93C5A71F-3B77-4F67-9B52-972D2CC10CEC}"/>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EA0D0149-79D3-DA4D-BFFF-2B36C93DEB75}"/>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ED825D50-70D9-9DFE-9E05-8AF7213D2E17}"/>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023F20F-0938-2D6E-A666-0F368BA7C0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09855E0B-6CBC-12A9-C5CE-538BFE6E554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e</a:t>
            </a:r>
            <a:r>
              <a:rPr lang="en-GB" sz="2200" b="0" dirty="0">
                <a:solidFill>
                  <a:srgbClr val="555555"/>
                </a:solidFill>
              </a:rPr>
              <a:t>xtended thinking</a:t>
            </a:r>
          </a:p>
        </p:txBody>
      </p:sp>
      <p:sp>
        <p:nvSpPr>
          <p:cNvPr id="125" name="Rectangle 126">
            <a:extLst>
              <a:ext uri="{FF2B5EF4-FFF2-40B4-BE49-F238E27FC236}">
                <a16:creationId xmlns:a16="http://schemas.microsoft.com/office/drawing/2014/main" id="{11E07C0F-8D4E-20AB-43BF-9E3EEAB171B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1DC1C44-AC03-655D-D4F6-14D100AFCF54}"/>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BF83A2B-7AF5-5419-AAEA-D3D6F29D22D3}"/>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31C6D949-3C5B-0563-3645-531EB52F9159}"/>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757393B0-7AA7-8FAE-7696-F08073F5C540}"/>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g</a:t>
            </a:r>
            <a:r>
              <a:rPr lang="en-GB" sz="2200" b="0" dirty="0">
                <a:solidFill>
                  <a:srgbClr val="555555"/>
                </a:solidFill>
              </a:rPr>
              <a:t>etting efficient and smarter</a:t>
            </a:r>
          </a:p>
        </p:txBody>
      </p:sp>
    </p:spTree>
    <p:extLst>
      <p:ext uri="{BB962C8B-B14F-4D97-AF65-F5344CB8AC3E}">
        <p14:creationId xmlns:p14="http://schemas.microsoft.com/office/powerpoint/2010/main" val="11881413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9BCFD-ECF7-CB93-BCC4-7D5561FB7E33}"/>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A3EDA2C2-AC1A-B201-63B3-45FDD2C4C3D8}"/>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90DDFEA7-A71E-CE9F-CDFD-703A303DC76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BF69634C-975E-EF7A-E82E-0ACC72C9223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CONTEXT WINDOW</a:t>
            </a:r>
          </a:p>
        </p:txBody>
      </p:sp>
      <p:sp>
        <p:nvSpPr>
          <p:cNvPr id="111" name="TextBox 112">
            <a:extLst>
              <a:ext uri="{FF2B5EF4-FFF2-40B4-BE49-F238E27FC236}">
                <a16:creationId xmlns:a16="http://schemas.microsoft.com/office/drawing/2014/main" id="{50CAA9CF-0477-2481-99B4-A5C823B9EC0D}"/>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2k → 1M+</a:t>
            </a:r>
          </a:p>
        </p:txBody>
      </p:sp>
      <p:sp>
        <p:nvSpPr>
          <p:cNvPr id="113" name="TextBox 114">
            <a:extLst>
              <a:ext uri="{FF2B5EF4-FFF2-40B4-BE49-F238E27FC236}">
                <a16:creationId xmlns:a16="http://schemas.microsoft.com/office/drawing/2014/main" id="{5B93DCFF-07A4-936A-362F-B263482F0A7B}"/>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read it, don't bake it</a:t>
            </a:r>
          </a:p>
        </p:txBody>
      </p:sp>
      <p:sp>
        <p:nvSpPr>
          <p:cNvPr id="115" name="Rectangle 116">
            <a:extLst>
              <a:ext uri="{FF2B5EF4-FFF2-40B4-BE49-F238E27FC236}">
                <a16:creationId xmlns:a16="http://schemas.microsoft.com/office/drawing/2014/main" id="{8FDE0081-9C12-154D-2AB4-32A9C91A2465}"/>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858A8FD-B6E0-6B0C-9A00-3184D43A07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172D807B-ADA7-DD77-DF2C-1CB2A054D1E3}"/>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REASONING</a:t>
            </a:r>
          </a:p>
        </p:txBody>
      </p:sp>
      <p:sp>
        <p:nvSpPr>
          <p:cNvPr id="121" name="TextBox 122">
            <a:extLst>
              <a:ext uri="{FF2B5EF4-FFF2-40B4-BE49-F238E27FC236}">
                <a16:creationId xmlns:a16="http://schemas.microsoft.com/office/drawing/2014/main" id="{C1C5096F-6850-9C4E-87F4-69863BDB87AB}"/>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At question time</a:t>
            </a:r>
          </a:p>
        </p:txBody>
      </p:sp>
      <p:sp>
        <p:nvSpPr>
          <p:cNvPr id="123" name="TextBox 124">
            <a:extLst>
              <a:ext uri="{FF2B5EF4-FFF2-40B4-BE49-F238E27FC236}">
                <a16:creationId xmlns:a16="http://schemas.microsoft.com/office/drawing/2014/main" id="{4FE2A2B5-DC6E-79BE-4C38-4619CB8BDB17}"/>
              </a:ext>
            </a:extLst>
          </p:cNvPr>
          <p:cNvSpPr txBox="1"/>
          <p:nvPr/>
        </p:nvSpPr>
        <p:spPr>
          <a:xfrm>
            <a:off x="455295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extended thinking</a:t>
            </a:r>
          </a:p>
        </p:txBody>
      </p:sp>
      <p:sp>
        <p:nvSpPr>
          <p:cNvPr id="125" name="Rectangle 126">
            <a:extLst>
              <a:ext uri="{FF2B5EF4-FFF2-40B4-BE49-F238E27FC236}">
                <a16:creationId xmlns:a16="http://schemas.microsoft.com/office/drawing/2014/main" id="{CE8899AE-B0CD-670B-7775-F9BB557E399F}"/>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3BB3CE5C-6075-9088-5B18-7C4B0761E9FA}"/>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F9D6B946-0893-0ABF-EA7C-81176E76EDAB}"/>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COST</a:t>
            </a:r>
          </a:p>
        </p:txBody>
      </p:sp>
      <p:sp>
        <p:nvSpPr>
          <p:cNvPr id="131" name="TextBox 132">
            <a:extLst>
              <a:ext uri="{FF2B5EF4-FFF2-40B4-BE49-F238E27FC236}">
                <a16:creationId xmlns:a16="http://schemas.microsoft.com/office/drawing/2014/main" id="{42498E08-60B8-1D4F-7D72-3112CFA1A824}"/>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Falls every quarter</a:t>
            </a:r>
          </a:p>
        </p:txBody>
      </p:sp>
      <p:sp>
        <p:nvSpPr>
          <p:cNvPr id="133" name="TextBox 134">
            <a:extLst>
              <a:ext uri="{FF2B5EF4-FFF2-40B4-BE49-F238E27FC236}">
                <a16:creationId xmlns:a16="http://schemas.microsoft.com/office/drawing/2014/main" id="{0B61A6EE-4A7C-5496-0A76-B85E289287B1}"/>
              </a:ext>
            </a:extLst>
          </p:cNvPr>
          <p:cNvSpPr txBox="1"/>
          <p:nvPr/>
        </p:nvSpPr>
        <p:spPr>
          <a:xfrm>
            <a:off x="8420100" y="3695750"/>
            <a:ext cx="3086100" cy="768500"/>
          </a:xfrm>
          <a:prstGeom prst="rect">
            <a:avLst/>
          </a:prstGeom>
          <a:noFill/>
        </p:spPr>
        <p:txBody>
          <a:bodyPr wrap="square" lIns="0" tIns="0" rIns="0" bIns="0" anchor="t">
            <a:noAutofit/>
          </a:bodyPr>
          <a:lstStyle/>
          <a:p>
            <a:pPr>
              <a:lnSpc>
                <a:spcPct val="105000"/>
              </a:lnSpc>
              <a:defRPr sz="2200" b="0">
                <a:solidFill>
                  <a:srgbClr val="555555"/>
                </a:solidFill>
              </a:defRPr>
            </a:pPr>
            <a:r>
              <a:rPr lang="en-GB" sz="2200" dirty="0">
                <a:solidFill>
                  <a:srgbClr val="555555"/>
                </a:solidFill>
              </a:rPr>
              <a:t>getting efficient and smarter</a:t>
            </a:r>
          </a:p>
        </p:txBody>
      </p:sp>
      <p:sp>
        <p:nvSpPr>
          <p:cNvPr id="135" name="TextBox 136">
            <a:extLst>
              <a:ext uri="{FF2B5EF4-FFF2-40B4-BE49-F238E27FC236}">
                <a16:creationId xmlns:a16="http://schemas.microsoft.com/office/drawing/2014/main" id="{4E4E916F-586A-9BE2-507F-DE3BFF3E9FE0}"/>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A fine-tune is a snapshot. The frontier is a video.</a:t>
            </a:r>
          </a:p>
        </p:txBody>
      </p:sp>
    </p:spTree>
    <p:extLst>
      <p:ext uri="{BB962C8B-B14F-4D97-AF65-F5344CB8AC3E}">
        <p14:creationId xmlns:p14="http://schemas.microsoft.com/office/powerpoint/2010/main" val="3263179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Customization moved off the weights.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E9A8-2DF3-350E-26C0-B2645DFD6686}"/>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C2333B16-AF52-6009-8184-841BE153B04F}"/>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24B8B0BF-6721-7E2C-4F71-9E9EF8505203}"/>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7E6163D1-EC7B-A08F-5946-E8C89108A10E}"/>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CCE59785-16A7-7649-E2E3-01124A7A603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5C2CC6D6-7BA5-E5F7-FDA4-1F2A790E4C9C}"/>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Tree>
    <p:extLst>
      <p:ext uri="{BB962C8B-B14F-4D97-AF65-F5344CB8AC3E}">
        <p14:creationId xmlns:p14="http://schemas.microsoft.com/office/powerpoint/2010/main" val="668922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6346F-C02A-8D6B-73C4-BC883D39293D}"/>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6A6A5FF2-A5E1-BEE2-52A0-3663891AC890}"/>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FDDA18E2-E6CE-F843-135B-39273C6BFBE0}"/>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36AB7AEA-001B-1400-5F71-06126C4110B6}"/>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8FA12DC6-6213-8DFE-61CD-381DC20C9B14}"/>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96845DE4-32AA-CD1E-5E84-96EE531AC6F4}"/>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14660E83-C211-EA09-7A09-A6C3B45B67C4}"/>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5D48A328-6B3B-EE29-6CA1-F8E54D1C13F9}"/>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E49F1E5-E6B7-EFBF-C625-7C5C08D42941}"/>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E3753D05-A134-BA23-1BCE-26AFA82AB1DE}"/>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AD18C8FE-1416-10B9-58AD-5EDA237E1F32}"/>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Tree>
    <p:extLst>
      <p:ext uri="{BB962C8B-B14F-4D97-AF65-F5344CB8AC3E}">
        <p14:creationId xmlns:p14="http://schemas.microsoft.com/office/powerpoint/2010/main" val="4173667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5CD8A-ED35-F36B-71DF-772FF7D13C7E}"/>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2EE5F297-D316-149B-2BCB-A30F5C5EB1C4}"/>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BBABD3FC-ADE6-7D80-25B8-23052F219192}"/>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904451F4-E944-DC0C-F246-FB4FD5C0B588}"/>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48566E0B-7575-7EA9-A8C9-66D796B3FE45}"/>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294F4629-51CC-FFAC-E342-B5C476ECCEA8}"/>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9A614B96-FCD9-1925-0FBF-50C9F0F5CD76}"/>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10AC0B12-96C3-1F8B-B355-1465D8A03B74}"/>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50B3C4B3-7A38-8F6F-225A-E38A6789EC8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DD0680C-1100-1B96-B310-C4C53A9B2102}"/>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7812C7D0-4081-00D8-0501-C72BF9D46D63}"/>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CA4F5F82-16B3-FF61-695F-3E560CE562B8}"/>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B075053C-A9AE-14B3-4315-0A94AD251EED}"/>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717D60B5-EC24-2A4F-2646-1B1A11568D4C}"/>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3456BDBF-9B94-A7E8-0391-19ED515B640E}"/>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4EFFE126-A287-C70C-CED3-3C4ACC02E5FD}"/>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Tree>
    <p:extLst>
      <p:ext uri="{BB962C8B-B14F-4D97-AF65-F5344CB8AC3E}">
        <p14:creationId xmlns:p14="http://schemas.microsoft.com/office/powerpoint/2010/main" val="3729783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67424-7A3F-8D2A-53C5-586FF70F39BD}"/>
            </a:ext>
          </a:extLst>
        </p:cNvPr>
        <p:cNvGrpSpPr/>
        <p:nvPr/>
      </p:nvGrpSpPr>
      <p:grpSpPr>
        <a:xfrm>
          <a:off x="0" y="0"/>
          <a:ext cx="0" cy="0"/>
          <a:chOff x="0" y="0"/>
          <a:chExt cx="0" cy="0"/>
        </a:xfrm>
      </p:grpSpPr>
      <p:sp>
        <p:nvSpPr>
          <p:cNvPr id="103" name="TextBox 104">
            <a:extLst>
              <a:ext uri="{FF2B5EF4-FFF2-40B4-BE49-F238E27FC236}">
                <a16:creationId xmlns:a16="http://schemas.microsoft.com/office/drawing/2014/main" id="{A0D0D20C-83FA-3511-AC74-D0DDBBF9546E}"/>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how we got here</a:t>
            </a:r>
          </a:p>
        </p:txBody>
      </p:sp>
      <p:sp>
        <p:nvSpPr>
          <p:cNvPr id="107" name="Rectangle 108">
            <a:extLst>
              <a:ext uri="{FF2B5EF4-FFF2-40B4-BE49-F238E27FC236}">
                <a16:creationId xmlns:a16="http://schemas.microsoft.com/office/drawing/2014/main" id="{69FFE2E2-8910-8C6D-B871-DCF0160111EB}"/>
              </a:ext>
            </a:extLst>
          </p:cNvPr>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a:extLst>
              <a:ext uri="{FF2B5EF4-FFF2-40B4-BE49-F238E27FC236}">
                <a16:creationId xmlns:a16="http://schemas.microsoft.com/office/drawing/2014/main" id="{FE5C31ED-A6A2-6C9C-B7AD-7A58946C30E0}"/>
              </a:ext>
            </a:extLst>
          </p:cNvPr>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FACTS</a:t>
            </a:r>
          </a:p>
        </p:txBody>
      </p:sp>
      <p:sp>
        <p:nvSpPr>
          <p:cNvPr id="111" name="TextBox 112">
            <a:extLst>
              <a:ext uri="{FF2B5EF4-FFF2-40B4-BE49-F238E27FC236}">
                <a16:creationId xmlns:a16="http://schemas.microsoft.com/office/drawing/2014/main" id="{63D7C596-4917-3461-F7B1-09AC4EC8A74C}"/>
              </a:ext>
            </a:extLst>
          </p:cNvPr>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Retrieval</a:t>
            </a:r>
          </a:p>
        </p:txBody>
      </p:sp>
      <p:sp>
        <p:nvSpPr>
          <p:cNvPr id="113" name="TextBox 114">
            <a:extLst>
              <a:ext uri="{FF2B5EF4-FFF2-40B4-BE49-F238E27FC236}">
                <a16:creationId xmlns:a16="http://schemas.microsoft.com/office/drawing/2014/main" id="{F04A26A8-CEAE-BD66-D0A4-5DD85548253E}"/>
              </a:ext>
            </a:extLst>
          </p:cNvPr>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a:solidFill>
                  <a:srgbClr val="555555"/>
                </a:solidFill>
              </a:rPr>
              <a:t>Fresh, traceable, </a:t>
            </a:r>
            <a:r>
              <a:rPr lang="en-GB" sz="2200" b="0" dirty="0">
                <a:solidFill>
                  <a:srgbClr val="555555"/>
                </a:solidFill>
              </a:rPr>
              <a:t>governed</a:t>
            </a:r>
          </a:p>
        </p:txBody>
      </p:sp>
      <p:sp>
        <p:nvSpPr>
          <p:cNvPr id="115" name="Rectangle 116">
            <a:extLst>
              <a:ext uri="{FF2B5EF4-FFF2-40B4-BE49-F238E27FC236}">
                <a16:creationId xmlns:a16="http://schemas.microsoft.com/office/drawing/2014/main" id="{732D7293-650B-412D-F421-D50A6ED74632}"/>
              </a:ext>
            </a:extLst>
          </p:cNvPr>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a:extLst>
              <a:ext uri="{FF2B5EF4-FFF2-40B4-BE49-F238E27FC236}">
                <a16:creationId xmlns:a16="http://schemas.microsoft.com/office/drawing/2014/main" id="{3EDCDEB1-BCD1-547E-C44A-31B277B1BB9B}"/>
              </a:ext>
            </a:extLst>
          </p:cNvPr>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DD2C43B0-49CD-ECCE-90EF-E2460A2F826F}"/>
              </a:ext>
            </a:extLst>
          </p:cNvPr>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FRAMING</a:t>
            </a:r>
          </a:p>
        </p:txBody>
      </p:sp>
      <p:sp>
        <p:nvSpPr>
          <p:cNvPr id="121" name="TextBox 122">
            <a:extLst>
              <a:ext uri="{FF2B5EF4-FFF2-40B4-BE49-F238E27FC236}">
                <a16:creationId xmlns:a16="http://schemas.microsoft.com/office/drawing/2014/main" id="{127D9C04-5F63-774F-747C-2D92EF78F070}"/>
              </a:ext>
            </a:extLst>
          </p:cNvPr>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Context</a:t>
            </a:r>
          </a:p>
        </p:txBody>
      </p:sp>
      <p:sp>
        <p:nvSpPr>
          <p:cNvPr id="123" name="TextBox 124">
            <a:extLst>
              <a:ext uri="{FF2B5EF4-FFF2-40B4-BE49-F238E27FC236}">
                <a16:creationId xmlns:a16="http://schemas.microsoft.com/office/drawing/2014/main" id="{87C334D2-FB74-B7CE-F5B3-795C6548155D}"/>
              </a:ext>
            </a:extLst>
          </p:cNvPr>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assembled in code, not typed</a:t>
            </a:r>
          </a:p>
        </p:txBody>
      </p:sp>
      <p:sp>
        <p:nvSpPr>
          <p:cNvPr id="125" name="Rectangle 126">
            <a:extLst>
              <a:ext uri="{FF2B5EF4-FFF2-40B4-BE49-F238E27FC236}">
                <a16:creationId xmlns:a16="http://schemas.microsoft.com/office/drawing/2014/main" id="{B3869540-87D4-4766-06D2-4340EA751C5C}"/>
              </a:ext>
            </a:extLst>
          </p:cNvPr>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a:extLst>
              <a:ext uri="{FF2B5EF4-FFF2-40B4-BE49-F238E27FC236}">
                <a16:creationId xmlns:a16="http://schemas.microsoft.com/office/drawing/2014/main" id="{AC536927-8D9B-AFCC-4EF2-69A3270D66D2}"/>
              </a:ext>
            </a:extLst>
          </p:cNvPr>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a:extLst>
              <a:ext uri="{FF2B5EF4-FFF2-40B4-BE49-F238E27FC236}">
                <a16:creationId xmlns:a16="http://schemas.microsoft.com/office/drawing/2014/main" id="{60CDD4E7-1FA6-E5AB-AC46-2AD6C9CC6845}"/>
              </a:ext>
            </a:extLst>
          </p:cNvPr>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MISSING KNOW-HOW</a:t>
            </a:r>
          </a:p>
        </p:txBody>
      </p:sp>
      <p:sp>
        <p:nvSpPr>
          <p:cNvPr id="131" name="TextBox 132">
            <a:extLst>
              <a:ext uri="{FF2B5EF4-FFF2-40B4-BE49-F238E27FC236}">
                <a16:creationId xmlns:a16="http://schemas.microsoft.com/office/drawing/2014/main" id="{AE107E95-9AEF-649B-F29B-8966333D7533}"/>
              </a:ext>
            </a:extLst>
          </p:cNvPr>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Skills</a:t>
            </a:r>
          </a:p>
        </p:txBody>
      </p:sp>
      <p:sp>
        <p:nvSpPr>
          <p:cNvPr id="133" name="TextBox 134">
            <a:extLst>
              <a:ext uri="{FF2B5EF4-FFF2-40B4-BE49-F238E27FC236}">
                <a16:creationId xmlns:a16="http://schemas.microsoft.com/office/drawing/2014/main" id="{1D10FF82-D99A-4127-1057-078B34CD48FA}"/>
              </a:ext>
            </a:extLst>
          </p:cNvPr>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written in plain English</a:t>
            </a:r>
          </a:p>
        </p:txBody>
      </p:sp>
      <p:sp>
        <p:nvSpPr>
          <p:cNvPr id="135" name="TextBox 136">
            <a:extLst>
              <a:ext uri="{FF2B5EF4-FFF2-40B4-BE49-F238E27FC236}">
                <a16:creationId xmlns:a16="http://schemas.microsoft.com/office/drawing/2014/main" id="{9ABBDCE3-A8E3-0226-0CDB-5554E75219F5}"/>
              </a:ext>
            </a:extLst>
          </p:cNvPr>
          <p:cNvSpPr txBox="1"/>
          <p:nvPr/>
        </p:nvSpPr>
        <p:spPr>
          <a:xfrm>
            <a:off x="400050" y="5050000"/>
            <a:ext cx="113919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These problems don’t need training.</a:t>
            </a:r>
          </a:p>
        </p:txBody>
      </p:sp>
    </p:spTree>
    <p:extLst>
      <p:ext uri="{BB962C8B-B14F-4D97-AF65-F5344CB8AC3E}">
        <p14:creationId xmlns:p14="http://schemas.microsoft.com/office/powerpoint/2010/main" val="202101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A9C246B-1E76-9194-108C-14FBD40564F8}"/>
              </a:ext>
            </a:extLst>
          </p:cNvPr>
          <p:cNvSpPr txBox="1"/>
          <p:nvPr/>
        </p:nvSpPr>
        <p:spPr>
          <a:xfrm>
            <a:off x="3048000" y="2522277"/>
            <a:ext cx="6096000" cy="906723"/>
          </a:xfrm>
          <a:prstGeom prst="rect">
            <a:avLst/>
          </a:prstGeom>
          <a:noFill/>
        </p:spPr>
        <p:txBody>
          <a:bodyPr wrap="square">
            <a:spAutoFit/>
          </a:bodyPr>
          <a:lstStyle/>
          <a:p>
            <a:pPr algn="ctr">
              <a:lnSpc>
                <a:spcPct val="98000"/>
              </a:lnSpc>
              <a:buNone/>
              <a:defRPr sz="5400" b="1">
                <a:solidFill>
                  <a:srgbClr val="000000"/>
                </a:solidFill>
              </a:defRPr>
            </a:pPr>
            <a:r>
              <a:rPr lang="en-GB" sz="5400" b="1" dirty="0">
                <a:solidFill>
                  <a:srgbClr val="000000"/>
                </a:solidFill>
              </a:rPr>
              <a:t>5 AI Agent Terms</a:t>
            </a:r>
          </a:p>
        </p:txBody>
      </p:sp>
    </p:spTree>
    <p:extLst>
      <p:ext uri="{BB962C8B-B14F-4D97-AF65-F5344CB8AC3E}">
        <p14:creationId xmlns:p14="http://schemas.microsoft.com/office/powerpoint/2010/main" val="25406056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B427775-09B3-215E-15F8-D4CC1B0124EA}"/>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 </a:t>
            </a:r>
            <a:r>
              <a:rPr lang="en-US" sz="2800" b="0" i="0" u="sng" dirty="0">
                <a:solidFill>
                  <a:srgbClr val="0B0B0B"/>
                </a:solidFill>
                <a:effectLst/>
                <a:latin typeface="anthropic-sans"/>
              </a:rPr>
              <a:t>config file</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file.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a:t>
            </a:r>
            <a:r>
              <a:rPr lang="en-US" sz="2800" dirty="0">
                <a:solidFill>
                  <a:srgbClr val="0B0B0B"/>
                </a:solidFill>
                <a:latin typeface="anthropic-sans"/>
              </a:rPr>
              <a:t>is an</a:t>
            </a:r>
            <a:r>
              <a:rPr lang="en-US" sz="2800" b="0" i="0" dirty="0">
                <a:solidFill>
                  <a:srgbClr val="0B0B0B"/>
                </a:solidFill>
                <a:effectLst/>
                <a:latin typeface="anthropic-sans"/>
              </a:rPr>
              <a:t>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2071303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Repo rules the agent always reads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1</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markdown file in your repo</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Read every session before any work starts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It can be nested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34BDC-B44E-DD43-3022-6F4C26B688B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E085ED43-3776-13BF-7178-09FD3C4B4624}"/>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3" name="TextBox 104">
            <a:extLst>
              <a:ext uri="{FF2B5EF4-FFF2-40B4-BE49-F238E27FC236}">
                <a16:creationId xmlns:a16="http://schemas.microsoft.com/office/drawing/2014/main" id="{262856EF-27F4-7A84-DCF0-0B4AF308A00F}"/>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1</a:t>
            </a:r>
          </a:p>
        </p:txBody>
      </p:sp>
      <p:sp>
        <p:nvSpPr>
          <p:cNvPr id="107" name="TextBox 108">
            <a:extLst>
              <a:ext uri="{FF2B5EF4-FFF2-40B4-BE49-F238E27FC236}">
                <a16:creationId xmlns:a16="http://schemas.microsoft.com/office/drawing/2014/main" id="{841216AB-D8F2-786D-A545-FFB44015A5D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01</a:t>
            </a:r>
          </a:p>
        </p:txBody>
      </p:sp>
      <p:sp>
        <p:nvSpPr>
          <p:cNvPr id="109" name="TextBox 110">
            <a:extLst>
              <a:ext uri="{FF2B5EF4-FFF2-40B4-BE49-F238E27FC236}">
                <a16:creationId xmlns:a16="http://schemas.microsoft.com/office/drawing/2014/main" id="{B88BB642-2A27-A7C9-60ED-422B2C8B7706}"/>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AGENTS.md</a:t>
            </a:r>
          </a:p>
        </p:txBody>
      </p:sp>
      <p:sp>
        <p:nvSpPr>
          <p:cNvPr id="111" name="Rectangle 112">
            <a:extLst>
              <a:ext uri="{FF2B5EF4-FFF2-40B4-BE49-F238E27FC236}">
                <a16:creationId xmlns:a16="http://schemas.microsoft.com/office/drawing/2014/main" id="{6A321099-8C44-E75D-8F70-6F6CE6AB7C84}"/>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5591780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Skills load expertise on demand</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Agent skills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A folder: SKILL.md, plus scripts and template</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Name, trigger (</a:t>
            </a:r>
            <a:r>
              <a:rPr lang="en-GB" sz="3200" b="0" strike="sngStrike" dirty="0">
                <a:solidFill>
                  <a:srgbClr val="222222"/>
                </a:solidFill>
              </a:rPr>
              <a:t>description)</a:t>
            </a:r>
            <a:r>
              <a:rPr lang="en-GB" sz="3200" b="0" dirty="0">
                <a:solidFill>
                  <a:srgbClr val="222222"/>
                </a:solidFill>
              </a:rPr>
              <a:t>, instructions</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Procedural knowledge and how we do it 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Your AI agent loads this file in 3 stages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1</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Front matter</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name + when to use, always loaded</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2</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The body</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instructions, loaded on a match</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LEVEL 3</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Linked files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dirty="0">
                <a:solidFill>
                  <a:srgbClr val="555555"/>
                </a:solidFill>
              </a:rPr>
              <a:t>./s</a:t>
            </a:r>
            <a:r>
              <a:rPr lang="en-GB" sz="2200" b="0" dirty="0">
                <a:solidFill>
                  <a:srgbClr val="555555"/>
                </a:solidFill>
              </a:rPr>
              <a:t>cripts, ./references, </a:t>
            </a:r>
            <a:br>
              <a:rPr lang="en-GB" sz="2200" b="0" dirty="0">
                <a:solidFill>
                  <a:srgbClr val="555555"/>
                </a:solidFill>
              </a:rPr>
            </a:br>
            <a:r>
              <a:rPr lang="en-GB" sz="2200" b="0" dirty="0">
                <a:solidFill>
                  <a:srgbClr val="555555"/>
                </a:solidFill>
              </a:rPr>
              <a:t>on demand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The description will trigger your AI agent</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VAGUE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generates reports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agent will skip it</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SPECIFIC</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what + when</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the job, and the phrases that mean it</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PUSHY</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Oversell and be verbose</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models under-trigger</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T</a:t>
            </a:r>
            <a:r>
              <a:rPr lang="en-GB" sz="3200" b="0" dirty="0">
                <a:solidFill>
                  <a:srgbClr val="000000"/>
                </a:solidFill>
              </a:rPr>
              <a:t>he skill will not run</a:t>
            </a:r>
            <a:r>
              <a:rPr lang="en-GB" sz="3200" dirty="0">
                <a:solidFill>
                  <a:srgbClr val="000000"/>
                </a:solidFill>
              </a:rPr>
              <a:t> if the description is vague</a:t>
            </a:r>
            <a:endParaRPr lang="en-GB" sz="3200" b="0" dirty="0">
              <a:solidFill>
                <a:srgbClr val="0000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EEF14-5A9F-DF7C-90D4-452105D6FC5B}"/>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2EEA6349-B3E1-E016-580A-51F840767996}"/>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3" name="TextBox 104">
            <a:extLst>
              <a:ext uri="{FF2B5EF4-FFF2-40B4-BE49-F238E27FC236}">
                <a16:creationId xmlns:a16="http://schemas.microsoft.com/office/drawing/2014/main" id="{FA5E3958-2C02-3F04-66CD-4B703A8C56FF}"/>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a:t>
            </a:r>
          </a:p>
        </p:txBody>
      </p:sp>
      <p:sp>
        <p:nvSpPr>
          <p:cNvPr id="107" name="TextBox 108">
            <a:extLst>
              <a:ext uri="{FF2B5EF4-FFF2-40B4-BE49-F238E27FC236}">
                <a16:creationId xmlns:a16="http://schemas.microsoft.com/office/drawing/2014/main" id="{26805E1F-9422-24B3-E43E-7E3A12E38448}"/>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02</a:t>
            </a:r>
          </a:p>
        </p:txBody>
      </p:sp>
      <p:sp>
        <p:nvSpPr>
          <p:cNvPr id="109" name="TextBox 110">
            <a:extLst>
              <a:ext uri="{FF2B5EF4-FFF2-40B4-BE49-F238E27FC236}">
                <a16:creationId xmlns:a16="http://schemas.microsoft.com/office/drawing/2014/main" id="{EADF7C6B-A266-C40B-473E-FF302DA8369E}"/>
              </a:ext>
            </a:extLst>
          </p:cNvPr>
          <p:cNvSpPr txBox="1"/>
          <p:nvPr/>
        </p:nvSpPr>
        <p:spPr>
          <a:xfrm>
            <a:off x="2800050" y="1860000"/>
            <a:ext cx="8000000" cy="720000"/>
          </a:xfrm>
          <a:prstGeom prst="rect">
            <a:avLst/>
          </a:prstGeom>
          <a:noFill/>
        </p:spPr>
        <p:txBody>
          <a:bodyPr wrap="square" lIns="0" tIns="0" rIns="0" bIns="0" anchor="t">
            <a:noAutofit/>
          </a:bodyPr>
          <a:lstStyle/>
          <a:p>
            <a:pPr>
              <a:defRPr sz="4000" b="0">
                <a:solidFill>
                  <a:srgbClr val="000000"/>
                </a:solidFill>
              </a:defRPr>
            </a:pPr>
            <a:r>
              <a:rPr lang="en-GB" sz="4000" dirty="0">
                <a:solidFill>
                  <a:srgbClr val="000000"/>
                </a:solidFill>
              </a:rPr>
              <a:t>Agent skills</a:t>
            </a:r>
          </a:p>
        </p:txBody>
      </p:sp>
      <p:sp>
        <p:nvSpPr>
          <p:cNvPr id="111" name="Rectangle 112">
            <a:extLst>
              <a:ext uri="{FF2B5EF4-FFF2-40B4-BE49-F238E27FC236}">
                <a16:creationId xmlns:a16="http://schemas.microsoft.com/office/drawing/2014/main" id="{5AFD8BCB-B06A-C87D-0AEA-18573D8907C5}"/>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1373709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D6D89-7A21-192E-685D-565A1D057D07}"/>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73383F50-2008-C099-698E-487168EEE5E7}"/>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Treat a skill like a dependency</a:t>
            </a:r>
          </a:p>
        </p:txBody>
      </p:sp>
      <p:sp>
        <p:nvSpPr>
          <p:cNvPr id="103" name="TextBox 104">
            <a:extLst>
              <a:ext uri="{FF2B5EF4-FFF2-40B4-BE49-F238E27FC236}">
                <a16:creationId xmlns:a16="http://schemas.microsoft.com/office/drawing/2014/main" id="{AEBC4C20-0291-E77A-6A4A-546122D44230}"/>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2 in depth</a:t>
            </a:r>
          </a:p>
        </p:txBody>
      </p:sp>
      <p:sp>
        <p:nvSpPr>
          <p:cNvPr id="107" name="TextBox 108">
            <a:extLst>
              <a:ext uri="{FF2B5EF4-FFF2-40B4-BE49-F238E27FC236}">
                <a16:creationId xmlns:a16="http://schemas.microsoft.com/office/drawing/2014/main" id="{CE2FDB59-45BE-5EC9-C72E-0300754E0540}"/>
              </a:ext>
            </a:extLst>
          </p:cNvPr>
          <p:cNvSpPr txBox="1"/>
          <p:nvPr/>
        </p:nvSpPr>
        <p:spPr>
          <a:xfrm>
            <a:off x="400050" y="1850000"/>
            <a:ext cx="7000000" cy="2000000"/>
          </a:xfrm>
          <a:prstGeom prst="rect">
            <a:avLst/>
          </a:prstGeom>
          <a:noFill/>
        </p:spPr>
        <p:txBody>
          <a:bodyPr wrap="square" lIns="0" tIns="0" rIns="0" bIns="0" anchor="t">
            <a:noAutofit/>
          </a:bodyPr>
          <a:lstStyle/>
          <a:p>
            <a:pPr algn="l">
              <a:lnSpc>
                <a:spcPct val="95000"/>
              </a:lnSpc>
              <a:buNone/>
              <a:defRPr sz="12000" b="1">
                <a:solidFill>
                  <a:srgbClr val="000000"/>
                </a:solidFill>
              </a:defRPr>
            </a:pPr>
            <a:r>
              <a:rPr lang="en-GB" sz="12000" b="1" dirty="0">
                <a:solidFill>
                  <a:srgbClr val="000000"/>
                </a:solidFill>
              </a:rPr>
              <a:t>35%</a:t>
            </a:r>
          </a:p>
        </p:txBody>
      </p:sp>
      <p:sp>
        <p:nvSpPr>
          <p:cNvPr id="109" name="Rectangle 110">
            <a:extLst>
              <a:ext uri="{FF2B5EF4-FFF2-40B4-BE49-F238E27FC236}">
                <a16:creationId xmlns:a16="http://schemas.microsoft.com/office/drawing/2014/main" id="{E685D3CB-B71D-6392-7C70-FA7C0FCCF99C}"/>
              </a:ext>
            </a:extLst>
          </p:cNvPr>
          <p:cNvSpPr>
            <a:spLocks noGrp="1"/>
          </p:cNvSpPr>
          <p:nvPr/>
        </p:nvSpPr>
        <p:spPr>
          <a:xfrm>
            <a:off x="400050" y="4020000"/>
            <a:ext cx="3600000" cy="76200"/>
          </a:xfrm>
          <a:prstGeom prst="rect">
            <a:avLst/>
          </a:prstGeom>
          <a:solidFill>
            <a:srgbClr val="FF6B35"/>
          </a:solidFill>
          <a:ln w="0">
            <a:noFill/>
            <a:prstDash val="solid"/>
          </a:ln>
        </p:spPr>
        <p:txBody>
          <a:bodyPr/>
          <a:lstStyle/>
          <a:p>
            <a:endParaRPr lang="en-GB"/>
          </a:p>
        </p:txBody>
      </p:sp>
      <p:sp>
        <p:nvSpPr>
          <p:cNvPr id="111" name="TextBox 112">
            <a:extLst>
              <a:ext uri="{FF2B5EF4-FFF2-40B4-BE49-F238E27FC236}">
                <a16:creationId xmlns:a16="http://schemas.microsoft.com/office/drawing/2014/main" id="{E2CF64B1-C7B8-0B5A-BA63-0670C3748759}"/>
              </a:ext>
            </a:extLst>
          </p:cNvPr>
          <p:cNvSpPr txBox="1"/>
          <p:nvPr/>
        </p:nvSpPr>
        <p:spPr>
          <a:xfrm>
            <a:off x="400050" y="4320000"/>
            <a:ext cx="10200000" cy="1100000"/>
          </a:xfrm>
          <a:prstGeom prst="rect">
            <a:avLst/>
          </a:prstGeom>
          <a:noFill/>
        </p:spPr>
        <p:txBody>
          <a:bodyPr wrap="square" lIns="0" tIns="0" rIns="0" bIns="0" anchor="t">
            <a:noAutofit/>
          </a:bodyPr>
          <a:lstStyle/>
          <a:p>
            <a:pPr algn="l">
              <a:lnSpc>
                <a:spcPct val="104000"/>
              </a:lnSpc>
              <a:buNone/>
              <a:defRPr sz="3200" b="0">
                <a:solidFill>
                  <a:srgbClr val="222222"/>
                </a:solidFill>
              </a:defRPr>
            </a:pPr>
            <a:r>
              <a:rPr lang="en-GB" sz="3200" b="0" dirty="0">
                <a:solidFill>
                  <a:srgbClr val="222222"/>
                </a:solidFill>
              </a:rPr>
              <a:t>Less than </a:t>
            </a:r>
            <a:r>
              <a:rPr lang="en-GB" sz="3200" dirty="0">
                <a:solidFill>
                  <a:srgbClr val="222222"/>
                </a:solidFill>
              </a:rPr>
              <a:t>4000 </a:t>
            </a:r>
            <a:r>
              <a:rPr lang="en-GB" sz="3200" b="0" dirty="0">
                <a:solidFill>
                  <a:srgbClr val="222222"/>
                </a:solidFill>
              </a:rPr>
              <a:t>public skills had a security flaw</a:t>
            </a:r>
          </a:p>
        </p:txBody>
      </p:sp>
    </p:spTree>
    <p:extLst>
      <p:ext uri="{BB962C8B-B14F-4D97-AF65-F5344CB8AC3E}">
        <p14:creationId xmlns:p14="http://schemas.microsoft.com/office/powerpoint/2010/main" val="513723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Update AGENTS, Delete some of your skills</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the habit</a:t>
            </a:r>
          </a:p>
        </p:txBody>
      </p:sp>
      <p:sp>
        <p:nvSpPr>
          <p:cNvPr id="107" name="Rectangle 108"/>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09" name="TextBox 110"/>
          <p:cNvSpPr txBox="1"/>
          <p:nvPr/>
        </p:nvSpPr>
        <p:spPr>
          <a:xfrm>
            <a:off x="6858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DELETE</a:t>
            </a:r>
          </a:p>
        </p:txBody>
      </p:sp>
      <p:sp>
        <p:nvSpPr>
          <p:cNvPr id="111" name="TextBox 112"/>
          <p:cNvSpPr txBox="1"/>
          <p:nvPr/>
        </p:nvSpPr>
        <p:spPr>
          <a:xfrm>
            <a:off x="6858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Every six months</a:t>
            </a:r>
          </a:p>
        </p:txBody>
      </p:sp>
      <p:sp>
        <p:nvSpPr>
          <p:cNvPr id="113" name="TextBox 114"/>
          <p:cNvSpPr txBox="1"/>
          <p:nvPr/>
        </p:nvSpPr>
        <p:spPr>
          <a:xfrm>
            <a:off x="6858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AGENTS.md and the whole skills folder</a:t>
            </a:r>
          </a:p>
        </p:txBody>
      </p:sp>
      <p:sp>
        <p:nvSpPr>
          <p:cNvPr id="115" name="Rectangle 116"/>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17" name="Rectangle 118"/>
          <p:cNvSpPr>
            <a:spLocks noGrp="1"/>
          </p:cNvSpPr>
          <p:nvPr/>
        </p:nvSpPr>
        <p:spPr>
          <a:xfrm>
            <a:off x="4095750" y="3280950"/>
            <a:ext cx="133350" cy="38100"/>
          </a:xfrm>
          <a:prstGeom prst="rect">
            <a:avLst/>
          </a:prstGeom>
          <a:solidFill>
            <a:srgbClr val="FF6B35"/>
          </a:solidFill>
          <a:ln w="0">
            <a:noFill/>
            <a:prstDash val="solid"/>
          </a:ln>
        </p:spPr>
        <p:txBody>
          <a:bodyPr/>
          <a:lstStyle/>
          <a:p>
            <a:endParaRPr lang="en-GB"/>
          </a:p>
        </p:txBody>
      </p:sp>
      <p:sp>
        <p:nvSpPr>
          <p:cNvPr id="119" name="TextBox 120"/>
          <p:cNvSpPr txBox="1"/>
          <p:nvPr/>
        </p:nvSpPr>
        <p:spPr>
          <a:xfrm>
            <a:off x="455295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USE</a:t>
            </a:r>
          </a:p>
        </p:txBody>
      </p:sp>
      <p:sp>
        <p:nvSpPr>
          <p:cNvPr id="121" name="TextBox 122"/>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Run it bare</a:t>
            </a:r>
          </a:p>
        </p:txBody>
      </p:sp>
      <p:sp>
        <p:nvSpPr>
          <p:cNvPr id="123" name="TextBox 124"/>
          <p:cNvSpPr txBox="1"/>
          <p:nvPr/>
        </p:nvSpPr>
        <p:spPr>
          <a:xfrm>
            <a:off x="455295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watch where the new model really fails</a:t>
            </a:r>
          </a:p>
        </p:txBody>
      </p:sp>
      <p:sp>
        <p:nvSpPr>
          <p:cNvPr id="125" name="Rectangle 126"/>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27" name="Rectangle 128"/>
          <p:cNvSpPr>
            <a:spLocks noGrp="1"/>
          </p:cNvSpPr>
          <p:nvPr/>
        </p:nvSpPr>
        <p:spPr>
          <a:xfrm>
            <a:off x="7962900" y="3280950"/>
            <a:ext cx="133350" cy="38100"/>
          </a:xfrm>
          <a:prstGeom prst="rect">
            <a:avLst/>
          </a:prstGeom>
          <a:solidFill>
            <a:srgbClr val="FF6B35"/>
          </a:solidFill>
          <a:ln w="0">
            <a:noFill/>
            <a:prstDash val="solid"/>
          </a:ln>
        </p:spPr>
        <p:txBody>
          <a:bodyPr/>
          <a:lstStyle/>
          <a:p>
            <a:endParaRPr lang="en-GB"/>
          </a:p>
        </p:txBody>
      </p:sp>
      <p:sp>
        <p:nvSpPr>
          <p:cNvPr id="129" name="TextBox 130"/>
          <p:cNvSpPr txBox="1"/>
          <p:nvPr/>
        </p:nvSpPr>
        <p:spPr>
          <a:xfrm>
            <a:off x="8420100" y="2135750"/>
            <a:ext cx="3086100" cy="340000"/>
          </a:xfrm>
          <a:prstGeom prst="rect">
            <a:avLst/>
          </a:prstGeom>
          <a:noFill/>
        </p:spPr>
        <p:txBody>
          <a:bodyPr wrap="square" lIns="0" tIns="0" rIns="0" bIns="0" anchor="t">
            <a:noAutofit/>
          </a:bodyPr>
          <a:lstStyle/>
          <a:p>
            <a:pPr algn="l">
              <a:buNone/>
              <a:defRPr sz="2000" b="1">
                <a:solidFill>
                  <a:srgbClr val="000000"/>
                </a:solidFill>
              </a:defRPr>
            </a:pPr>
            <a:r>
              <a:rPr lang="en-GB" sz="2000" b="1" dirty="0">
                <a:solidFill>
                  <a:srgbClr val="000000"/>
                </a:solidFill>
              </a:rPr>
              <a:t>RE-ADD</a:t>
            </a:r>
          </a:p>
        </p:txBody>
      </p:sp>
      <p:sp>
        <p:nvSpPr>
          <p:cNvPr id="131" name="TextBox 132"/>
          <p:cNvSpPr txBox="1"/>
          <p:nvPr/>
        </p:nvSpPr>
        <p:spPr>
          <a:xfrm>
            <a:off x="842010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Only proven needs</a:t>
            </a:r>
          </a:p>
        </p:txBody>
      </p:sp>
      <p:sp>
        <p:nvSpPr>
          <p:cNvPr id="133" name="TextBox 134"/>
          <p:cNvSpPr txBox="1"/>
          <p:nvPr/>
        </p:nvSpPr>
        <p:spPr>
          <a:xfrm>
            <a:off x="8420100" y="3695750"/>
            <a:ext cx="3086100" cy="768500"/>
          </a:xfrm>
          <a:prstGeom prst="rect">
            <a:avLst/>
          </a:prstGeom>
          <a:noFill/>
        </p:spPr>
        <p:txBody>
          <a:bodyPr wrap="square" lIns="0" tIns="0" rIns="0" bIns="0" anchor="t">
            <a:noAutofit/>
          </a:bodyPr>
          <a:lstStyle/>
          <a:p>
            <a:pPr algn="l">
              <a:lnSpc>
                <a:spcPct val="105000"/>
              </a:lnSpc>
              <a:buNone/>
              <a:defRPr sz="2200" b="0">
                <a:solidFill>
                  <a:srgbClr val="555555"/>
                </a:solidFill>
              </a:defRPr>
            </a:pPr>
            <a:r>
              <a:rPr lang="en-GB" sz="2200" b="0" dirty="0">
                <a:solidFill>
                  <a:srgbClr val="555555"/>
                </a:solidFill>
              </a:rPr>
              <a:t>repeatedly, not once</a:t>
            </a:r>
          </a:p>
        </p:txBody>
      </p:sp>
      <p:sp>
        <p:nvSpPr>
          <p:cNvPr id="135" name="TextBox 136"/>
          <p:cNvSpPr txBox="1"/>
          <p:nvPr/>
        </p:nvSpPr>
        <p:spPr>
          <a:xfrm>
            <a:off x="400050" y="5050000"/>
            <a:ext cx="11391900" cy="1000000"/>
          </a:xfrm>
          <a:prstGeom prst="rect">
            <a:avLst/>
          </a:prstGeom>
          <a:noFill/>
        </p:spPr>
        <p:txBody>
          <a:bodyPr wrap="square" lIns="0" tIns="0" rIns="0" bIns="0" anchor="t">
            <a:noAutofit/>
          </a:bodyPr>
          <a:lstStyle/>
          <a:p>
            <a:r>
              <a:rPr lang="en-GB" sz="2800" i="1" dirty="0">
                <a:solidFill>
                  <a:schemeClr val="bg1">
                    <a:lumMod val="50000"/>
                  </a:schemeClr>
                </a:solidFill>
              </a:rPr>
              <a:t>Boris Cherny, who built Claude Code, said this at YC Startup School and he did not hedge it: delete your skills. 27 Jul 2026</a:t>
            </a:r>
          </a:p>
        </p:txBody>
      </p:sp>
    </p:spTree>
    <p:extLst>
      <p:ext uri="{BB962C8B-B14F-4D97-AF65-F5344CB8AC3E}">
        <p14:creationId xmlns:p14="http://schemas.microsoft.com/office/powerpoint/2010/main" val="9952070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5D346D9-0B80-A575-95E3-9D83C1CD7DEC}"/>
              </a:ext>
            </a:extLst>
          </p:cNvPr>
          <p:cNvPicPr>
            <a:picLocks noChangeAspect="1"/>
          </p:cNvPicPr>
          <p:nvPr/>
        </p:nvPicPr>
        <p:blipFill>
          <a:blip r:embed="rId3"/>
          <a:stretch>
            <a:fillRect/>
          </a:stretch>
        </p:blipFill>
        <p:spPr>
          <a:xfrm>
            <a:off x="186267" y="0"/>
            <a:ext cx="11819466" cy="6864315"/>
          </a:xfrm>
          <a:prstGeom prst="rect">
            <a:avLst/>
          </a:prstGeom>
        </p:spPr>
      </p:pic>
    </p:spTree>
    <p:extLst>
      <p:ext uri="{BB962C8B-B14F-4D97-AF65-F5344CB8AC3E}">
        <p14:creationId xmlns:p14="http://schemas.microsoft.com/office/powerpoint/2010/main" val="6233784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3330CB-A6BA-C5D0-CBDA-63A407D51615}"/>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C32E8ACF-328D-2B7E-7948-E512E5F87B8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1B0EAF93-C72A-3B60-7862-C0145222C7C3}"/>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0A1F2F4B-B9A6-7E55-E23E-5BBBFC20BCA5}"/>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AADDC240-1D0A-765F-DE3A-7C25ED69000F}"/>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975927C6-F398-4D35-720A-46FC8A18E10F}"/>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37331754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70ED7-C88C-ED0A-271A-89F4480A7F7E}"/>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A75937DA-E2C1-C805-AEA1-7AD52BFE77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4D5BF944-A56A-F63B-9AA4-B39F93FAF0BD}"/>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F739DFAB-8541-FBE8-E8EA-164120A104F9}"/>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159BDD44-45A3-7CF7-E09A-E7C42910087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A247A11A-0C8D-E082-13D9-3C87DD04D09A}"/>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AAB6E7DA-61B9-C9C4-B09E-A3431070774B}"/>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6DBF8DCD-3649-0C4D-E71C-16D3936695D1}"/>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 before calling one</a:t>
            </a:r>
          </a:p>
        </p:txBody>
      </p:sp>
    </p:spTree>
    <p:extLst>
      <p:ext uri="{BB962C8B-B14F-4D97-AF65-F5344CB8AC3E}">
        <p14:creationId xmlns:p14="http://schemas.microsoft.com/office/powerpoint/2010/main" val="4284204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2F0C3E-11FE-B91D-EEB2-7264BB3C62CC}"/>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68C920E3-6832-A930-ACE0-4F644AD2696B}"/>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FF25FC8A-BCAA-ADCD-5024-8A8E2E7302C5}"/>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2F587D45-56BE-7674-A2C8-387DBE76E3EC}"/>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2B4BADCD-AD6F-D64A-2855-6E0402C4DCFB}"/>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1DBC2C2E-F3DE-ED8F-FEBA-FDAE6EE7E7B2}"/>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6EC987E3-3F28-EF5A-D098-B50E5AD33DDE}"/>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ACBB8AA-D305-60E7-EB5B-48BDE8849C7A}"/>
              </a:ext>
            </a:extLst>
          </p:cNvPr>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Client asks what tools exist</a:t>
            </a:r>
            <a:r>
              <a:rPr lang="en-GB" sz="3200" dirty="0">
                <a:solidFill>
                  <a:srgbClr val="222222"/>
                </a:solidFill>
              </a:rPr>
              <a:t> </a:t>
            </a:r>
            <a:r>
              <a:rPr lang="en-GB" sz="3200" b="0" dirty="0">
                <a:solidFill>
                  <a:srgbClr val="222222"/>
                </a:solidFill>
              </a:rPr>
              <a:t>before sending requests</a:t>
            </a:r>
          </a:p>
        </p:txBody>
      </p:sp>
      <p:sp>
        <p:nvSpPr>
          <p:cNvPr id="117" name="Rectangle 118">
            <a:extLst>
              <a:ext uri="{FF2B5EF4-FFF2-40B4-BE49-F238E27FC236}">
                <a16:creationId xmlns:a16="http://schemas.microsoft.com/office/drawing/2014/main" id="{38DFC030-7F90-5AA0-2CF0-93D00A5189BD}"/>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F81C9E4B-501F-8F4D-6F1F-015B6EB4B923}"/>
              </a:ext>
            </a:extLst>
          </p:cNvPr>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Protocol is </a:t>
            </a:r>
            <a:r>
              <a:rPr lang="en-GB" sz="3200" dirty="0">
                <a:solidFill>
                  <a:srgbClr val="222222"/>
                </a:solidFill>
              </a:rPr>
              <a:t>JSON-RPC 2.0</a:t>
            </a:r>
            <a:endParaRPr lang="en-GB" sz="3200" b="0" dirty="0">
              <a:solidFill>
                <a:srgbClr val="222222"/>
              </a:solidFill>
            </a:endParaRPr>
          </a:p>
        </p:txBody>
      </p:sp>
    </p:spTree>
    <p:extLst>
      <p:ext uri="{BB962C8B-B14F-4D97-AF65-F5344CB8AC3E}">
        <p14:creationId xmlns:p14="http://schemas.microsoft.com/office/powerpoint/2010/main" val="1295806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7EC0B4-7E0C-56C8-5BB4-538AF2E8F5ED}"/>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01D1C9F6-1CF2-EF2C-A198-03FC91160043}"/>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MCP gives every tool one interface</a:t>
            </a:r>
          </a:p>
        </p:txBody>
      </p:sp>
      <p:sp>
        <p:nvSpPr>
          <p:cNvPr id="103" name="TextBox 104">
            <a:extLst>
              <a:ext uri="{FF2B5EF4-FFF2-40B4-BE49-F238E27FC236}">
                <a16:creationId xmlns:a16="http://schemas.microsoft.com/office/drawing/2014/main" id="{525C442D-7E47-D18F-1633-0CEB9491E456}"/>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82874C93-06D7-D19F-FCF2-4B5E18C6F8D3}"/>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AA95F5-82C8-9329-E0FC-F52EE268C523}"/>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35B0C119-CCB0-4B52-E08D-671EED6728D3}"/>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a:extLst>
              <a:ext uri="{FF2B5EF4-FFF2-40B4-BE49-F238E27FC236}">
                <a16:creationId xmlns:a16="http://schemas.microsoft.com/office/drawing/2014/main" id="{45FB918E-D9AF-7EBF-5FFE-F6219C187035}"/>
              </a:ext>
            </a:extLst>
          </p:cNvPr>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a:extLst>
              <a:ext uri="{FF2B5EF4-FFF2-40B4-BE49-F238E27FC236}">
                <a16:creationId xmlns:a16="http://schemas.microsoft.com/office/drawing/2014/main" id="{33816227-EFEE-8542-93A3-6170ABDD8899}"/>
              </a:ext>
            </a:extLst>
          </p:cNvPr>
          <p:cNvSpPr txBox="1"/>
          <p:nvPr/>
        </p:nvSpPr>
        <p:spPr>
          <a:xfrm>
            <a:off x="920050" y="32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Client asks what tools exist before sending requests</a:t>
            </a:r>
          </a:p>
        </p:txBody>
      </p:sp>
      <p:sp>
        <p:nvSpPr>
          <p:cNvPr id="117" name="Rectangle 118">
            <a:extLst>
              <a:ext uri="{FF2B5EF4-FFF2-40B4-BE49-F238E27FC236}">
                <a16:creationId xmlns:a16="http://schemas.microsoft.com/office/drawing/2014/main" id="{B9367D4B-9E23-AD2E-AD3A-ABE72582D917}"/>
              </a:ext>
            </a:extLst>
          </p:cNvPr>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a:extLst>
              <a:ext uri="{FF2B5EF4-FFF2-40B4-BE49-F238E27FC236}">
                <a16:creationId xmlns:a16="http://schemas.microsoft.com/office/drawing/2014/main" id="{7536B2B4-4672-9338-07A4-ECF71B9BD390}"/>
              </a:ext>
            </a:extLst>
          </p:cNvPr>
          <p:cNvSpPr txBox="1"/>
          <p:nvPr/>
        </p:nvSpPr>
        <p:spPr>
          <a:xfrm>
            <a:off x="920050" y="420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GB" sz="3200" dirty="0">
                <a:solidFill>
                  <a:srgbClr val="222222"/>
                </a:solidFill>
              </a:rPr>
              <a:t>Protocol is the envelope</a:t>
            </a:r>
          </a:p>
        </p:txBody>
      </p:sp>
      <p:sp>
        <p:nvSpPr>
          <p:cNvPr id="121" name="Rectangle 122">
            <a:extLst>
              <a:ext uri="{FF2B5EF4-FFF2-40B4-BE49-F238E27FC236}">
                <a16:creationId xmlns:a16="http://schemas.microsoft.com/office/drawing/2014/main" id="{37E033DB-5C34-4327-DB0B-40CEFF837625}"/>
              </a:ext>
            </a:extLst>
          </p:cNvPr>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a:extLst>
              <a:ext uri="{FF2B5EF4-FFF2-40B4-BE49-F238E27FC236}">
                <a16:creationId xmlns:a16="http://schemas.microsoft.com/office/drawing/2014/main" id="{AF129717-8BC0-2A4B-2013-ECB34F67DF43}"/>
              </a:ext>
            </a:extLst>
          </p:cNvPr>
          <p:cNvSpPr txBox="1"/>
          <p:nvPr/>
        </p:nvSpPr>
        <p:spPr>
          <a:xfrm>
            <a:off x="920050" y="5150000"/>
            <a:ext cx="10871900" cy="830000"/>
          </a:xfrm>
          <a:prstGeom prst="rect">
            <a:avLst/>
          </a:prstGeom>
          <a:noFill/>
        </p:spPr>
        <p:txBody>
          <a:bodyPr wrap="square" lIns="0" tIns="0" rIns="0" bIns="0" anchor="t">
            <a:noAutofit/>
          </a:bodyPr>
          <a:lstStyle/>
          <a:p>
            <a:pPr>
              <a:lnSpc>
                <a:spcPct val="102000"/>
              </a:lnSpc>
              <a:defRPr sz="3200" b="0">
                <a:solidFill>
                  <a:srgbClr val="222222"/>
                </a:solidFill>
              </a:defRPr>
            </a:pPr>
            <a:r>
              <a:rPr lang="en-US" sz="3200" dirty="0">
                <a:solidFill>
                  <a:srgbClr val="222222"/>
                </a:solidFill>
              </a:rPr>
              <a:t>Server listens for requests from the client</a:t>
            </a:r>
            <a:endParaRPr lang="en-GB" sz="3200" b="0" dirty="0">
              <a:solidFill>
                <a:srgbClr val="222222"/>
              </a:solidFill>
            </a:endParaRPr>
          </a:p>
        </p:txBody>
      </p:sp>
    </p:spTree>
    <p:extLst>
      <p:ext uri="{BB962C8B-B14F-4D97-AF65-F5344CB8AC3E}">
        <p14:creationId xmlns:p14="http://schemas.microsoft.com/office/powerpoint/2010/main" val="12443672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622C7F-DAFF-5F8A-3CC0-85F3ACD92C12}"/>
              </a:ext>
            </a:extLst>
          </p:cNvPr>
          <p:cNvPicPr>
            <a:picLocks noChangeAspect="1"/>
          </p:cNvPicPr>
          <p:nvPr/>
        </p:nvPicPr>
        <p:blipFill>
          <a:blip r:embed="rId3"/>
          <a:stretch>
            <a:fillRect/>
          </a:stretch>
        </p:blipFill>
        <p:spPr>
          <a:xfrm>
            <a:off x="95249" y="1"/>
            <a:ext cx="12001499" cy="6858000"/>
          </a:xfrm>
          <a:prstGeom prst="rect">
            <a:avLst/>
          </a:prstGeom>
        </p:spPr>
      </p:pic>
    </p:spTree>
    <p:extLst>
      <p:ext uri="{BB962C8B-B14F-4D97-AF65-F5344CB8AC3E}">
        <p14:creationId xmlns:p14="http://schemas.microsoft.com/office/powerpoint/2010/main" val="41688847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22163-6856-8EBF-89BC-945AA8736F19}"/>
            </a:ext>
          </a:extLst>
        </p:cNvPr>
        <p:cNvGrpSpPr/>
        <p:nvPr/>
      </p:nvGrpSpPr>
      <p:grpSpPr>
        <a:xfrm>
          <a:off x="0" y="0"/>
          <a:ext cx="0" cy="0"/>
          <a:chOff x="0" y="0"/>
          <a:chExt cx="0" cy="0"/>
        </a:xfrm>
      </p:grpSpPr>
      <p:sp>
        <p:nvSpPr>
          <p:cNvPr id="101" name="TextBox 102">
            <a:extLst>
              <a:ext uri="{FF2B5EF4-FFF2-40B4-BE49-F238E27FC236}">
                <a16:creationId xmlns:a16="http://schemas.microsoft.com/office/drawing/2014/main" id="{184E3D85-0A3F-400D-DB14-12AA93E351F0}"/>
              </a:ext>
            </a:extLst>
          </p:cNvPr>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Demo</a:t>
            </a:r>
          </a:p>
        </p:txBody>
      </p:sp>
      <p:sp>
        <p:nvSpPr>
          <p:cNvPr id="103" name="TextBox 104">
            <a:extLst>
              <a:ext uri="{FF2B5EF4-FFF2-40B4-BE49-F238E27FC236}">
                <a16:creationId xmlns:a16="http://schemas.microsoft.com/office/drawing/2014/main" id="{4B43194E-3432-DFBA-8D2F-687CBADA22A5}"/>
              </a:ext>
            </a:extLst>
          </p:cNvPr>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3</a:t>
            </a:r>
          </a:p>
        </p:txBody>
      </p:sp>
      <p:sp>
        <p:nvSpPr>
          <p:cNvPr id="107" name="TextBox 108">
            <a:extLst>
              <a:ext uri="{FF2B5EF4-FFF2-40B4-BE49-F238E27FC236}">
                <a16:creationId xmlns:a16="http://schemas.microsoft.com/office/drawing/2014/main" id="{B0BD81CB-F8CD-921A-7731-4B49194D1E2B}"/>
              </a:ext>
            </a:extLst>
          </p:cNvPr>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03</a:t>
            </a:r>
          </a:p>
        </p:txBody>
      </p:sp>
      <p:sp>
        <p:nvSpPr>
          <p:cNvPr id="109" name="TextBox 110">
            <a:extLst>
              <a:ext uri="{FF2B5EF4-FFF2-40B4-BE49-F238E27FC236}">
                <a16:creationId xmlns:a16="http://schemas.microsoft.com/office/drawing/2014/main" id="{D1DBFDFD-2873-F842-CF43-E8439037EF9A}"/>
              </a:ext>
            </a:extLst>
          </p:cNvPr>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MCP</a:t>
            </a:r>
          </a:p>
        </p:txBody>
      </p:sp>
      <p:sp>
        <p:nvSpPr>
          <p:cNvPr id="111" name="Rectangle 112">
            <a:extLst>
              <a:ext uri="{FF2B5EF4-FFF2-40B4-BE49-F238E27FC236}">
                <a16:creationId xmlns:a16="http://schemas.microsoft.com/office/drawing/2014/main" id="{0DA2C0BC-885D-5F7B-1C9B-7A8D28E6391D}"/>
              </a:ext>
            </a:extLst>
          </p:cNvPr>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Tree>
    <p:extLst>
      <p:ext uri="{BB962C8B-B14F-4D97-AF65-F5344CB8AC3E}">
        <p14:creationId xmlns:p14="http://schemas.microsoft.com/office/powerpoint/2010/main" val="295135997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700000"/>
            <a:ext cx="11391900" cy="760000"/>
          </a:xfrm>
          <a:prstGeom prst="rect">
            <a:avLst/>
          </a:prstGeom>
          <a:noFill/>
        </p:spPr>
        <p:txBody>
          <a:bodyPr wrap="square" lIns="0" tIns="0" rIns="0" bIns="0" anchor="t">
            <a:noAutofit/>
          </a:bodyPr>
          <a:lstStyle/>
          <a:p>
            <a:pPr>
              <a:defRPr sz="4000" b="1">
                <a:solidFill>
                  <a:srgbClr val="000000"/>
                </a:solidFill>
              </a:defRPr>
            </a:pPr>
            <a:r>
              <a:rPr lang="en-GB" sz="4000" b="1" dirty="0">
                <a:solidFill>
                  <a:srgbClr val="000000"/>
                </a:solidFill>
              </a:rPr>
              <a:t>MCP s</a:t>
            </a:r>
            <a:r>
              <a:rPr lang="en-GB" sz="4000" dirty="0"/>
              <a:t>pec 2026-07-28</a:t>
            </a:r>
            <a:endParaRPr lang="en-GB" sz="4000" b="1" dirty="0">
              <a:solidFill>
                <a:srgbClr val="000000"/>
              </a:solidFill>
            </a:endParaRPr>
          </a:p>
        </p:txBody>
      </p:sp>
      <p:sp>
        <p:nvSpPr>
          <p:cNvPr id="109" name="Rectangle 110"/>
          <p:cNvSpPr>
            <a:spLocks noGrp="1"/>
          </p:cNvSpPr>
          <p:nvPr/>
        </p:nvSpPr>
        <p:spPr>
          <a:xfrm>
            <a:off x="400050" y="1850000"/>
            <a:ext cx="3657600" cy="2900000"/>
          </a:xfrm>
          <a:prstGeom prst="rect">
            <a:avLst/>
          </a:prstGeom>
          <a:solidFill>
            <a:srgbClr val="EDEDED"/>
          </a:solidFill>
          <a:ln w="0">
            <a:noFill/>
            <a:prstDash val="solid"/>
          </a:ln>
        </p:spPr>
        <p:txBody>
          <a:bodyPr/>
          <a:lstStyle/>
          <a:p>
            <a:endParaRPr lang="en-GB"/>
          </a:p>
        </p:txBody>
      </p:sp>
      <p:sp>
        <p:nvSpPr>
          <p:cNvPr id="113" name="TextBox 114"/>
          <p:cNvSpPr txBox="1"/>
          <p:nvPr/>
        </p:nvSpPr>
        <p:spPr>
          <a:xfrm>
            <a:off x="6858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a:solidFill>
                  <a:srgbClr val="000000"/>
                </a:solidFill>
              </a:rPr>
              <a:t>Security improvements</a:t>
            </a:r>
            <a:endParaRPr lang="en-GB" sz="3200" b="0" dirty="0">
              <a:solidFill>
                <a:srgbClr val="000000"/>
              </a:solidFill>
            </a:endParaRPr>
          </a:p>
        </p:txBody>
      </p:sp>
      <p:sp>
        <p:nvSpPr>
          <p:cNvPr id="117" name="Rectangle 118"/>
          <p:cNvSpPr>
            <a:spLocks noGrp="1"/>
          </p:cNvSpPr>
          <p:nvPr/>
        </p:nvSpPr>
        <p:spPr>
          <a:xfrm>
            <a:off x="4267200" y="1850000"/>
            <a:ext cx="3657600" cy="2900000"/>
          </a:xfrm>
          <a:prstGeom prst="rect">
            <a:avLst/>
          </a:prstGeom>
          <a:solidFill>
            <a:srgbClr val="F7F7F7"/>
          </a:solidFill>
          <a:ln w="0">
            <a:noFill/>
            <a:prstDash val="solid"/>
          </a:ln>
        </p:spPr>
        <p:txBody>
          <a:bodyPr/>
          <a:lstStyle/>
          <a:p>
            <a:endParaRPr lang="en-GB"/>
          </a:p>
        </p:txBody>
      </p:sp>
      <p:sp>
        <p:nvSpPr>
          <p:cNvPr id="123" name="TextBox 124"/>
          <p:cNvSpPr txBox="1"/>
          <p:nvPr/>
        </p:nvSpPr>
        <p:spPr>
          <a:xfrm>
            <a:off x="4552950" y="2595750"/>
            <a:ext cx="3086100" cy="1000000"/>
          </a:xfrm>
          <a:prstGeom prst="rect">
            <a:avLst/>
          </a:prstGeom>
          <a:noFill/>
        </p:spPr>
        <p:txBody>
          <a:bodyPr wrap="square" lIns="0" tIns="0" rIns="0" bIns="0" anchor="t">
            <a:noAutofit/>
          </a:bodyPr>
          <a:lstStyle/>
          <a:p>
            <a:pPr algn="l">
              <a:lnSpc>
                <a:spcPct val="102000"/>
              </a:lnSpc>
              <a:buNone/>
              <a:defRPr sz="3200" b="0">
                <a:solidFill>
                  <a:srgbClr val="000000"/>
                </a:solidFill>
              </a:defRPr>
            </a:pPr>
            <a:r>
              <a:rPr lang="en-GB" sz="3200" b="0" dirty="0">
                <a:solidFill>
                  <a:srgbClr val="000000"/>
                </a:solidFill>
              </a:rPr>
              <a:t>Cacheable</a:t>
            </a:r>
          </a:p>
        </p:txBody>
      </p:sp>
      <p:sp>
        <p:nvSpPr>
          <p:cNvPr id="127" name="Rectangle 128"/>
          <p:cNvSpPr>
            <a:spLocks noGrp="1"/>
          </p:cNvSpPr>
          <p:nvPr/>
        </p:nvSpPr>
        <p:spPr>
          <a:xfrm>
            <a:off x="8134350" y="1850000"/>
            <a:ext cx="3657600" cy="2900000"/>
          </a:xfrm>
          <a:prstGeom prst="rect">
            <a:avLst/>
          </a:prstGeom>
          <a:solidFill>
            <a:srgbClr val="EDEDED"/>
          </a:solidFill>
          <a:ln w="0">
            <a:noFill/>
            <a:prstDash val="solid"/>
          </a:ln>
        </p:spPr>
        <p:txBody>
          <a:bodyPr/>
          <a:lstStyle/>
          <a:p>
            <a:endParaRPr lang="en-GB"/>
          </a:p>
        </p:txBody>
      </p:sp>
      <p:sp>
        <p:nvSpPr>
          <p:cNvPr id="133" name="TextBox 134"/>
          <p:cNvSpPr txBox="1"/>
          <p:nvPr/>
        </p:nvSpPr>
        <p:spPr>
          <a:xfrm>
            <a:off x="8420100" y="2595750"/>
            <a:ext cx="3086100" cy="1000000"/>
          </a:xfrm>
          <a:prstGeom prst="rect">
            <a:avLst/>
          </a:prstGeom>
          <a:noFill/>
        </p:spPr>
        <p:txBody>
          <a:bodyPr wrap="square" lIns="0" tIns="0" rIns="0" bIns="0" anchor="t">
            <a:noAutofit/>
          </a:bodyPr>
          <a:lstStyle/>
          <a:p>
            <a:pPr>
              <a:lnSpc>
                <a:spcPct val="102000"/>
              </a:lnSpc>
              <a:defRPr sz="3200" b="0">
                <a:solidFill>
                  <a:srgbClr val="000000"/>
                </a:solidFill>
              </a:defRPr>
            </a:pPr>
            <a:r>
              <a:rPr lang="en-GB" sz="3200" dirty="0">
                <a:solidFill>
                  <a:srgbClr val="000000"/>
                </a:solidFill>
              </a:rPr>
              <a:t>Stateless</a:t>
            </a:r>
            <a:endParaRPr lang="en-GB" sz="3200" b="0" dirty="0">
              <a:solidFill>
                <a:srgbClr val="000000"/>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A2A lets agents discover and delegate</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4</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04</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A2A</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400050" y="3380000"/>
            <a:ext cx="190500" cy="1905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920050" y="32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Each agent publishes a card at a well-known URL</a:t>
            </a:r>
          </a:p>
        </p:txBody>
      </p:sp>
      <p:sp>
        <p:nvSpPr>
          <p:cNvPr id="117" name="Rectangle 118"/>
          <p:cNvSpPr>
            <a:spLocks noGrp="1"/>
          </p:cNvSpPr>
          <p:nvPr/>
        </p:nvSpPr>
        <p:spPr>
          <a:xfrm>
            <a:off x="400050" y="4330000"/>
            <a:ext cx="190500" cy="190500"/>
          </a:xfrm>
          <a:prstGeom prst="rect">
            <a:avLst/>
          </a:prstGeom>
          <a:solidFill>
            <a:srgbClr val="000000"/>
          </a:solidFill>
          <a:ln w="0">
            <a:noFill/>
            <a:prstDash val="solid"/>
          </a:ln>
        </p:spPr>
        <p:txBody>
          <a:bodyPr/>
          <a:lstStyle/>
          <a:p>
            <a:endParaRPr lang="en-GB"/>
          </a:p>
        </p:txBody>
      </p:sp>
      <p:sp>
        <p:nvSpPr>
          <p:cNvPr id="119" name="TextBox 120"/>
          <p:cNvSpPr txBox="1"/>
          <p:nvPr/>
        </p:nvSpPr>
        <p:spPr>
          <a:xfrm>
            <a:off x="920050" y="420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The card says what it does and where to send work</a:t>
            </a:r>
          </a:p>
        </p:txBody>
      </p:sp>
      <p:sp>
        <p:nvSpPr>
          <p:cNvPr id="121" name="Rectangle 122"/>
          <p:cNvSpPr>
            <a:spLocks noGrp="1"/>
          </p:cNvSpPr>
          <p:nvPr/>
        </p:nvSpPr>
        <p:spPr>
          <a:xfrm>
            <a:off x="400050" y="5280000"/>
            <a:ext cx="190500" cy="190500"/>
          </a:xfrm>
          <a:prstGeom prst="rect">
            <a:avLst/>
          </a:prstGeom>
          <a:solidFill>
            <a:srgbClr val="000000"/>
          </a:solidFill>
          <a:ln w="0">
            <a:noFill/>
            <a:prstDash val="solid"/>
          </a:ln>
        </p:spPr>
        <p:txBody>
          <a:bodyPr/>
          <a:lstStyle/>
          <a:p>
            <a:endParaRPr lang="en-GB"/>
          </a:p>
        </p:txBody>
      </p:sp>
      <p:sp>
        <p:nvSpPr>
          <p:cNvPr id="123" name="TextBox 124"/>
          <p:cNvSpPr txBox="1"/>
          <p:nvPr/>
        </p:nvSpPr>
        <p:spPr>
          <a:xfrm>
            <a:off x="920050" y="5150000"/>
            <a:ext cx="10871900" cy="830000"/>
          </a:xfrm>
          <a:prstGeom prst="rect">
            <a:avLst/>
          </a:prstGeom>
          <a:noFill/>
        </p:spPr>
        <p:txBody>
          <a:bodyPr wrap="square" lIns="0" tIns="0" rIns="0" bIns="0" anchor="t">
            <a:noAutofit/>
          </a:bodyPr>
          <a:lstStyle/>
          <a:p>
            <a:pPr algn="l">
              <a:lnSpc>
                <a:spcPct val="102000"/>
              </a:lnSpc>
              <a:buNone/>
              <a:defRPr sz="3200" b="0">
                <a:solidFill>
                  <a:srgbClr val="222222"/>
                </a:solidFill>
              </a:defRPr>
            </a:pPr>
            <a:r>
              <a:rPr lang="en-GB" sz="3200" b="0" dirty="0">
                <a:solidFill>
                  <a:srgbClr val="222222"/>
                </a:solidFill>
              </a:rPr>
              <a:t>No shared library</a:t>
            </a:r>
            <a:r>
              <a:rPr lang="en-GB" sz="3200" dirty="0">
                <a:solidFill>
                  <a:srgbClr val="222222"/>
                </a:solidFill>
              </a:rPr>
              <a:t> or </a:t>
            </a:r>
            <a:r>
              <a:rPr lang="en-GB" sz="3200" b="0" dirty="0">
                <a:solidFill>
                  <a:srgbClr val="222222"/>
                </a:solidFill>
              </a:rPr>
              <a:t>hard wiring</a:t>
            </a:r>
            <a:r>
              <a:rPr lang="en-GB" sz="3200" dirty="0">
                <a:solidFill>
                  <a:srgbClr val="222222"/>
                </a:solidFill>
              </a:rPr>
              <a:t> or </a:t>
            </a:r>
            <a:r>
              <a:rPr lang="en-GB" sz="3200" b="0" dirty="0">
                <a:solidFill>
                  <a:srgbClr val="222222"/>
                </a:solidFill>
              </a:rPr>
              <a:t>coupling</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478F655-EF94-FF47-E381-69693B4388D7}"/>
              </a:ext>
            </a:extLst>
          </p:cNvPr>
          <p:cNvPicPr>
            <a:picLocks noChangeAspect="1"/>
          </p:cNvPicPr>
          <p:nvPr/>
        </p:nvPicPr>
        <p:blipFill>
          <a:blip r:embed="rId3"/>
          <a:stretch>
            <a:fillRect/>
          </a:stretch>
        </p:blipFill>
        <p:spPr>
          <a:xfrm>
            <a:off x="1213832" y="0"/>
            <a:ext cx="9764335" cy="6858000"/>
          </a:xfrm>
          <a:prstGeom prst="rect">
            <a:avLst/>
          </a:prstGeom>
        </p:spPr>
      </p:pic>
    </p:spTree>
    <p:extLst>
      <p:ext uri="{BB962C8B-B14F-4D97-AF65-F5344CB8AC3E}">
        <p14:creationId xmlns:p14="http://schemas.microsoft.com/office/powerpoint/2010/main" val="36311663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 name="TextBox 102"/>
          <p:cNvSpPr txBox="1"/>
          <p:nvPr/>
        </p:nvSpPr>
        <p:spPr>
          <a:xfrm>
            <a:off x="400050" y="700000"/>
            <a:ext cx="11391900" cy="760000"/>
          </a:xfrm>
          <a:prstGeom prst="rect">
            <a:avLst/>
          </a:prstGeom>
          <a:noFill/>
        </p:spPr>
        <p:txBody>
          <a:bodyPr wrap="square" lIns="0" tIns="0" rIns="0" bIns="0" anchor="t">
            <a:noAutofit/>
          </a:bodyPr>
          <a:lstStyle/>
          <a:p>
            <a:pPr algn="l">
              <a:buNone/>
              <a:defRPr sz="4000" b="1">
                <a:solidFill>
                  <a:srgbClr val="000000"/>
                </a:solidFill>
              </a:defRPr>
            </a:pPr>
            <a:r>
              <a:rPr lang="en-GB" sz="4000" b="1" dirty="0">
                <a:solidFill>
                  <a:srgbClr val="000000"/>
                </a:solidFill>
              </a:rPr>
              <a:t>Subagents keep the parent clean</a:t>
            </a:r>
          </a:p>
        </p:txBody>
      </p:sp>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r>
              <a:rPr lang="en-GB" sz="1400" b="0" dirty="0">
                <a:solidFill>
                  <a:srgbClr val="555555"/>
                </a:solidFill>
              </a:rPr>
              <a:t>term 5</a:t>
            </a:r>
          </a:p>
        </p:txBody>
      </p:sp>
      <p:sp>
        <p:nvSpPr>
          <p:cNvPr id="107" name="TextBox 108"/>
          <p:cNvSpPr txBox="1"/>
          <p:nvPr/>
        </p:nvSpPr>
        <p:spPr>
          <a:xfrm>
            <a:off x="400050" y="1700000"/>
            <a:ext cx="1900000" cy="980000"/>
          </a:xfrm>
          <a:prstGeom prst="rect">
            <a:avLst/>
          </a:prstGeom>
          <a:noFill/>
        </p:spPr>
        <p:txBody>
          <a:bodyPr wrap="square" lIns="0" tIns="0" rIns="0" bIns="0" anchor="t">
            <a:noAutofit/>
          </a:bodyPr>
          <a:lstStyle/>
          <a:p>
            <a:pPr algn="l">
              <a:buNone/>
              <a:defRPr sz="6000" b="1">
                <a:solidFill>
                  <a:srgbClr val="000000"/>
                </a:solidFill>
              </a:defRPr>
            </a:pPr>
            <a:r>
              <a:rPr lang="en-GB" sz="6000" b="1" dirty="0">
                <a:solidFill>
                  <a:srgbClr val="000000"/>
                </a:solidFill>
              </a:rPr>
              <a:t>05</a:t>
            </a:r>
          </a:p>
        </p:txBody>
      </p:sp>
      <p:sp>
        <p:nvSpPr>
          <p:cNvPr id="109" name="TextBox 110"/>
          <p:cNvSpPr txBox="1"/>
          <p:nvPr/>
        </p:nvSpPr>
        <p:spPr>
          <a:xfrm>
            <a:off x="2800050" y="1860000"/>
            <a:ext cx="8000000" cy="720000"/>
          </a:xfrm>
          <a:prstGeom prst="rect">
            <a:avLst/>
          </a:prstGeom>
          <a:noFill/>
        </p:spPr>
        <p:txBody>
          <a:bodyPr wrap="square" lIns="0" tIns="0" rIns="0" bIns="0" anchor="t">
            <a:noAutofit/>
          </a:bodyPr>
          <a:lstStyle/>
          <a:p>
            <a:pPr algn="l">
              <a:buNone/>
              <a:defRPr sz="4000" b="0">
                <a:solidFill>
                  <a:srgbClr val="000000"/>
                </a:solidFill>
              </a:defRPr>
            </a:pPr>
            <a:r>
              <a:rPr lang="en-GB" sz="4000" b="0" dirty="0">
                <a:solidFill>
                  <a:srgbClr val="000000"/>
                </a:solidFill>
              </a:rPr>
              <a:t>Subagents</a:t>
            </a:r>
          </a:p>
        </p:txBody>
      </p:sp>
      <p:sp>
        <p:nvSpPr>
          <p:cNvPr id="111" name="Rectangle 112"/>
          <p:cNvSpPr>
            <a:spLocks noGrp="1"/>
          </p:cNvSpPr>
          <p:nvPr/>
        </p:nvSpPr>
        <p:spPr>
          <a:xfrm>
            <a:off x="400050" y="2900000"/>
            <a:ext cx="11391900" cy="19050"/>
          </a:xfrm>
          <a:prstGeom prst="rect">
            <a:avLst/>
          </a:prstGeom>
          <a:solidFill>
            <a:srgbClr val="B8BCC4"/>
          </a:solidFill>
          <a:ln w="0">
            <a:noFill/>
            <a:prstDash val="solid"/>
          </a:ln>
        </p:spPr>
        <p:txBody>
          <a:bodyPr/>
          <a:lstStyle/>
          <a:p>
            <a:endParaRPr lang="en-GB"/>
          </a:p>
        </p:txBody>
      </p:sp>
      <p:sp>
        <p:nvSpPr>
          <p:cNvPr id="113" name="Rectangle 114"/>
          <p:cNvSpPr>
            <a:spLocks noGrp="1"/>
          </p:cNvSpPr>
          <p:nvPr/>
        </p:nvSpPr>
        <p:spPr>
          <a:xfrm>
            <a:off x="5196000" y="3160000"/>
            <a:ext cx="1800000" cy="800000"/>
          </a:xfrm>
          <a:prstGeom prst="rect">
            <a:avLst/>
          </a:prstGeom>
          <a:solidFill>
            <a:srgbClr val="000000"/>
          </a:solidFill>
          <a:ln w="0">
            <a:noFill/>
            <a:prstDash val="solid"/>
          </a:ln>
        </p:spPr>
        <p:txBody>
          <a:bodyPr/>
          <a:lstStyle/>
          <a:p>
            <a:endParaRPr lang="en-GB"/>
          </a:p>
        </p:txBody>
      </p:sp>
      <p:sp>
        <p:nvSpPr>
          <p:cNvPr id="115" name="TextBox 116"/>
          <p:cNvSpPr txBox="1"/>
          <p:nvPr/>
        </p:nvSpPr>
        <p:spPr>
          <a:xfrm>
            <a:off x="5196000" y="3380000"/>
            <a:ext cx="1800000" cy="460000"/>
          </a:xfrm>
          <a:prstGeom prst="rect">
            <a:avLst/>
          </a:prstGeom>
          <a:noFill/>
        </p:spPr>
        <p:txBody>
          <a:bodyPr wrap="square" lIns="0" tIns="0" rIns="0" bIns="0" anchor="t">
            <a:noAutofit/>
          </a:bodyPr>
          <a:lstStyle/>
          <a:p>
            <a:pPr algn="ctr">
              <a:buNone/>
              <a:defRPr sz="2600" b="0">
                <a:solidFill>
                  <a:srgbClr val="FFFFFF"/>
                </a:solidFill>
              </a:defRPr>
            </a:pPr>
            <a:r>
              <a:rPr lang="en-GB" sz="2600" b="0" dirty="0">
                <a:solidFill>
                  <a:srgbClr val="FFFFFF"/>
                </a:solidFill>
              </a:rPr>
              <a:t>parent</a:t>
            </a:r>
          </a:p>
        </p:txBody>
      </p:sp>
      <p:sp>
        <p:nvSpPr>
          <p:cNvPr id="117" name="Rectangle 118"/>
          <p:cNvSpPr>
            <a:spLocks noGrp="1"/>
          </p:cNvSpPr>
          <p:nvPr/>
        </p:nvSpPr>
        <p:spPr>
          <a:xfrm>
            <a:off x="6081712" y="3960000"/>
            <a:ext cx="28575" cy="380000"/>
          </a:xfrm>
          <a:prstGeom prst="rect">
            <a:avLst/>
          </a:prstGeom>
          <a:solidFill>
            <a:srgbClr val="B8BCC4"/>
          </a:solidFill>
          <a:ln w="0">
            <a:noFill/>
            <a:prstDash val="solid"/>
          </a:ln>
        </p:spPr>
        <p:txBody>
          <a:bodyPr/>
          <a:lstStyle/>
          <a:p>
            <a:endParaRPr lang="en-GB"/>
          </a:p>
        </p:txBody>
      </p:sp>
      <p:sp>
        <p:nvSpPr>
          <p:cNvPr id="119" name="Rectangle 120"/>
          <p:cNvSpPr>
            <a:spLocks noGrp="1"/>
          </p:cNvSpPr>
          <p:nvPr/>
        </p:nvSpPr>
        <p:spPr>
          <a:xfrm>
            <a:off x="1600050" y="4340000"/>
            <a:ext cx="8991900" cy="28575"/>
          </a:xfrm>
          <a:prstGeom prst="rect">
            <a:avLst/>
          </a:prstGeom>
          <a:solidFill>
            <a:srgbClr val="B8BCC4"/>
          </a:solidFill>
          <a:ln w="0">
            <a:noFill/>
            <a:prstDash val="solid"/>
          </a:ln>
        </p:spPr>
        <p:txBody>
          <a:bodyPr/>
          <a:lstStyle/>
          <a:p>
            <a:endParaRPr lang="en-GB"/>
          </a:p>
        </p:txBody>
      </p:sp>
      <p:sp>
        <p:nvSpPr>
          <p:cNvPr id="121" name="Rectangle 122"/>
          <p:cNvSpPr>
            <a:spLocks noGrp="1"/>
          </p:cNvSpPr>
          <p:nvPr/>
        </p:nvSpPr>
        <p:spPr>
          <a:xfrm>
            <a:off x="1585763" y="4368575"/>
            <a:ext cx="28575" cy="180000"/>
          </a:xfrm>
          <a:prstGeom prst="rect">
            <a:avLst/>
          </a:prstGeom>
          <a:solidFill>
            <a:srgbClr val="B8BCC4"/>
          </a:solidFill>
          <a:ln w="0">
            <a:noFill/>
            <a:prstDash val="solid"/>
          </a:ln>
        </p:spPr>
        <p:txBody>
          <a:bodyPr/>
          <a:lstStyle/>
          <a:p>
            <a:endParaRPr lang="en-GB"/>
          </a:p>
        </p:txBody>
      </p:sp>
      <p:sp>
        <p:nvSpPr>
          <p:cNvPr id="123" name="Rectangle 124"/>
          <p:cNvSpPr>
            <a:spLocks noGrp="1"/>
          </p:cNvSpPr>
          <p:nvPr/>
        </p:nvSpPr>
        <p:spPr>
          <a:xfrm>
            <a:off x="400050" y="4548575"/>
            <a:ext cx="2400000" cy="800000"/>
          </a:xfrm>
          <a:prstGeom prst="rect">
            <a:avLst/>
          </a:prstGeom>
          <a:solidFill>
            <a:srgbClr val="EDEDED"/>
          </a:solidFill>
          <a:ln w="0">
            <a:noFill/>
            <a:prstDash val="solid"/>
          </a:ln>
        </p:spPr>
        <p:txBody>
          <a:bodyPr/>
          <a:lstStyle/>
          <a:p>
            <a:endParaRPr lang="en-GB"/>
          </a:p>
        </p:txBody>
      </p:sp>
      <p:sp>
        <p:nvSpPr>
          <p:cNvPr id="125" name="TextBox 126"/>
          <p:cNvSpPr txBox="1"/>
          <p:nvPr/>
        </p:nvSpPr>
        <p:spPr>
          <a:xfrm>
            <a:off x="4000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1</a:t>
            </a:r>
          </a:p>
        </p:txBody>
      </p:sp>
      <p:sp>
        <p:nvSpPr>
          <p:cNvPr id="127" name="Rectangle 128"/>
          <p:cNvSpPr>
            <a:spLocks noGrp="1"/>
          </p:cNvSpPr>
          <p:nvPr/>
        </p:nvSpPr>
        <p:spPr>
          <a:xfrm>
            <a:off x="4583063" y="4368575"/>
            <a:ext cx="28575" cy="180000"/>
          </a:xfrm>
          <a:prstGeom prst="rect">
            <a:avLst/>
          </a:prstGeom>
          <a:solidFill>
            <a:srgbClr val="B8BCC4"/>
          </a:solidFill>
          <a:ln w="0">
            <a:noFill/>
            <a:prstDash val="solid"/>
          </a:ln>
        </p:spPr>
        <p:txBody>
          <a:bodyPr/>
          <a:lstStyle/>
          <a:p>
            <a:endParaRPr lang="en-GB"/>
          </a:p>
        </p:txBody>
      </p:sp>
      <p:sp>
        <p:nvSpPr>
          <p:cNvPr id="129" name="Rectangle 130"/>
          <p:cNvSpPr>
            <a:spLocks noGrp="1"/>
          </p:cNvSpPr>
          <p:nvPr/>
        </p:nvSpPr>
        <p:spPr>
          <a:xfrm>
            <a:off x="3397350" y="4548575"/>
            <a:ext cx="2400000" cy="800000"/>
          </a:xfrm>
          <a:prstGeom prst="rect">
            <a:avLst/>
          </a:prstGeom>
          <a:solidFill>
            <a:srgbClr val="EDEDED"/>
          </a:solidFill>
          <a:ln w="0">
            <a:noFill/>
            <a:prstDash val="solid"/>
          </a:ln>
        </p:spPr>
        <p:txBody>
          <a:bodyPr/>
          <a:lstStyle/>
          <a:p>
            <a:endParaRPr lang="en-GB"/>
          </a:p>
        </p:txBody>
      </p:sp>
      <p:sp>
        <p:nvSpPr>
          <p:cNvPr id="131" name="TextBox 132"/>
          <p:cNvSpPr txBox="1"/>
          <p:nvPr/>
        </p:nvSpPr>
        <p:spPr>
          <a:xfrm>
            <a:off x="33973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2</a:t>
            </a:r>
          </a:p>
        </p:txBody>
      </p:sp>
      <p:sp>
        <p:nvSpPr>
          <p:cNvPr id="133" name="Rectangle 134"/>
          <p:cNvSpPr>
            <a:spLocks noGrp="1"/>
          </p:cNvSpPr>
          <p:nvPr/>
        </p:nvSpPr>
        <p:spPr>
          <a:xfrm>
            <a:off x="7580363" y="4368575"/>
            <a:ext cx="28575" cy="180000"/>
          </a:xfrm>
          <a:prstGeom prst="rect">
            <a:avLst/>
          </a:prstGeom>
          <a:solidFill>
            <a:srgbClr val="B8BCC4"/>
          </a:solidFill>
          <a:ln w="0">
            <a:noFill/>
            <a:prstDash val="solid"/>
          </a:ln>
        </p:spPr>
        <p:txBody>
          <a:bodyPr/>
          <a:lstStyle/>
          <a:p>
            <a:endParaRPr lang="en-GB"/>
          </a:p>
        </p:txBody>
      </p:sp>
      <p:sp>
        <p:nvSpPr>
          <p:cNvPr id="135" name="Rectangle 136"/>
          <p:cNvSpPr>
            <a:spLocks noGrp="1"/>
          </p:cNvSpPr>
          <p:nvPr/>
        </p:nvSpPr>
        <p:spPr>
          <a:xfrm>
            <a:off x="6394650" y="4548575"/>
            <a:ext cx="2400000" cy="800000"/>
          </a:xfrm>
          <a:prstGeom prst="rect">
            <a:avLst/>
          </a:prstGeom>
          <a:solidFill>
            <a:srgbClr val="EDEDED"/>
          </a:solidFill>
          <a:ln w="0">
            <a:noFill/>
            <a:prstDash val="solid"/>
          </a:ln>
        </p:spPr>
        <p:txBody>
          <a:bodyPr/>
          <a:lstStyle/>
          <a:p>
            <a:endParaRPr lang="en-GB"/>
          </a:p>
        </p:txBody>
      </p:sp>
      <p:sp>
        <p:nvSpPr>
          <p:cNvPr id="137" name="TextBox 138"/>
          <p:cNvSpPr txBox="1"/>
          <p:nvPr/>
        </p:nvSpPr>
        <p:spPr>
          <a:xfrm>
            <a:off x="63946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3</a:t>
            </a:r>
          </a:p>
        </p:txBody>
      </p:sp>
      <p:sp>
        <p:nvSpPr>
          <p:cNvPr id="139" name="Rectangle 140"/>
          <p:cNvSpPr>
            <a:spLocks noGrp="1"/>
          </p:cNvSpPr>
          <p:nvPr/>
        </p:nvSpPr>
        <p:spPr>
          <a:xfrm>
            <a:off x="10577663" y="4368575"/>
            <a:ext cx="28575" cy="180000"/>
          </a:xfrm>
          <a:prstGeom prst="rect">
            <a:avLst/>
          </a:prstGeom>
          <a:solidFill>
            <a:srgbClr val="B8BCC4"/>
          </a:solidFill>
          <a:ln w="0">
            <a:noFill/>
            <a:prstDash val="solid"/>
          </a:ln>
        </p:spPr>
        <p:txBody>
          <a:bodyPr/>
          <a:lstStyle/>
          <a:p>
            <a:endParaRPr lang="en-GB"/>
          </a:p>
        </p:txBody>
      </p:sp>
      <p:sp>
        <p:nvSpPr>
          <p:cNvPr id="141" name="Rectangle 142"/>
          <p:cNvSpPr>
            <a:spLocks noGrp="1"/>
          </p:cNvSpPr>
          <p:nvPr/>
        </p:nvSpPr>
        <p:spPr>
          <a:xfrm>
            <a:off x="9391950" y="4548575"/>
            <a:ext cx="2400000" cy="800000"/>
          </a:xfrm>
          <a:prstGeom prst="rect">
            <a:avLst/>
          </a:prstGeom>
          <a:solidFill>
            <a:srgbClr val="EDEDED"/>
          </a:solidFill>
          <a:ln w="0">
            <a:noFill/>
            <a:prstDash val="solid"/>
          </a:ln>
        </p:spPr>
        <p:txBody>
          <a:bodyPr/>
          <a:lstStyle/>
          <a:p>
            <a:endParaRPr lang="en-GB"/>
          </a:p>
        </p:txBody>
      </p:sp>
      <p:sp>
        <p:nvSpPr>
          <p:cNvPr id="143" name="TextBox 144"/>
          <p:cNvSpPr txBox="1"/>
          <p:nvPr/>
        </p:nvSpPr>
        <p:spPr>
          <a:xfrm>
            <a:off x="9391950" y="4770000"/>
            <a:ext cx="2400000" cy="420000"/>
          </a:xfrm>
          <a:prstGeom prst="rect">
            <a:avLst/>
          </a:prstGeom>
          <a:noFill/>
        </p:spPr>
        <p:txBody>
          <a:bodyPr wrap="square" lIns="0" tIns="0" rIns="0" bIns="0" anchor="t">
            <a:noAutofit/>
          </a:bodyPr>
          <a:lstStyle/>
          <a:p>
            <a:pPr algn="ctr">
              <a:buNone/>
              <a:defRPr sz="2400" b="0">
                <a:solidFill>
                  <a:srgbClr val="000000"/>
                </a:solidFill>
              </a:defRPr>
            </a:pPr>
            <a:r>
              <a:rPr lang="en-GB" sz="2400" b="0" dirty="0">
                <a:solidFill>
                  <a:srgbClr val="000000"/>
                </a:solidFill>
              </a:rPr>
              <a:t>child 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TextBox 104"/>
          <p:cNvSpPr txBox="1"/>
          <p:nvPr/>
        </p:nvSpPr>
        <p:spPr>
          <a:xfrm>
            <a:off x="400050" y="6320000"/>
            <a:ext cx="5000000" cy="320000"/>
          </a:xfrm>
          <a:prstGeom prst="rect">
            <a:avLst/>
          </a:prstGeom>
          <a:noFill/>
        </p:spPr>
        <p:txBody>
          <a:bodyPr wrap="square" lIns="0" tIns="0" rIns="0" bIns="0" anchor="t">
            <a:noAutofit/>
          </a:bodyPr>
          <a:lstStyle/>
          <a:p>
            <a:pPr algn="l">
              <a:buNone/>
              <a:defRPr sz="1400" b="0">
                <a:solidFill>
                  <a:srgbClr val="555555"/>
                </a:solidFill>
              </a:defRPr>
            </a:pPr>
            <a:endParaRPr/>
          </a:p>
        </p:txBody>
      </p:sp>
      <p:sp>
        <p:nvSpPr>
          <p:cNvPr id="107" name="Rectangle 108"/>
          <p:cNvSpPr>
            <a:spLocks noGrp="1"/>
          </p:cNvSpPr>
          <p:nvPr/>
        </p:nvSpPr>
        <p:spPr>
          <a:xfrm>
            <a:off x="400050" y="890000"/>
            <a:ext cx="11391900" cy="640000"/>
          </a:xfrm>
          <a:prstGeom prst="rect">
            <a:avLst/>
          </a:prstGeom>
          <a:solidFill>
            <a:srgbClr val="F7F7F7"/>
          </a:solidFill>
          <a:ln w="0">
            <a:noFill/>
            <a:prstDash val="solid"/>
          </a:ln>
        </p:spPr>
        <p:txBody>
          <a:bodyPr/>
          <a:lstStyle/>
          <a:p>
            <a:endParaRPr lang="en-GB"/>
          </a:p>
        </p:txBody>
      </p:sp>
      <p:sp>
        <p:nvSpPr>
          <p:cNvPr id="109" name="TextBox 110"/>
          <p:cNvSpPr txBox="1"/>
          <p:nvPr/>
        </p:nvSpPr>
        <p:spPr>
          <a:xfrm>
            <a:off x="628650" y="9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AGENTS.md</a:t>
            </a:r>
          </a:p>
        </p:txBody>
      </p:sp>
      <p:sp>
        <p:nvSpPr>
          <p:cNvPr id="111" name="TextBox 112"/>
          <p:cNvSpPr txBox="1"/>
          <p:nvPr/>
        </p:nvSpPr>
        <p:spPr>
          <a:xfrm>
            <a:off x="5300050" y="9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project behaviour</a:t>
            </a:r>
          </a:p>
        </p:txBody>
      </p:sp>
      <p:sp>
        <p:nvSpPr>
          <p:cNvPr id="113" name="TextBox 114"/>
          <p:cNvSpPr txBox="1"/>
          <p:nvPr/>
        </p:nvSpPr>
        <p:spPr>
          <a:xfrm>
            <a:off x="628650" y="16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Agent skills</a:t>
            </a:r>
          </a:p>
        </p:txBody>
      </p:sp>
      <p:sp>
        <p:nvSpPr>
          <p:cNvPr id="115" name="TextBox 116"/>
          <p:cNvSpPr txBox="1"/>
          <p:nvPr/>
        </p:nvSpPr>
        <p:spPr>
          <a:xfrm>
            <a:off x="5300050" y="16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task expertise</a:t>
            </a:r>
          </a:p>
        </p:txBody>
      </p:sp>
      <p:sp>
        <p:nvSpPr>
          <p:cNvPr id="117" name="Rectangle 118"/>
          <p:cNvSpPr>
            <a:spLocks noGrp="1"/>
          </p:cNvSpPr>
          <p:nvPr/>
        </p:nvSpPr>
        <p:spPr>
          <a:xfrm>
            <a:off x="400050" y="2290000"/>
            <a:ext cx="11391900" cy="640000"/>
          </a:xfrm>
          <a:prstGeom prst="rect">
            <a:avLst/>
          </a:prstGeom>
          <a:solidFill>
            <a:srgbClr val="F7F7F7"/>
          </a:solidFill>
          <a:ln w="0">
            <a:noFill/>
            <a:prstDash val="solid"/>
          </a:ln>
        </p:spPr>
        <p:txBody>
          <a:bodyPr/>
          <a:lstStyle/>
          <a:p>
            <a:endParaRPr lang="en-GB"/>
          </a:p>
        </p:txBody>
      </p:sp>
      <p:sp>
        <p:nvSpPr>
          <p:cNvPr id="119" name="TextBox 120"/>
          <p:cNvSpPr txBox="1"/>
          <p:nvPr/>
        </p:nvSpPr>
        <p:spPr>
          <a:xfrm>
            <a:off x="628650" y="23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MCP</a:t>
            </a:r>
          </a:p>
        </p:txBody>
      </p:sp>
      <p:sp>
        <p:nvSpPr>
          <p:cNvPr id="121" name="TextBox 122"/>
          <p:cNvSpPr txBox="1"/>
          <p:nvPr/>
        </p:nvSpPr>
        <p:spPr>
          <a:xfrm>
            <a:off x="5300050" y="23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tools and data</a:t>
            </a:r>
          </a:p>
        </p:txBody>
      </p:sp>
      <p:sp>
        <p:nvSpPr>
          <p:cNvPr id="123" name="TextBox 124"/>
          <p:cNvSpPr txBox="1"/>
          <p:nvPr/>
        </p:nvSpPr>
        <p:spPr>
          <a:xfrm>
            <a:off x="628650" y="30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A2A</a:t>
            </a:r>
          </a:p>
        </p:txBody>
      </p:sp>
      <p:sp>
        <p:nvSpPr>
          <p:cNvPr id="125" name="TextBox 126"/>
          <p:cNvSpPr txBox="1"/>
          <p:nvPr/>
        </p:nvSpPr>
        <p:spPr>
          <a:xfrm>
            <a:off x="5300050" y="30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peer agents</a:t>
            </a:r>
          </a:p>
        </p:txBody>
      </p:sp>
      <p:sp>
        <p:nvSpPr>
          <p:cNvPr id="127" name="Rectangle 128"/>
          <p:cNvSpPr>
            <a:spLocks noGrp="1"/>
          </p:cNvSpPr>
          <p:nvPr/>
        </p:nvSpPr>
        <p:spPr>
          <a:xfrm>
            <a:off x="400050" y="3690000"/>
            <a:ext cx="11391900" cy="640000"/>
          </a:xfrm>
          <a:prstGeom prst="rect">
            <a:avLst/>
          </a:prstGeom>
          <a:solidFill>
            <a:srgbClr val="F7F7F7"/>
          </a:solidFill>
          <a:ln w="0">
            <a:noFill/>
            <a:prstDash val="solid"/>
          </a:ln>
        </p:spPr>
        <p:txBody>
          <a:bodyPr/>
          <a:lstStyle/>
          <a:p>
            <a:endParaRPr lang="en-GB"/>
          </a:p>
        </p:txBody>
      </p:sp>
      <p:sp>
        <p:nvSpPr>
          <p:cNvPr id="129" name="TextBox 130"/>
          <p:cNvSpPr txBox="1"/>
          <p:nvPr/>
        </p:nvSpPr>
        <p:spPr>
          <a:xfrm>
            <a:off x="628650" y="3770000"/>
            <a:ext cx="4200000" cy="560000"/>
          </a:xfrm>
          <a:prstGeom prst="rect">
            <a:avLst/>
          </a:prstGeom>
          <a:noFill/>
        </p:spPr>
        <p:txBody>
          <a:bodyPr wrap="square" lIns="0" tIns="0" rIns="0" bIns="0" anchor="t">
            <a:noAutofit/>
          </a:bodyPr>
          <a:lstStyle/>
          <a:p>
            <a:pPr algn="l">
              <a:buNone/>
              <a:defRPr sz="3200" b="1">
                <a:solidFill>
                  <a:srgbClr val="000000"/>
                </a:solidFill>
              </a:defRPr>
            </a:pPr>
            <a:r>
              <a:rPr lang="en-GB" sz="3200" b="1" dirty="0">
                <a:solidFill>
                  <a:srgbClr val="000000"/>
                </a:solidFill>
              </a:rPr>
              <a:t>Subagents</a:t>
            </a:r>
          </a:p>
        </p:txBody>
      </p:sp>
      <p:sp>
        <p:nvSpPr>
          <p:cNvPr id="131" name="TextBox 132"/>
          <p:cNvSpPr txBox="1"/>
          <p:nvPr/>
        </p:nvSpPr>
        <p:spPr>
          <a:xfrm>
            <a:off x="5300050" y="3770000"/>
            <a:ext cx="6200000" cy="560000"/>
          </a:xfrm>
          <a:prstGeom prst="rect">
            <a:avLst/>
          </a:prstGeom>
          <a:noFill/>
        </p:spPr>
        <p:txBody>
          <a:bodyPr wrap="square" lIns="0" tIns="0" rIns="0" bIns="0" anchor="t">
            <a:noAutofit/>
          </a:bodyPr>
          <a:lstStyle/>
          <a:p>
            <a:pPr algn="l">
              <a:buNone/>
              <a:defRPr sz="3200" b="0">
                <a:solidFill>
                  <a:srgbClr val="555555"/>
                </a:solidFill>
              </a:defRPr>
            </a:pPr>
            <a:r>
              <a:rPr lang="en-GB" sz="3200" b="0" dirty="0">
                <a:solidFill>
                  <a:srgbClr val="555555"/>
                </a:solidFill>
              </a:rPr>
              <a:t>work scale</a:t>
            </a:r>
          </a:p>
        </p:txBody>
      </p:sp>
      <p:sp>
        <p:nvSpPr>
          <p:cNvPr id="135" name="TextBox 136"/>
          <p:cNvSpPr txBox="1"/>
          <p:nvPr/>
        </p:nvSpPr>
        <p:spPr>
          <a:xfrm>
            <a:off x="400050" y="60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linuxfoundation.org · aaif.io · agentskills.io · modelcontextprotocol.io · a2aproject/A2A</a:t>
            </a:r>
          </a:p>
        </p:txBody>
      </p:sp>
      <p:sp>
        <p:nvSpPr>
          <p:cNvPr id="137" name="TextBox 138"/>
          <p:cNvSpPr txBox="1"/>
          <p:nvPr/>
        </p:nvSpPr>
        <p:spPr>
          <a:xfrm>
            <a:off x="400050" y="6360000"/>
            <a:ext cx="10500000" cy="280000"/>
          </a:xfrm>
          <a:prstGeom prst="rect">
            <a:avLst/>
          </a:prstGeom>
          <a:noFill/>
        </p:spPr>
        <p:txBody>
          <a:bodyPr wrap="square" lIns="0" tIns="0" rIns="0" bIns="0" anchor="t">
            <a:noAutofit/>
          </a:bodyPr>
          <a:lstStyle/>
          <a:p>
            <a:pPr algn="l">
              <a:buNone/>
              <a:defRPr sz="1600" b="0">
                <a:solidFill>
                  <a:srgbClr val="555555"/>
                </a:solidFill>
              </a:defRPr>
            </a:pPr>
            <a:r>
              <a:rPr lang="en-GB" sz="1600" b="0" dirty="0">
                <a:solidFill>
                  <a:srgbClr val="555555"/>
                </a:solidFill>
              </a:rPr>
              <a:t>MCP 2026-07-28 · IBM Technology: fine-tuning + skill practices · ycombinator.com (Boris Cherny)</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5DB7F-01A8-DA9E-0F72-DD0A0C0AC47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BD13FAF-25B7-5989-9B4D-2F9C5B8E930C}"/>
              </a:ext>
            </a:extLst>
          </p:cNvPr>
          <p:cNvSpPr txBox="1"/>
          <p:nvPr/>
        </p:nvSpPr>
        <p:spPr>
          <a:xfrm>
            <a:off x="606552" y="507751"/>
            <a:ext cx="11234928" cy="5842497"/>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MCP</a:t>
            </a:r>
            <a:r>
              <a:rPr lang="en-US" sz="2800" b="0" i="0" dirty="0">
                <a:solidFill>
                  <a:srgbClr val="0B0B0B"/>
                </a:solidFill>
                <a:effectLst/>
                <a:latin typeface="anthropic-sans"/>
              </a:rPr>
              <a:t> and </a:t>
            </a:r>
            <a:r>
              <a:rPr lang="en-US" sz="2800" b="1" i="0" dirty="0">
                <a:solidFill>
                  <a:srgbClr val="0B0B0B"/>
                </a:solidFill>
                <a:effectLst/>
                <a:latin typeface="anthropic-sans"/>
              </a:rPr>
              <a:t>A2A</a:t>
            </a:r>
            <a:r>
              <a:rPr lang="en-US" sz="2800" b="0" i="0" dirty="0">
                <a:solidFill>
                  <a:srgbClr val="0B0B0B"/>
                </a:solidFill>
                <a:effectLst/>
                <a:latin typeface="anthropic-sans"/>
              </a:rPr>
              <a:t> are </a:t>
            </a:r>
            <a:r>
              <a:rPr lang="en-US" sz="2800" b="0" i="0" u="sng" dirty="0">
                <a:solidFill>
                  <a:srgbClr val="0B0B0B"/>
                </a:solidFill>
                <a:effectLst/>
                <a:latin typeface="anthropic-sans"/>
              </a:rPr>
              <a:t>open protocols and specifications</a:t>
            </a:r>
            <a:r>
              <a:rPr lang="en-US" sz="2800" b="0" i="0" dirty="0">
                <a:solidFill>
                  <a:srgbClr val="0B0B0B"/>
                </a:solidFill>
                <a:effectLst/>
                <a:latin typeface="anthropic-sans"/>
              </a:rPr>
              <a:t>. </a:t>
            </a:r>
            <a:endParaRPr lang="en-US" sz="2800" dirty="0">
              <a:solidFill>
                <a:srgbClr val="0B0B0B"/>
              </a:solidFill>
              <a:latin typeface="anthropic-sans"/>
            </a:endParaRPr>
          </a:p>
          <a:p>
            <a:pPr marL="914400" lvl="1" indent="-457200">
              <a:lnSpc>
                <a:spcPct val="150000"/>
              </a:lnSpc>
              <a:buFont typeface="Courier New" panose="02070309020205020404" pitchFamily="49" charset="0"/>
              <a:buChar char="o"/>
            </a:pPr>
            <a:r>
              <a:rPr lang="en-US" sz="2800" b="0" i="0" dirty="0">
                <a:solidFill>
                  <a:srgbClr val="0B0B0B"/>
                </a:solidFill>
                <a:effectLst/>
                <a:latin typeface="anthropic-sans"/>
              </a:rPr>
              <a:t>MCP is agent to tool, A2A is agent to agent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AGENTS.md</a:t>
            </a:r>
            <a:r>
              <a:rPr lang="en-US" sz="2800" b="0" i="0" dirty="0">
                <a:solidFill>
                  <a:srgbClr val="0B0B0B"/>
                </a:solidFill>
                <a:effectLst/>
                <a:latin typeface="anthropic-sans"/>
              </a:rPr>
              <a:t> is </a:t>
            </a:r>
            <a:r>
              <a:rPr lang="en-US" sz="2800" b="0" i="0" u="sng" dirty="0">
                <a:solidFill>
                  <a:srgbClr val="0B0B0B"/>
                </a:solidFill>
                <a:effectLst/>
                <a:latin typeface="anthropic-sans"/>
              </a:rPr>
              <a:t>config</a:t>
            </a:r>
            <a:r>
              <a:rPr lang="en-US" sz="2800" b="0" i="0" dirty="0">
                <a:solidFill>
                  <a:srgbClr val="0B0B0B"/>
                </a:solidFill>
                <a:effectLst/>
                <a:latin typeface="anthropic-sans"/>
              </a:rPr>
              <a:t>. Always loaded, so keep it short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SKILL.md</a:t>
            </a:r>
            <a:r>
              <a:rPr lang="en-US" sz="2800" b="0" i="0" dirty="0">
                <a:solidFill>
                  <a:srgbClr val="0B0B0B"/>
                </a:solidFill>
                <a:effectLst/>
                <a:latin typeface="anthropic-sans"/>
              </a:rPr>
              <a:t> is a plugin format. Schema plus folder, loaded on demand </a:t>
            </a:r>
          </a:p>
          <a:p>
            <a:pPr marL="457200" indent="-457200">
              <a:lnSpc>
                <a:spcPct val="150000"/>
              </a:lnSpc>
              <a:buFont typeface="Arial" panose="020B0604020202020204" pitchFamily="34" charset="0"/>
              <a:buChar char="•"/>
            </a:pPr>
            <a:endParaRPr lang="en-US" sz="2800" b="0" i="0" dirty="0">
              <a:solidFill>
                <a:srgbClr val="0B0B0B"/>
              </a:solidFill>
              <a:effectLst/>
              <a:latin typeface="anthropic-sans"/>
            </a:endParaRPr>
          </a:p>
          <a:p>
            <a:pPr marL="457200" indent="-457200">
              <a:lnSpc>
                <a:spcPct val="150000"/>
              </a:lnSpc>
              <a:buFont typeface="Arial" panose="020B0604020202020204" pitchFamily="34" charset="0"/>
              <a:buChar char="•"/>
            </a:pPr>
            <a:r>
              <a:rPr lang="en-US" sz="2800" b="1" i="0" dirty="0">
                <a:solidFill>
                  <a:srgbClr val="0B0B0B"/>
                </a:solidFill>
                <a:effectLst/>
                <a:latin typeface="anthropic-sans"/>
              </a:rPr>
              <a:t>Subagents</a:t>
            </a:r>
            <a:r>
              <a:rPr lang="en-US" sz="2800" b="0" i="0" dirty="0">
                <a:solidFill>
                  <a:srgbClr val="0B0B0B"/>
                </a:solidFill>
                <a:effectLst/>
                <a:latin typeface="anthropic-sans"/>
              </a:rPr>
              <a:t> is an </a:t>
            </a:r>
            <a:r>
              <a:rPr lang="en-US" sz="2800" b="0" i="0" u="sng" dirty="0">
                <a:solidFill>
                  <a:srgbClr val="0B0B0B"/>
                </a:solidFill>
                <a:effectLst/>
                <a:latin typeface="anthropic-sans"/>
              </a:rPr>
              <a:t>architectural design pattern</a:t>
            </a:r>
            <a:r>
              <a:rPr lang="en-US" sz="2800" b="0" i="0" dirty="0">
                <a:solidFill>
                  <a:srgbClr val="0B0B0B"/>
                </a:solidFill>
                <a:effectLst/>
                <a:latin typeface="anthropic-sans"/>
              </a:rPr>
              <a:t>. No spec, so every vendor does it differently</a:t>
            </a:r>
            <a:endParaRPr lang="en-GB" sz="2800" dirty="0"/>
          </a:p>
        </p:txBody>
      </p:sp>
    </p:spTree>
    <p:extLst>
      <p:ext uri="{BB962C8B-B14F-4D97-AF65-F5344CB8AC3E}">
        <p14:creationId xmlns:p14="http://schemas.microsoft.com/office/powerpoint/2010/main" val="4453247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107EFD06-B547-942F-88F2-086FABE9258C}"/>
              </a:ext>
            </a:extLst>
          </p:cNvPr>
          <p:cNvPicPr>
            <a:picLocks noGrp="1" noChangeAspect="1"/>
          </p:cNvPicPr>
          <p:nvPr>
            <p:ph type="pic" sz="quarter" idx="25"/>
          </p:nvPr>
        </p:nvPicPr>
        <p:blipFill>
          <a:blip r:embed="rId3"/>
          <a:srcRect t="5000" b="5000"/>
          <a:stretch>
            <a:fillRect/>
          </a:stretch>
        </p:blipFill>
        <p:spPr/>
      </p:pic>
      <p:sp>
        <p:nvSpPr>
          <p:cNvPr id="3" name="Text Placeholder 2">
            <a:extLst>
              <a:ext uri="{FF2B5EF4-FFF2-40B4-BE49-F238E27FC236}">
                <a16:creationId xmlns:a16="http://schemas.microsoft.com/office/drawing/2014/main" id="{DBAB636F-FA4E-09AE-65B1-427A5213DD5F}"/>
              </a:ext>
            </a:extLst>
          </p:cNvPr>
          <p:cNvSpPr>
            <a:spLocks noGrp="1"/>
          </p:cNvSpPr>
          <p:nvPr>
            <p:ph type="body" sz="quarter" idx="52"/>
          </p:nvPr>
        </p:nvSpPr>
        <p:spPr/>
        <p:txBody>
          <a:bodyPr/>
          <a:lstStyle/>
          <a:p>
            <a:endParaRPr lang="en-MX"/>
          </a:p>
        </p:txBody>
      </p:sp>
      <p:sp>
        <p:nvSpPr>
          <p:cNvPr id="4" name="Title 3">
            <a:extLst>
              <a:ext uri="{FF2B5EF4-FFF2-40B4-BE49-F238E27FC236}">
                <a16:creationId xmlns:a16="http://schemas.microsoft.com/office/drawing/2014/main" id="{758FA4E5-CA94-7E22-0C39-FDD55546B8ED}"/>
              </a:ext>
            </a:extLst>
          </p:cNvPr>
          <p:cNvSpPr>
            <a:spLocks noGrp="1"/>
          </p:cNvSpPr>
          <p:nvPr>
            <p:ph type="title"/>
          </p:nvPr>
        </p:nvSpPr>
        <p:spPr/>
        <p:txBody>
          <a:bodyPr/>
          <a:lstStyle/>
          <a:p>
            <a:r>
              <a:rPr lang="en-MX"/>
              <a:t>Thank you!</a:t>
            </a:r>
          </a:p>
        </p:txBody>
      </p:sp>
      <p:sp>
        <p:nvSpPr>
          <p:cNvPr id="9" name="Text Placeholder 8">
            <a:extLst>
              <a:ext uri="{FF2B5EF4-FFF2-40B4-BE49-F238E27FC236}">
                <a16:creationId xmlns:a16="http://schemas.microsoft.com/office/drawing/2014/main" id="{99E71DE6-8BA3-C389-6BC9-836C7F2663E7}"/>
              </a:ext>
            </a:extLst>
          </p:cNvPr>
          <p:cNvSpPr>
            <a:spLocks noGrp="1"/>
          </p:cNvSpPr>
          <p:nvPr>
            <p:ph type="body" sz="quarter" idx="10"/>
          </p:nvPr>
        </p:nvSpPr>
        <p:spPr>
          <a:xfrm>
            <a:off x="479425" y="4724602"/>
            <a:ext cx="7460055" cy="835026"/>
          </a:xfrm>
        </p:spPr>
        <p:txBody>
          <a:bodyPr>
            <a:normAutofit/>
          </a:bodyPr>
          <a:lstStyle/>
          <a:p>
            <a:r>
              <a:rPr lang="en-GB" sz="2800" dirty="0"/>
              <a:t>@DevlinDuldulao</a:t>
            </a:r>
          </a:p>
        </p:txBody>
      </p:sp>
      <p:pic>
        <p:nvPicPr>
          <p:cNvPr id="11" name="Picture 10">
            <a:extLst>
              <a:ext uri="{FF2B5EF4-FFF2-40B4-BE49-F238E27FC236}">
                <a16:creationId xmlns:a16="http://schemas.microsoft.com/office/drawing/2014/main" id="{765683FE-B943-9A40-925C-1A668E851A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
        <p:nvSpPr>
          <p:cNvPr id="2" name="TextBox 1">
            <a:extLst>
              <a:ext uri="{FF2B5EF4-FFF2-40B4-BE49-F238E27FC236}">
                <a16:creationId xmlns:a16="http://schemas.microsoft.com/office/drawing/2014/main" id="{429FB777-B3EB-0DCF-9A97-1D30A6F5A3CC}"/>
              </a:ext>
            </a:extLst>
          </p:cNvPr>
          <p:cNvSpPr txBox="1"/>
          <p:nvPr/>
        </p:nvSpPr>
        <p:spPr>
          <a:xfrm>
            <a:off x="8424048" y="5831150"/>
            <a:ext cx="1383712" cy="461665"/>
          </a:xfrm>
          <a:prstGeom prst="rect">
            <a:avLst/>
          </a:prstGeom>
          <a:noFill/>
        </p:spPr>
        <p:txBody>
          <a:bodyPr wrap="none" rtlCol="0">
            <a:spAutoFit/>
          </a:bodyPr>
          <a:lstStyle/>
          <a:p>
            <a:pPr algn="ctr"/>
            <a:r>
              <a:rPr lang="en-GB" sz="2400" dirty="0">
                <a:solidFill>
                  <a:schemeClr val="tx2">
                    <a:lumMod val="10000"/>
                  </a:schemeClr>
                </a:solidFill>
                <a:latin typeface="Brush Script MT" panose="03060802040406070304" pitchFamily="66" charset="0"/>
              </a:rPr>
              <a:t>Social links</a:t>
            </a:r>
          </a:p>
        </p:txBody>
      </p:sp>
    </p:spTree>
    <p:extLst>
      <p:ext uri="{BB962C8B-B14F-4D97-AF65-F5344CB8AC3E}">
        <p14:creationId xmlns:p14="http://schemas.microsoft.com/office/powerpoint/2010/main" val="41440901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SoftwareOne- Light Design - 2026">
  <a:themeElements>
    <a:clrScheme name="SoftwareOne - Evolved Brand 2026">
      <a:dk1>
        <a:srgbClr val="000000"/>
      </a:dk1>
      <a:lt1>
        <a:srgbClr val="FFFFFF"/>
      </a:lt1>
      <a:dk2>
        <a:srgbClr val="4D5056"/>
      </a:dk2>
      <a:lt2>
        <a:srgbClr val="F4F4F4"/>
      </a:lt2>
      <a:accent1>
        <a:srgbClr val="F7675E"/>
      </a:accent1>
      <a:accent2>
        <a:srgbClr val="62C7EF"/>
      </a:accent2>
      <a:accent3>
        <a:srgbClr val="2C8F92"/>
      </a:accent3>
      <a:accent4>
        <a:srgbClr val="3366FF"/>
      </a:accent4>
      <a:accent5>
        <a:srgbClr val="B0A7FF"/>
      </a:accent5>
      <a:accent6>
        <a:srgbClr val="A1A7AE"/>
      </a:accent6>
      <a:hlink>
        <a:srgbClr val="62C7EF"/>
      </a:hlink>
      <a:folHlink>
        <a:srgbClr val="2C8F9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90000"/>
          </a:schemeClr>
        </a:solidFill>
        <a:ln w="12748" cap="flat">
          <a:noFill/>
          <a:prstDash val="solid"/>
          <a:miter/>
        </a:ln>
      </a:spPr>
      <a:bodyPr wrap="square" rtlCol="0" anchor="t">
        <a:noAutofit/>
      </a:bodyPr>
      <a:lstStyle>
        <a:defPPr algn="l">
          <a:defRPr sz="1400" dirty="0" err="1" smtClean="0">
            <a:solidFill>
              <a:schemeClr val="tx2">
                <a:lumMod val="10000"/>
              </a:schemeClr>
            </a:solidFill>
          </a:defRPr>
        </a:defPPr>
      </a:lstStyle>
    </a:spDef>
    <a:txDef>
      <a:spPr>
        <a:noFill/>
      </a:spPr>
      <a:bodyPr wrap="none" rtlCol="0">
        <a:spAutoFit/>
      </a:bodyPr>
      <a:lstStyle>
        <a:defPPr algn="l">
          <a:defRPr sz="1400" dirty="0" err="1" smtClean="0">
            <a:solidFill>
              <a:schemeClr val="tx2">
                <a:lumMod val="10000"/>
              </a:schemeClr>
            </a:solidFill>
          </a:defRPr>
        </a:defPPr>
      </a:lstStyle>
    </a:tx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TEMP_NEW_SoftwareOne_2026_slide_master" id="{290EB017-3BBC-44CB-BD17-81FD1610899A}" vid="{8B04C296-C0B4-48AE-9532-9621D8BFAEA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A38B5127-54FF-A04C-8929-26CB1BBD9FBC}">
  <we:reference id="5dfe852d-2c42-4b3a-a2a0-df25e73584ce" version="4.6.3.0" store="EXCatalog" storeType="EXCatalog"/>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729944E-BCC7-4E47-99EF-16BC7F0734B9}">
  <we:reference id="f12c312d-282a-4734-8843-05915fdfef0b" version="5.5.5.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7E95115D7EF8C4993D4C41B8A590258" ma:contentTypeVersion="13" ma:contentTypeDescription="Create a new document." ma:contentTypeScope="" ma:versionID="3971fee9f4b2b49f722778b94af115f4">
  <xsd:schema xmlns:xsd="http://www.w3.org/2001/XMLSchema" xmlns:xs="http://www.w3.org/2001/XMLSchema" xmlns:p="http://schemas.microsoft.com/office/2006/metadata/properties" xmlns:ns2="0aee9727-1cdb-4a2b-b8a2-595f3360df87" xmlns:ns3="fe26bb41-196d-4ee1-8701-1b6aa6967e6b" targetNamespace="http://schemas.microsoft.com/office/2006/metadata/properties" ma:root="true" ma:fieldsID="552c83ee26e214a29f931921294ea86e" ns2:_="" ns3:_="">
    <xsd:import namespace="0aee9727-1cdb-4a2b-b8a2-595f3360df87"/>
    <xsd:import namespace="fe26bb41-196d-4ee1-8701-1b6aa6967e6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BillingMetadata" minOccurs="0"/>
                <xsd:element ref="ns2:MediaServiceDateTaken" minOccurs="0"/>
                <xsd:element ref="ns2:lcf76f155ced4ddcb4097134ff3c332f" minOccurs="0"/>
                <xsd:element ref="ns3:TaxCatchAll" minOccurs="0"/>
                <xsd:element ref="ns2:MediaServiceOCR" minOccurs="0"/>
                <xsd:element ref="ns2:MediaServiceLocatio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ee9727-1cdb-4a2b-b8a2-595f3360df8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BillingMetadata" ma:index="11" nillable="true" ma:displayName="MediaServiceBillingMetadata" ma:hidden="true" ma:internalName="MediaServiceBilling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7" nillable="true" ma:displayName="Location" ma:indexed="true" ma:internalName="MediaServiceLocatio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fe26bb41-196d-4ee1-8701-1b6aa6967e6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2bec6ae9-3560-46a4-80a8-78380c341a66}" ma:internalName="TaxCatchAll" ma:showField="CatchAllData" ma:web="fe26bb41-196d-4ee1-8701-1b6aa6967e6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fe26bb41-196d-4ee1-8701-1b6aa6967e6b" xsi:nil="true"/>
    <lcf76f155ced4ddcb4097134ff3c332f xmlns="0aee9727-1cdb-4a2b-b8a2-595f3360df87">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933F2F91-5CB3-4F83-A022-A2070774E132}">
  <ds:schemaRefs>
    <ds:schemaRef ds:uri="0aee9727-1cdb-4a2b-b8a2-595f3360df87"/>
    <ds:schemaRef ds:uri="fe26bb41-196d-4ee1-8701-1b6aa6967e6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9730C27-4A8B-4DF0-A033-173EFACCB5A1}">
  <ds:schemaRefs>
    <ds:schemaRef ds:uri="http://schemas.microsoft.com/sharepoint/v3/contenttype/forms"/>
  </ds:schemaRefs>
</ds:datastoreItem>
</file>

<file path=customXml/itemProps3.xml><?xml version="1.0" encoding="utf-8"?>
<ds:datastoreItem xmlns:ds="http://schemas.openxmlformats.org/officeDocument/2006/customXml" ds:itemID="{BDCEAC02-C6D1-4593-B289-54E6A65DBBB1}">
  <ds:schemaRefs>
    <ds:schemaRef ds:uri="0aee9727-1cdb-4a2b-b8a2-595f3360df87"/>
    <ds:schemaRef ds:uri="fe26bb41-196d-4ee1-8701-1b6aa6967e6b"/>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474</TotalTime>
  <Words>2876</Words>
  <Application>Microsoft Office PowerPoint</Application>
  <PresentationFormat>Widescreen</PresentationFormat>
  <Paragraphs>357</Paragraphs>
  <Slides>42</Slides>
  <Notes>42</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42</vt:i4>
      </vt:variant>
    </vt:vector>
  </HeadingPairs>
  <TitlesOfParts>
    <vt:vector size="49" baseType="lpstr">
      <vt:lpstr>anthropic-sans</vt:lpstr>
      <vt:lpstr>Aptos</vt:lpstr>
      <vt:lpstr>Arial</vt:lpstr>
      <vt:lpstr>Brush Script MT</vt:lpstr>
      <vt:lpstr>Courier New</vt:lpstr>
      <vt:lpstr>SoftwareOne- Light Design - 2026</vt:lpstr>
      <vt:lpstr>think-cell Slide</vt:lpstr>
      <vt:lpstr>5 AI Agent Terms You Need to Know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Edgar Vela</dc:creator>
  <cp:lastModifiedBy>Duldulao, Devlin (DNV External)</cp:lastModifiedBy>
  <cp:revision>181</cp:revision>
  <dcterms:created xsi:type="dcterms:W3CDTF">2026-01-30T16:35:48Z</dcterms:created>
  <dcterms:modified xsi:type="dcterms:W3CDTF">2026-08-25T20:27:35Z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2026-01-30T16:36:34Z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64a6cef0-0ecb-4b11-9d7c-c49843cf6076</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SoftwareOne- Light Design - 2026:3</vt:lpwstr>
  </property>
  <property fmtid="{D5CDD505-2E9C-101B-9397-08002B2CF9AE}" pid="11" name="ClassificationContentMarkingFooterText">
    <vt:lpwstr>Internal Only</vt:lpwstr>
  </property>
  <property fmtid="{D5CDD505-2E9C-101B-9397-08002B2CF9AE}" pid="12" name="ContentTypeId">
    <vt:lpwstr>0x010100D7E95115D7EF8C4993D4C41B8A590258</vt:lpwstr>
  </property>
  <property fmtid="{D5CDD505-2E9C-101B-9397-08002B2CF9AE}" pid="13" name="MediaServiceImageTags">
    <vt:lpwstr/>
  </property>
  <property fmtid="{D5CDD505-2E9C-101B-9397-08002B2CF9AE}" pid="14" name="DocumentInfoFinished">
    <vt:lpwstr>True</vt:lpwstr>
  </property>
</Properties>
</file>